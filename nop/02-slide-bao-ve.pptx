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hyperlink" Target="mailto:mAP@0.5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hlinkClick r:id="rId2"/>
                        </a:rPr>
                        <a:t>mAP@0.5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2026-08-31T05:01:13Z</dcterms:created>
  <dcterms:modified xsi:type="dcterms:W3CDTF">2026-08-31T05:01:13Z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