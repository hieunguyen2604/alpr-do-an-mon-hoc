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4" Type="http://schemas.openxmlformats.org/officeDocument/2006/relationships/font" Target="fonts/Roboto-bold.fntdata" /><Relationship Id="rId33" Type="http://schemas.openxmlformats.org/officeDocument/2006/relationships/font" Target="fonts/Roboto-regular.fntdata" /><Relationship Id="rId36" Type="http://schemas.openxmlformats.org/officeDocument/2006/relationships/font" Target="fonts/Roboto-boldItalic.fntdata" /><Relationship Id="rId35" Type="http://schemas.openxmlformats.org/officeDocument/2006/relationships/font" Target="fonts/Roboto-italic.fntdata" /><Relationship Id="rId37" Type="http://schemas.openxmlformats.org/officeDocument/2006/relationships/font" Target="fonts/OpenSans-regular.fntdata" /><Relationship Id="rId39" Type="http://schemas.openxmlformats.org/officeDocument/2006/relationships/font" Target="fonts/OpenSans-italic.fntdata" /><Relationship Id="rId38" Type="http://schemas.openxmlformats.org/officeDocument/2006/relationships/font" Target="fonts/OpenSans-bold.fntdata" /><Relationship Id="rId41" Type="http://customschemas.google.com/relationships/presentationmetadata" Target="metadata" /><Relationship Id="rId4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Kiến trúc hai mô hình: YOLO11n và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một dòng hay hai dòng </a:t>
            </a:r>
            <a:r>
              <a:rPr b="1"/>
              <a:t>không do mô hình quyết</a:t>
            </a:r>
            <a:r>
              <a:rPr/>
              <a:t> — suy ra ở bước hậu xử lý theo tỉ lệ khung hình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(phát hiện)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(nhận dạng)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C3k2 +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Cơ chế đặc trưng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SPPF — gộp ngữ cảnh đa tỉ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— transformer có cổng, trên dải cao 64 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Đầu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head, một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— giải mã chuỗi không cần nhãn từng vạch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2,6M tham số</a:t>
                      </a:r>
                      <a:r>
                        <a:rPr/>
                        <a:t> · 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4,5 MB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= </a:t>
                      </a:r>
                      <a:r>
                        <a:rPr b="1"/>
                        <a:t>0,9829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1 − CER = </a:t>
                      </a:r>
                      <a:r>
                        <a:rPr b="1"/>
                        <a:t>94,83%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2026-08-31T13:06:16Z</dcterms:created>
  <dcterms:modified xsi:type="dcterms:W3CDTF">2026-08-31T13:06:16Z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