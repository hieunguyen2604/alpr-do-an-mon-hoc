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</a:t>
            </a:r>
          </a:p>
        </p:txBody>
      </p:sp>
      <p:pic>
        <p:nvPicPr>
          <p:cNvPr descr="figures/fig-mon-hoc-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riêng biển một dòng đạt 0,9541</a:t>
            </a:r>
          </a:p>
        </p:txBody>
      </p:sp>
      <p:pic>
        <p:nvPicPr>
          <p:cNvPr descr="figures/fig-mon-hoc-kp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descr="figures/fig-mon-hoc-dongg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mAP@0.5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Chưa đạt: đọc đúng cả chuỗi </a:t>
            </a:r>
            <a:r>
              <a:rPr b="1"/>
              <a:t>0,7701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2026-08-31T13:03:53Z</dcterms:created>
  <dcterms:modified xsi:type="dcterms:W3CDTF">2026-08-31T13:03:53Z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