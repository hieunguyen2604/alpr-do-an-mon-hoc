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Nguyễn Thế Châu — 25410004 · Nguyễn Công Hậu — 25410006</a:t>
            </a:r>
            <a:br/>
            <a:r>
              <a:rPr/>
              <a:t>Nguyễn Minh Hiếu — 25410007 · Phạm Công Thành — 25410013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một dòng đạt 0,9541 sau hậu xử lý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luật suy từ hình dạng chỉ phủ 2/10 cặp nhầm phổ biến nhất</a:t>
            </a:r>
            <a:r>
              <a:rPr/>
              <a:t>; bảng trích từ ma trận đo được phủ </a:t>
            </a:r>
            <a:r>
              <a:rPr b="1"/>
              <a:t>4/10</a:t>
            </a:r>
            <a:r>
              <a:rPr/>
              <a:t> và thêm </a:t>
            </a:r>
            <a:r>
              <a:rPr b="1"/>
              <a:t>53 biển đúng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2324100"/>
            <a:ext cx="81534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Mở rộng bảng ánh xạ từ ma trận nhầm lẫn khi có thêm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Vòng đầu đã +53 biển; 5 cặp còn lại chưa đủ bằng chứng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mAP@0.5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Điểm nghẽn còn lại: </a:t>
            </a:r>
            <a:r>
              <a:rPr b="1"/>
              <a:t>biển hai dòng</a:t>
            </a:r>
            <a:r>
              <a:rPr/>
              <a:t> (S₁ = 0,7234)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Nguyễn Thế Châu — 25410004 · Nguyễn Công Hậu — 25410006; Nguyễn Minh Hiếu — 25410007 · Phạm Công Thành — 25410013</dc:creator>
  <cp:keywords/>
  <dcterms:created xsi:type="dcterms:W3CDTF">2026-09-03T07:27:25Z</dcterms:created>
  <dcterms:modified xsi:type="dcterms:W3CDTF">2026-09-03T07:27:25Z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