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209800"/>
            <a:ext cx="10582275" cy="39624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54400" y="2209800"/>
            <a:ext cx="51816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209800"/>
            <a:ext cx="42799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EasyOCR / Tesseract:</a:t>
                      </a:r>
                      <a:r>
                        <a:rPr/>
                        <a:t> Tesseract vỡ khi crop nhỏ; EasyOCR cực chậm trên CPU (2–3s/ảnh)• </a:t>
                      </a:r>
                      <a:r>
                        <a:rPr b="1"/>
                        <a:t>Vs PP-OCRv5 Server:</a:t>
                      </a:r>
                      <a:r>
                        <a:rPr/>
                        <a:t> Bản Server nặng (~100 MB), trễ gấp 4× trên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siêu nhẹ (4,5 MB), đúng ký tự 94,5%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90900" y="2209800"/>
            <a:ext cx="5334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2209800"/>
            <a:ext cx="4203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83000" y="2209800"/>
            <a:ext cx="47371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2209800"/>
            <a:ext cx="56134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Chống rò rỉ 100%:</a:t>
            </a:r>
            <a:r>
              <a:rPr/>
              <a:t> Băm tri giác (pHash) lọc ảnh trùng lặp gần đúng giữa Train–Test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Đảm bảo đánh giá độc lập hoàn toàn, không bị mAP ảo do rò rỉ dữ liệu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79800" y="2209800"/>
            <a:ext cx="5156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2209800"/>
            <a:ext cx="6337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16200" y="2209800"/>
            <a:ext cx="6858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32200" y="2209800"/>
            <a:ext cx="4838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là OCR (</a:t>
            </a:r>
            <a:r>
              <a:rPr b="1"/>
              <a:t>64,3%</a:t>
            </a:r>
            <a:r>
              <a:rPr/>
              <a:t>) nhưng </a:t>
            </a:r>
            <a:r>
              <a:rPr b="1"/>
              <a:t>không áp đảo</a:t>
            </a:r>
            <a:r>
              <a:rPr/>
              <a:t> — detector chiếm 34,0%, nên tăng tốc nó vẫn đáng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Ước lượng Phase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2209800"/>
            <a:ext cx="7924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và lớp biển số (1 dòng / 2 dòng)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2026-08-03T18:11:05Z</dcterms:created>
  <dcterms:modified xsi:type="dcterms:W3CDTF">2026-08-03T18:11:05Z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