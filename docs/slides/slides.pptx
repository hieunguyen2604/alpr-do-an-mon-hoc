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cứu chữa khi đọc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chạy </a:t>
            </a:r>
            <a:r>
              <a:rPr b="1"/>
              <a:t>sau khi đọc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thể làm hỏng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Bậc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Cứu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chỉ chứng minh </a:t>
            </a:r>
            <a:r>
              <a:rPr b="1"/>
              <a:t>bước gộp chạy đúng</a:t>
            </a:r>
            <a:r>
              <a:rPr/>
              <a:t>, không chứng minh tập test sạch: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một cột làm nên đóng góp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</a:t>
            </a:r>
            <a:r>
              <a:rPr b="1"/>
              <a:t>cả hai</a:t>
            </a:r>
            <a:r>
              <a:rPr/>
              <a:t> chuỗi trên </a:t>
            </a:r>
            <a:r>
              <a:rPr b="1"/>
              <a:t>cùng một bản ghi</a:t>
            </a:r>
            <a:r>
              <a:rPr/>
              <a:t> — 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yếu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0,7234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đầu-cuối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không đo được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⬜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372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thiệp, một kết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25,4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  <a:r>
              <a:rPr/>
              <a:t> — </a:t>
            </a:r>
            <a:r>
              <a:rPr b="1"/>
              <a:t>dư địa đã cạn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0,7701)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Nút thắt là OCR (</a:t>
            </a:r>
            <a:r>
              <a:rPr b="1"/>
              <a:t>64,3%</a:t>
            </a:r>
            <a:r>
              <a:rPr/>
              <a:t>) nhưng </a:t>
            </a:r>
            <a:r>
              <a:rPr b="1"/>
              <a:t>không áp đảo</a:t>
            </a:r>
            <a:r>
              <a:rPr/>
              <a:t> — detector chiếm 34,0%, nên tăng tốc nó vẫn đáng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Ước lượng Phase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57,27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108,28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168,41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— đuôi mới là chỗ tốn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xong dưới nửa giây; đuôi phải là những ảnh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1.002/1.002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sống sót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dựng và xác minh chạy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chốt hạ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0,7701</a:t>
                      </a:r>
                      <a:r>
                        <a:rPr/>
                        <a:t> · đầu-cuối </a:t>
                      </a:r>
                      <a:r>
                        <a:rPr b="1"/>
                        <a:t>17/22 ảnh toàn cảnh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0,785×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5,257 FPS</a:t>
                      </a:r>
                      <a:r>
                        <a:rPr/>
                        <a:t> </a:t>
                      </a:r>
                      <a:r>
                        <a:rPr i="1"/>
                        <a:t>(sàn 3, mục tiêu 5)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huống, chạy trên máy thật — </a:t>
            </a:r>
            <a:r>
              <a:rPr b="1"/>
              <a:t>không phải video quay sẵn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 thấy điều gì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Đường đi cơ bản, đọc đúng,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Chính chỗ khó nhất, split-then-hstack chạy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lại kết quả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0,7234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đầu-cuối không đo được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bộ dữ liệu nào vừa có ảnh toàn cảnh vừa có chuỗi biển ⇒ đo trên ảnh cắt sẵn, ngoài phân bố bộ phát hiện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OCR là số trên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nguồn công khai nào đủ biển hiếm; nói "0,9483 trên biển số Việt Nam" là </a:t>
                      </a:r>
                      <a:r>
                        <a:rPr b="1"/>
                        <a:t>nói quá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không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đo tổng quát hoá </a:t>
                      </a:r>
                      <a:r>
                        <a:rPr i="1"/>
                        <a:t>trong</a:t>
                      </a:r>
                      <a:r>
                        <a:rPr/>
                        <a:t> phân bố ⇒ mAP lạc quan hơn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yêu cầu mức </a:t>
                      </a:r>
                      <a:r>
                        <a:rPr b="1"/>
                        <a:t>Must</a:t>
                      </a:r>
                      <a:r>
                        <a:rPr/>
                        <a:t> đã đưa ra khỏi phạm vi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gọn cho demo; API thống kê vẫn phục vụ và vẫn có kiểm thử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gỡ đúng nút thắt đã định vị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Việt Nam</a:t>
            </a:r>
          </a:p>
          <a:p>
            <a:pPr lvl="0" indent="0" marL="347663">
              <a:buAutoNum type="arabicPeriod"/>
            </a:pPr>
            <a:r>
              <a:rPr b="1"/>
              <a:t>Gán nhãn chuỗi cho ảnh hiện trường</a:t>
            </a:r>
            <a:r>
              <a:rPr/>
              <a:t> ⇒ đo được số đầu-cuối đúng cách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Tập test </a:t>
            </a:r>
            <a:r>
              <a:rPr b="1"/>
              <a:t>xuyên bộ dữ liệu</a:t>
            </a:r>
            <a:r>
              <a:rPr/>
              <a:t> — đo tổng quát hoá ngoài phân bố</a:t>
            </a:r>
          </a:p>
          <a:p>
            <a:pPr lvl="0" indent="0" marL="347663">
              <a:buAutoNum startAt="3" type="arabicPeriod"/>
            </a:pPr>
            <a:r>
              <a:rPr/>
              <a:t>Xuất ONNX / OpenVINO để hạ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Đã làm được</a:t>
            </a:r>
          </a:p>
          <a:p>
            <a:pPr lvl="0"/>
            <a:r>
              <a:rPr/>
              <a:t>Hệ thống </a:t>
            </a:r>
            <a:r>
              <a:rPr b="1"/>
              <a:t>5 tầng chạy thật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— </a:t>
            </a:r>
            <a:r>
              <a:rPr b="1"/>
              <a:t>+13,28 điểm</a:t>
            </a:r>
            <a:r>
              <a:rPr/>
              <a:t>, đo tách bạch</a:t>
            </a:r>
          </a:p>
          <a:p>
            <a:pPr lvl="0"/>
            <a:r>
              <a:rPr b="1"/>
              <a:t>1.002/1.002 kiểm thử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 indent="0" marL="0">
              <a:buNone/>
            </a:pPr>
            <a:r>
              <a:rPr b="1"/>
              <a:t>Đóng góp học thuật</a:t>
            </a:r>
          </a:p>
          <a:p>
            <a:pPr lvl="0"/>
            <a:r>
              <a:rPr/>
              <a:t>Hai con số 1 dòng / 2 dòng </a:t>
            </a:r>
            <a:r>
              <a:rPr b="1"/>
              <a:t>tách bạch trên cùng một hệ thống</a:t>
            </a:r>
          </a:p>
          <a:p>
            <a:pPr lvl="0"/>
            <a:r>
              <a:rPr/>
              <a:t>Quy trình đo </a:t>
            </a:r>
            <a:r>
              <a:rPr b="1"/>
              <a:t>tự bắt được lỗi của chính nó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Em xin cảm ơn thầy cô đã lắng nghe.</a:t>
            </a:r>
          </a:p>
          <a:p>
            <a:pPr lvl="0" indent="0" marL="0">
              <a:buNone/>
            </a:pPr>
            <a:r>
              <a:rPr b="1"/>
              <a:t>Em sẵn sàng nhận câu hỏi.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của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  <a:r>
                        <a:rPr/>
                        <a:t>; bố cục một/hai dòng được suy ra ở bước hậu xử lý theo tỷ lệ khung hình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94,54%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372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mAP@0,5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2026-08-14T06:54:19Z</dcterms:created>
  <dcterms:modified xsi:type="dcterms:W3CDTF">2026-08-14T06:54:19Z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