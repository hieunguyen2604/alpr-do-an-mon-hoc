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độc lập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không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⬜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17/22 ảnh toàn cảnh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Kết quả đạt được</a:t>
            </a:r>
          </a:p>
          <a:p>
            <a:pPr lvl="0"/>
            <a:r>
              <a:rPr/>
              <a:t>Hệ thống </a:t>
            </a:r>
            <a:r>
              <a:rPr b="1"/>
              <a:t>5 tầng hoạt động hoàn chỉnh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giúp tăng </a:t>
            </a:r>
            <a:r>
              <a:rPr b="1"/>
              <a:t>+13,28 điểm</a:t>
            </a:r>
            <a:r>
              <a:rPr/>
              <a:t>, đo đạc độc lập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Giá trị học thuật và thực tiễn</a:t>
            </a:r>
          </a:p>
          <a:p>
            <a:pPr lvl="0"/>
            <a:r>
              <a:rPr/>
              <a:t>Định lượng độc lập hiệu năng biển 1 dòng / 2 dòng trên cùng một hệ thống</a:t>
            </a:r>
          </a:p>
          <a:p>
            <a:pPr lvl="0"/>
            <a:r>
              <a:rPr/>
              <a:t>Chuẩn hóa theo căn cứ pháp lý mới nhất (</a:t>
            </a:r>
            <a:r>
              <a:rPr b="1"/>
              <a:t>TT 79/2024</a:t>
            </a:r>
            <a:r>
              <a:rPr/>
              <a:t>, </a:t>
            </a:r>
            <a:r>
              <a:rPr b="1"/>
              <a:t>TT 51/2025</a:t>
            </a:r>
            <a:r>
              <a:rPr/>
              <a:t>, </a:t>
            </a:r>
            <a:r>
              <a:rPr b="1"/>
              <a:t>QCVN 08:2024</a:t>
            </a:r>
            <a:r>
              <a:rPr/>
              <a:t>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2026-08-16T04:54:40Z</dcterms:created>
  <dcterms:modified xsi:type="dcterms:W3CDTF">2026-08-16T04:54:40Z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