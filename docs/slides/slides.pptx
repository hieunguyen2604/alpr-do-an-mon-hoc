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</p:sldIdLst>
  <p:sldSz cx="12192000" cy="6858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Open Sans"/>
      <p:regular r:id="rId37"/>
      <p:bold r:id="rId38"/>
      <p:italic r:id="rId39"/>
      <p:boldItalic r:id="rId4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4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34" Type="http://schemas.openxmlformats.org/officeDocument/2006/relationships/font" Target="fonts/Roboto-bold.fntdata" /><Relationship Id="rId33" Type="http://schemas.openxmlformats.org/officeDocument/2006/relationships/font" Target="fonts/Roboto-regular.fntdata" /><Relationship Id="rId36" Type="http://schemas.openxmlformats.org/officeDocument/2006/relationships/font" Target="fonts/Roboto-boldItalic.fntdata" /><Relationship Id="rId35" Type="http://schemas.openxmlformats.org/officeDocument/2006/relationships/font" Target="fonts/Roboto-italic.fntdata" /><Relationship Id="rId37" Type="http://schemas.openxmlformats.org/officeDocument/2006/relationships/font" Target="fonts/OpenSans-regular.fntdata" /><Relationship Id="rId39" Type="http://schemas.openxmlformats.org/officeDocument/2006/relationships/font" Target="fonts/OpenSans-italic.fntdata" /><Relationship Id="rId38" Type="http://schemas.openxmlformats.org/officeDocument/2006/relationships/font" Target="fonts/OpenSans-bold.fntdata" /><Relationship Id="rId41" Type="http://customschemas.google.com/relationships/presentationmetadata" Target="metadata" /><Relationship Id="rId4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</a:t>
            </a:r>
            <a:r>
              <a:rPr b="1"/>
              <a:t>OCR (60,8%)</a:t>
            </a:r>
            <a:r>
              <a:rPr/>
              <a:t>; tầng phát hiện chiếm </a:t>
            </a:r>
            <a:r>
              <a:rPr b="1"/>
              <a:t>38,0%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1,78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55,66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38,0%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89,16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60,8%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và hướng phát triển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 hạn chế chính</a:t>
            </a:r>
            <a:r>
              <a:rPr/>
              <a:t> — và hướng xử lý tương ứng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OCR biển 2 dòng còn thấp</a:t>
                      </a:r>
                      <a:r>
                        <a:rPr/>
                        <a:t> — 0,7234 so với 0,9541 của biển 1 dòng, mà biển 2 dòng chiếm 79,8% tập nhãn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lại bộ nhận dạng riêng cho biển số Việt Nam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Nhãn ảnh hiện trường do mô hình sinh, không phải người gán</a:t>
                      </a:r>
                      <a:r>
                        <a:rPr/>
                        <a:t> — A7 = 56,3% phải đọc kèm hạn chế này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Xây dựng bộ nhãn chuỗi do người gán cho ảnh toàn cảnh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Chưa đánh giá xuyên bộ dữ liệu</a:t>
                      </a:r>
                      <a:r>
                        <a:rPr/>
                        <a:t> — giữ nguyên một nguồn không dùng để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Dựng tập test xuyên bộ để đo tổng quát hoá ngoài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 — </a:t>
            </a:r>
            <a:r>
              <a:rPr b="1"/>
              <a:t>644 ca sai trên 2.801 biển (22,99%)</a:t>
            </a:r>
            <a:r>
              <a:rPr/>
              <a:t>, khớp đúng 1 − A6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  <a:r>
                        <a:rPr/>
                        <a:t> </a:t>
                      </a:r>
                      <a:r>
                        <a:rPr i="1"/>
                        <a:t>(thay thế)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60,87%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11,80%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3,11%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Trả chuỗi rỗng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1,55%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Hỗn hợp nhiều loại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22,67%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618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Kiến trúc hai mô hình: YOLO11n và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một dòng hay hai dòng </a:t>
            </a:r>
            <a:r>
              <a:rPr b="1"/>
              <a:t>không do mô hình quyết</a:t>
            </a:r>
            <a:r>
              <a:rPr/>
              <a:t> — suy ra ở bước hậu xử lý theo tỉ lệ khung hình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(phát hiện)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(nhận dạng)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C3k2 +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Cơ chế đặc trưng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SPPF — gộp ngữ cảnh đa tỉ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— transformer có cổng, trên dải cao 64 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Đầu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head, một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— giải mã chuỗi không cần nhãn từng vạch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2,6M tham số</a:t>
                      </a:r>
                      <a:r>
                        <a:rPr/>
                        <a:t> · 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4,5 MB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mAP@0.5 = </a:t>
                      </a:r>
                      <a:r>
                        <a:rPr b="1"/>
                        <a:t>0,9829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1 − CER = </a:t>
                      </a:r>
                      <a:r>
                        <a:rPr b="1"/>
                        <a:t>94,83%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2026-08-31T08:06:54Z</dcterms:created>
  <dcterms:modified xsi:type="dcterms:W3CDTF">2026-08-31T08:06:54Z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