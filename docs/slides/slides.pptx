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34,2%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59,83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112,55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175,24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2026-08-22T14:34:31Z</dcterms:created>
  <dcterms:modified xsi:type="dcterms:W3CDTF">2026-08-22T14:34:31Z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