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13/2025 · TT 51/2025</a:t>
            </a:r>
            <a:r>
              <a:rPr/>
              <a:t> — sửa đổi TT 79/2024 · phụ lục mã tỉnh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34,2%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59,83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112,55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175,24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1.002/1.002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0,785×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5,257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1.002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1.002/1.002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94,83%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1.002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2026-08-22T15:31:18Z</dcterms:created>
  <dcterms:modified xsi:type="dcterms:W3CDTF">2026-08-22T15:31:18Z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