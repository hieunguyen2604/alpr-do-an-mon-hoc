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độ trễ 406 ms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nằm ở tầng đọc chữ (73,9%) — </a:t>
            </a:r>
            <a:r>
              <a:rPr b="1"/>
              <a:t>i5-14600K · 20 luồng CPU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 Phát hiện </a:t>
                      </a:r>
                      <a:r>
                        <a:rPr i="1"/>
                        <a:t>(YOLO11n)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 Tách dòng </a:t>
                      </a:r>
                      <a:r>
                        <a:rPr i="1"/>
                        <a:t>(split-then-hstack)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 Nhận dạng chữ </a:t>
                      </a:r>
                      <a:r>
                        <a:rPr i="1"/>
                        <a:t>(PaddleOCR)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73.9%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 Hậu xử lý &amp; API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CHỜ CHO 1 ẢNH (p50)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3 nguyên nhân dẫn đến 24,88% chuỗi đọc chưa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Ví dụ &amp; 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Cặp ký tự tương đồng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46,2%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Nhầm </a:t>
                      </a:r>
                      <a:r>
                        <a:rPr>
                          <a:latin typeface="Courier"/>
                        </a:rPr>
                        <a:t>8 ↔ B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0 ↔ D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5 ↔ S</a:t>
                      </a:r>
                      <a:r>
                        <a:rPr/>
                        <a:t> do độ phân giải ảnh crop thấp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bị mất nét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31,5%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Vùng crop dòng 1 mờ/bị đinh ốc che ⇒ PaddleOCR bỏ sót seri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hiếm &amp; Biển màu đặc thù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22,3%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vàng/xanh/ngoại giao chiếm &lt;2,3% tập nhãn ⇒ thiếu mẫu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Cấu hình huấn luyện mô hình YOLO11n trên CPU </a:t>
            </a:r>
            <a:r>
              <a:rPr i="1"/>
              <a:t>(seed cố định, PyTorch)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 (Loss)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Kết quả hội tụ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Image Size (</a:t>
                      </a: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  <a:r>
                        <a:rPr/>
                        <a:t> </a:t>
                      </a:r>
                      <a:r>
                        <a:rPr i="1"/>
                        <a:t>(Bounding Box)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0,642 → 0,315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Epochs / Batch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 / 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  <a:r>
                        <a:rPr/>
                        <a:t> </a:t>
                      </a:r>
                      <a:r>
                        <a:rPr i="1"/>
                        <a:t>(Classification)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0,812 → 0,204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Learning Rate (</a:t>
                      </a:r>
                      <a:r>
                        <a:rPr b="1">
                          <a:latin typeface="Courier"/>
                        </a:rPr>
                        <a:t>lr0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  <a:r>
                        <a:rPr/>
                        <a:t> </a:t>
                      </a:r>
                      <a:r>
                        <a:rPr i="1"/>
                        <a:t>(Distribution Focal)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0,911 → 0,412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Optimizer &amp; Momentum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SGD · 0.937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thời gian train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10,1 giờ (CPU)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2026-08-03T16:02:22Z</dcterms:created>
  <dcterms:modified xsi:type="dcterms:W3CDTF">2026-08-03T16:02:22Z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