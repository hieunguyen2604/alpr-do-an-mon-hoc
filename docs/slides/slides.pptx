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EasyOCR / Tesseract:</a:t>
                      </a:r>
                      <a:r>
                        <a:rPr/>
                        <a:t> Tesseract vỡ khi crop nhỏ; EasyOCR cực chậm trên CPU (2–3s/ảnh)• </a:t>
                      </a:r>
                      <a:r>
                        <a:rPr b="1"/>
                        <a:t>Vs PP-OCRv5 Server:</a:t>
                      </a:r>
                      <a:r>
                        <a:rPr/>
                        <a:t> Bản Server nặng (~100 MB), trễ gấp 4× trên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siêu nhẹ (4,5 MB), đúng ký tự 94,5%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Chống rò rỉ 100%:</a:t>
            </a:r>
            <a:r>
              <a:rPr/>
              <a:t> Băm tri giác (pHash) lọc ảnh trùng lặp gần đúng giữa Train–Test — </a:t>
            </a:r>
            <a:r>
              <a:rPr b="1"/>
              <a:t>9.126 cặp → 0</a:t>
            </a:r>
          </a:p>
          <a:p>
            <a:pPr lvl="0" indent="0" marL="0">
              <a:buNone/>
            </a:pPr>
            <a:r>
              <a:rPr/>
              <a:t>⇒ Đảm bảo đánh giá độc lập hoàn toàn, không bị mAP ảo do rò rỉ dữ liệu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  <a:r>
              <a:rPr/>
              <a:t> — 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 — nói thẳng phần chưa đạt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0,6996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đầu-cuối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319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25,4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  <a:r>
              <a:rPr/>
              <a:t> — </a:t>
            </a:r>
            <a:r>
              <a:rPr b="1"/>
              <a:t>dư địa đã cạn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0,7512)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Nút thắt là OCR (</a:t>
            </a:r>
            <a:r>
              <a:rPr b="1"/>
              <a:t>64,3%</a:t>
            </a:r>
            <a:r>
              <a:rPr/>
              <a:t>) nhưng </a:t>
            </a:r>
            <a:r>
              <a:rPr b="1"/>
              <a:t>không áp đảo</a:t>
            </a:r>
            <a:r>
              <a:rPr/>
              <a:t> — detector chiếm 34,0%, nên tăng tốc nó vẫn đáng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Ước lượng Phase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168,41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1.000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sống sót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0,7512</a:t>
                      </a:r>
                      <a:r>
                        <a:rPr/>
                        <a:t> · đầu-cuối </a:t>
                      </a:r>
                      <a:r>
                        <a:rPr b="1"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0,746×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2,379 FPS</a:t>
                      </a:r>
                      <a:r>
                        <a:rPr/>
                        <a:t> </a:t>
                      </a:r>
                      <a:r>
                        <a:rPr i="1"/>
                        <a:t>(sàn 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 — nói thẳng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0,6996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đầu-cuối 0,5552 không đại diện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OCR là số trên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nguồn công khai nào đủ biển hiếm; nói "0,9454 trên biển số Việt Nam" là </a:t>
                      </a:r>
                      <a:r>
                        <a:rPr b="1"/>
                        <a:t>nói quá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số đầu-cuối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+11,39 điểm</a:t>
            </a:r>
            <a:r>
              <a:rPr/>
              <a:t>, đo tách bạch</a:t>
            </a:r>
          </a:p>
          <a:p>
            <a:pPr lvl="0"/>
            <a:r>
              <a:rPr b="1"/>
              <a:t>1.000 kiểm thử</a:t>
            </a:r>
            <a:r>
              <a:rPr/>
              <a:t> đạt · bao phủ tầng nghiệp vụ 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</a:t>
            </a:r>
          </a:p>
          <a:p>
            <a:pPr lvl="0" indent="0" marL="0">
              <a:buNone/>
            </a:pPr>
            <a:r>
              <a:rPr b="1"/>
              <a:t>Em sẵn sàng nhận câu hỏi.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và lớp biển số (1 dòng / 2 dòng)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94,54%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319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mAP@0,5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0,7512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2026-08-04T15:21:33Z</dcterms:created>
  <dcterms:modified xsi:type="dcterms:W3CDTF">2026-08-04T15:21:33Z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