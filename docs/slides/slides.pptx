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không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⬜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1.002/1.002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17/22 ảnh toàn cảnh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0,785×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5,257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1.002/1.002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2026-08-16T06:25:57Z</dcterms:created>
  <dcterms:modified xsi:type="dcterms:W3CDTF">2026-08-16T06:25:57Z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