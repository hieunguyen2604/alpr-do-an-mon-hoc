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chỉ chứng minh </a:t>
            </a:r>
            <a:r>
              <a:rPr b="1"/>
              <a:t>bước gộp chạy đúng</a:t>
            </a:r>
            <a:r>
              <a:rPr/>
              <a:t>, không chứng minh tập test sạch: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2026-08-14T03:32:07Z</dcterms:created>
  <dcterms:modified xsi:type="dcterms:W3CDTF">2026-08-14T03:32:07Z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