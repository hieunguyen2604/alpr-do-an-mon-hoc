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</p:sldIdLst>
  <p:sldSz cx="12192000" cy="6858000"/>
  <p:notesSz cx="6858000" cy="9144000"/>
  <p:embeddedFontLst>
    <p:embeddedFont>
      <p:font typeface="Roboto"/>
      <p:regular r:id="rId37"/>
      <p:bold r:id="rId38"/>
      <p:italic r:id="rId39"/>
      <p:boldItalic r:id="rId40"/>
    </p:embeddedFont>
    <p:embeddedFont>
      <p:font typeface="Open Sans"/>
      <p:regular r:id="rId41"/>
      <p:bold r:id="rId42"/>
      <p:italic r:id="rId43"/>
      <p:boldItalic r:id="rId44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5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8" Type="http://schemas.openxmlformats.org/officeDocument/2006/relationships/font" Target="fonts/Roboto-bold.fntdata" /><Relationship Id="rId37" Type="http://schemas.openxmlformats.org/officeDocument/2006/relationships/font" Target="fonts/Roboto-regular.fntdata" /><Relationship Id="rId40" Type="http://schemas.openxmlformats.org/officeDocument/2006/relationships/font" Target="fonts/Roboto-boldItalic.fntdata" /><Relationship Id="rId39" Type="http://schemas.openxmlformats.org/officeDocument/2006/relationships/font" Target="fonts/Roboto-italic.fntdata" /><Relationship Id="rId41" Type="http://schemas.openxmlformats.org/officeDocument/2006/relationships/font" Target="fonts/OpenSans-regular.fntdata" /><Relationship Id="rId43" Type="http://schemas.openxmlformats.org/officeDocument/2006/relationships/font" Target="fonts/OpenSans-italic.fntdata" /><Relationship Id="rId42" Type="http://schemas.openxmlformats.org/officeDocument/2006/relationships/font" Target="fonts/OpenSans-bold.fntdata" /><Relationship Id="rId45" Type="http://customschemas.google.com/relationships/presentationmetadata" Target="metadata" /><Relationship Id="rId44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2026-08-02T07:36:55Z</dcterms:created>
  <dcterms:modified xsi:type="dcterms:W3CDTF">2026-08-02T07:36:55Z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