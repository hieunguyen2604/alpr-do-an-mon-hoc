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</p:sldIdLst>
  <p:sldSz cx="12192000" cy="6858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Open Sans"/>
      <p:regular r:id="rId42"/>
      <p:bold r:id="rId43"/>
      <p:italic r:id="rId44"/>
      <p:boldItalic r:id="rId45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9" Type="http://schemas.openxmlformats.org/officeDocument/2006/relationships/font" Target="fonts/Roboto-bold.fntdata" /><Relationship Id="rId38" Type="http://schemas.openxmlformats.org/officeDocument/2006/relationships/font" Target="fonts/Roboto-regular.fntdata" /><Relationship Id="rId41" Type="http://schemas.openxmlformats.org/officeDocument/2006/relationships/font" Target="fonts/Roboto-boldItalic.fntdata" /><Relationship Id="rId40" Type="http://schemas.openxmlformats.org/officeDocument/2006/relationships/font" Target="fonts/Roboto-italic.fntdata" /><Relationship Id="rId42" Type="http://schemas.openxmlformats.org/officeDocument/2006/relationships/font" Target="fonts/OpenSans-regular.fntdata" /><Relationship Id="rId44" Type="http://schemas.openxmlformats.org/officeDocument/2006/relationships/font" Target="fonts/OpenSans-italic.fntdata" /><Relationship Id="rId43" Type="http://schemas.openxmlformats.org/officeDocument/2006/relationships/font" Target="fonts/OpenSans-bold.fntdata" /><Relationship Id="rId46" Type="http://customschemas.google.com/relationships/presentationmetadata" Target="metadata" /><Relationship Id="rId45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2026-08-02T09:12:30Z</dcterms:created>
  <dcterms:modified xsi:type="dcterms:W3CDTF">2026-08-02T09:12:30Z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