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1.001/1.002 kiểm thử tự động</a:t>
            </a:r>
            <a:r>
              <a:rPr/>
              <a:t> đạt </a:t>
            </a:r>
            <a:r>
              <a:rPr i="1"/>
              <a:t>(1 </a:t>
            </a:r>
            <a:r>
              <a:rPr i="1">
                <a:latin typeface="Courier"/>
              </a:rPr>
              <a:t>xfail</a:t>
            </a:r>
            <a:r>
              <a:rPr i="1"/>
              <a:t> có mô tả)</a:t>
            </a:r>
            <a:r>
              <a:rPr/>
              <a:t>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1.001/1.002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2026-08-13T06:43:42Z</dcterms:created>
  <dcterms:modified xsi:type="dcterms:W3CDTF">2026-08-13T06:43:42Z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