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fntdata" ContentType="application/x-fontdata"/>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ahyp="http://schemas.microsoft.com/office/drawing/2018/hyperlinkcolor" xmlns:c="http://schemas.openxmlformats.org/drawingml/2006/chart" xmlns:com="http://schemas.openxmlformats.org/drawingml/2006/compatibility" xmlns:dgm="http://schemas.openxmlformats.org/drawingml/2006/diagram" xmlns:mc="http://schemas.openxmlformats.org/markup-compatibility/2006" xmlns:mv="urn:schemas-microsoft-com:mac:vml" xmlns:o="urn:schemas-microsoft-com:office:office" xmlns:p="http://schemas.openxmlformats.org/presentationml/2006/main" xmlns:p14="http://schemas.microsoft.com/office/powerpoint/2010/main" xmlns:p15="http://schemas.microsoft.com/office/powerpoint/2012/main" xmlns:pvml="urn:schemas-microsoft-com:office:powerpoint" xmlns:r="http://schemas.openxmlformats.org/officeDocument/2006/relationships" xmlns:v="urn:schemas-microsoft-com:vml" autoCompressPictures="0" embedTrueTypeFonts="1" saveSubsetFonts="1" strictFirstAndLastChars="0">
  <p:sldMasterIdLst>
    <p:sldMasterId id="2147483648"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Lst>
  <p:sldSz cx="12192000" cy="6858000"/>
  <p:notesSz cx="6858000" cy="9144000"/>
  <p:embeddedFontLst>
    <p:embeddedFont>
      <p:font typeface="Roboto"/>
      <p:regular r:id="rId57"/>
      <p:bold r:id="rId58"/>
      <p:italic r:id="rId59"/>
      <p:boldItalic r:id="rId60"/>
    </p:embeddedFont>
    <p:embeddedFont>
      <p:font typeface="Open Sans"/>
      <p:regular r:id="rId61"/>
      <p:bold r:id="rId62"/>
      <p:italic r:id="rId63"/>
      <p:boldItalic r:id="rId64"/>
    </p:embeddedFont>
  </p:embeddedFontLst>
  <p:defaultText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defaultTextStyle>
  <p:extLst>
    <p:ext uri="GoogleSlidesCustomDataVersion2">
      <go:slidesCustomData xmlns:go="http://customooxmlschemas.google.com/" roundtripDataSignature="AMtx7mhu5dURU4INwSlvEO7StWDXKr50jg==" r:id="rId65"/>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BEF19B-5B1D-4A26-B267-ECC71EF7E2D4}">
  <a:tblStyle styleId="{45BEF19B-5B1D-4A26-B267-ECC71EF7E2D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E219758-DFE7-4E60-9379-781288D8A987}" styleName="Table_1">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FBEBEB"/>
          </a:solidFill>
        </a:fill>
      </a:tcStyle>
    </a:wholeTbl>
    <a:band1H>
      <a:tcTxStyle/>
      <a:tcStyle>
        <a:fill>
          <a:solidFill>
            <a:srgbClr val="F8D4D4"/>
          </a:solidFill>
        </a:fill>
      </a:tcStyle>
    </a:band1H>
    <a:band2H>
      <a:tcTxStyle/>
    </a:band2H>
    <a:band1V>
      <a:tcTxStyle/>
      <a:tcStyle>
        <a:fill>
          <a:solidFill>
            <a:srgbClr val="F8D4D4"/>
          </a:solidFill>
        </a:fill>
      </a:tcStyle>
    </a:band1V>
    <a:band2V>
      <a:tcTxStyle/>
    </a:band2V>
    <a:lastCol>
      <a:tcTxStyle b="on" i="off">
        <a:font>
          <a:latin typeface="Calibri"/>
          <a:ea typeface="Calibri"/>
          <a:cs typeface="Calibri"/>
        </a:font>
        <a:schemeClr val="lt1"/>
      </a:tcTxStyle>
      <a:tcStyle>
        <a:fill>
          <a:solidFill>
            <a:schemeClr val="accent3"/>
          </a:solidFill>
        </a:fill>
      </a:tcStyle>
    </a:lastCol>
    <a:firstCol>
      <a:tcTxStyle b="on" i="off">
        <a:font>
          <a:latin typeface="Calibri"/>
          <a:ea typeface="Calibri"/>
          <a:cs typeface="Calibri"/>
        </a:font>
        <a:schemeClr val="lt1"/>
      </a:tcTxStyle>
      <a:tcStyle>
        <a:fill>
          <a:solidFill>
            <a:schemeClr val="accent3"/>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3"/>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3"/>
          </a:solidFill>
        </a:fill>
      </a:tcStyle>
    </a:firstRow>
    <a:neCell>
      <a:tcTxStyle/>
    </a:neCell>
    <a:nwCell>
      <a:tcTxStyle/>
    </a:nwCell>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slide" Target="slides/slide51.xml" /><Relationship Id="rId56" Type="http://schemas.openxmlformats.org/officeDocument/2006/relationships/slide" Target="slides/slide52.xml" /><Relationship Id="rId1" Type="http://schemas.openxmlformats.org/officeDocument/2006/relationships/theme" Target="theme/theme1.xml" /><Relationship Id="rId2" Type="http://schemas.openxmlformats.org/officeDocument/2006/relationships/presProps" Target="presProps.xml" /><Relationship Id="rId3" Type="http://schemas.openxmlformats.org/officeDocument/2006/relationships/tableStyles" Target="tableStyles.xml" /><Relationship Id="rId4" Type="http://schemas.openxmlformats.org/officeDocument/2006/relationships/slideMaster" Target="slideMasters/slideMaster1.xml" /><Relationship Id="rId58" Type="http://schemas.openxmlformats.org/officeDocument/2006/relationships/font" Target="fonts/Roboto-bold.fntdata" /><Relationship Id="rId57" Type="http://schemas.openxmlformats.org/officeDocument/2006/relationships/font" Target="fonts/Roboto-regular.fntdata" /><Relationship Id="rId60" Type="http://schemas.openxmlformats.org/officeDocument/2006/relationships/font" Target="fonts/Roboto-boldItalic.fntdata" /><Relationship Id="rId59" Type="http://schemas.openxmlformats.org/officeDocument/2006/relationships/font" Target="fonts/Roboto-italic.fntdata" /><Relationship Id="rId61" Type="http://schemas.openxmlformats.org/officeDocument/2006/relationships/font" Target="fonts/OpenSans-regular.fntdata" /><Relationship Id="rId63" Type="http://schemas.openxmlformats.org/officeDocument/2006/relationships/font" Target="fonts/OpenSans-italic.fntdata" /><Relationship Id="rId62" Type="http://schemas.openxmlformats.org/officeDocument/2006/relationships/font" Target="fonts/OpenSans-bold.fntdata" /><Relationship Id="rId65" Type="http://customschemas.google.com/relationships/presentationmetadata" Target="metadata" /><Relationship Id="rId64" Type="http://schemas.openxmlformats.org/officeDocument/2006/relationships/font" Target="fonts/OpenSans-boldItalic.fntdata"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êu đề">
  <p:cSld name="Title Slide">
    <p:spTree>
      <p:nvGrpSpPr>
        <p:cNvPr id="15" name="Shape 15"/>
        <p:cNvGrpSpPr/>
        <p:nvPr/>
      </p:nvGrpSpPr>
      <p:grpSpPr>
        <a:xfrm>
          <a:off x="0" y="0"/>
          <a:ext cx="0" cy="0"/>
          <a:chOff x="0" y="0"/>
          <a:chExt cx="0" cy="0"/>
        </a:xfrm>
      </p:grpSpPr>
      <p:sp>
        <p:nvSpPr>
          <p:cNvPr id="16" name="Google Shape;16;p21"/>
          <p:cNvSpPr txBox="1"/>
          <p:nvPr>
            <p:ph idx="11" type="ftr"/>
          </p:nvPr>
        </p:nvSpPr>
        <p:spPr>
          <a:xfrm>
            <a:off x="2353680" y="6480629"/>
            <a:ext cx="4288103" cy="23677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21"/>
          <p:cNvSpPr/>
          <p:nvPr/>
        </p:nvSpPr>
        <p:spPr>
          <a:xfrm rot="10800000">
            <a:off x="-1" y="0"/>
            <a:ext cx="12192000" cy="6858000"/>
          </a:xfrm>
          <a:custGeom>
            <a:rect b="b" l="l" r="r" t="t"/>
            <a:pathLst>
              <a:path extrusionOk="0" h="6858000" w="12192000">
                <a:moveTo>
                  <a:pt x="12192000" y="304800"/>
                </a:moveTo>
                <a:lnTo>
                  <a:pt x="9909279" y="304800"/>
                </a:lnTo>
                <a:lnTo>
                  <a:pt x="9732789" y="152400"/>
                </a:lnTo>
                <a:lnTo>
                  <a:pt x="5617499" y="152400"/>
                </a:lnTo>
                <a:lnTo>
                  <a:pt x="5441009" y="0"/>
                </a:lnTo>
                <a:lnTo>
                  <a:pt x="12192000" y="0"/>
                </a:lnTo>
                <a:close/>
                <a:moveTo>
                  <a:pt x="0" y="616911"/>
                </a:moveTo>
                <a:lnTo>
                  <a:pt x="0" y="0"/>
                </a:lnTo>
                <a:lnTo>
                  <a:pt x="715617" y="0"/>
                </a:lnTo>
                <a:close/>
                <a:moveTo>
                  <a:pt x="12191999" y="6858000"/>
                </a:moveTo>
                <a:lnTo>
                  <a:pt x="11476382" y="6858000"/>
                </a:lnTo>
                <a:lnTo>
                  <a:pt x="12191999" y="6241089"/>
                </a:lnTo>
                <a:close/>
                <a:moveTo>
                  <a:pt x="6750991" y="6858000"/>
                </a:moveTo>
                <a:lnTo>
                  <a:pt x="0" y="6858000"/>
                </a:lnTo>
                <a:lnTo>
                  <a:pt x="0" y="6553200"/>
                </a:lnTo>
                <a:lnTo>
                  <a:pt x="2282721" y="6553200"/>
                </a:lnTo>
                <a:lnTo>
                  <a:pt x="2459211" y="6705600"/>
                </a:lnTo>
                <a:lnTo>
                  <a:pt x="6574500" y="6705600"/>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8" name="Google Shape;18;p21"/>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nvGrpSpPr>
          <p:cNvPr id="19" name="Google Shape;19;p21"/>
          <p:cNvGrpSpPr/>
          <p:nvPr/>
        </p:nvGrpSpPr>
        <p:grpSpPr>
          <a:xfrm>
            <a:off x="58527" y="40944"/>
            <a:ext cx="2869771" cy="1563379"/>
            <a:chOff x="44879" y="27296"/>
            <a:chExt cx="2869771" cy="1563379"/>
          </a:xfrm>
        </p:grpSpPr>
        <p:cxnSp>
          <p:nvCxnSpPr>
            <p:cNvPr id="20" name="Google Shape;20;p21"/>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21" name="Google Shape;21;p21"/>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22" name="Google Shape;22;p21"/>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23" name="Google Shape;23;p21"/>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nvGrpSpPr>
          <p:cNvPr id="24" name="Google Shape;24;p21"/>
          <p:cNvGrpSpPr/>
          <p:nvPr/>
        </p:nvGrpSpPr>
        <p:grpSpPr>
          <a:xfrm rot="10800000">
            <a:off x="9263702" y="5253677"/>
            <a:ext cx="2869771" cy="1563379"/>
            <a:chOff x="44879" y="27296"/>
            <a:chExt cx="2869771" cy="1563379"/>
          </a:xfrm>
        </p:grpSpPr>
        <p:cxnSp>
          <p:nvCxnSpPr>
            <p:cNvPr id="25" name="Google Shape;25;p21"/>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26" name="Google Shape;26;p21"/>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27" name="Google Shape;27;p21"/>
            <p:cNvCxnSpPr/>
            <p:nvPr/>
          </p:nvCxnSpPr>
          <p:spPr>
            <a:xfrm rot="10800000">
              <a:off x="52214" y="654128"/>
              <a:ext cx="0" cy="936547"/>
            </a:xfrm>
            <a:prstGeom prst="straightConnector1">
              <a:avLst/>
            </a:prstGeom>
            <a:noFill/>
            <a:ln cap="rnd" cmpd="sng" w="38100">
              <a:solidFill>
                <a:srgbClr val="00C6FF"/>
              </a:solidFill>
              <a:prstDash val="solid"/>
              <a:round/>
              <a:headEnd len="sm" w="sm" type="none"/>
              <a:tailEnd len="sm" w="sm" type="none"/>
            </a:ln>
          </p:spPr>
        </p:cxnSp>
      </p:grpSp>
      <p:sp>
        <p:nvSpPr>
          <p:cNvPr id="28" name="Google Shape;28;p21"/>
          <p:cNvSpPr/>
          <p:nvPr/>
        </p:nvSpPr>
        <p:spPr>
          <a:xfrm flipH="1">
            <a:off x="5441009" y="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 name="Google Shape;29;p21"/>
          <p:cNvSpPr/>
          <p:nvPr/>
        </p:nvSpPr>
        <p:spPr>
          <a:xfrm flipH="1" rot="10800000">
            <a:off x="0" y="655320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descr="A picture containing clipart, vector graphics&#10;&#10;Description automatically generated" id="30" name="Google Shape;30;p21"/>
          <p:cNvPicPr preferRelativeResize="0"/>
          <p:nvPr/>
        </p:nvPicPr>
        <p:blipFill rotWithShape="1">
          <a:blip r:embed="rId3">
            <a:alphaModFix/>
          </a:blip>
          <a:srcRect b="0" l="0" r="0" t="0"/>
          <a:stretch/>
        </p:blipFill>
        <p:spPr>
          <a:xfrm>
            <a:off x="412638" y="362637"/>
            <a:ext cx="544288" cy="450213"/>
          </a:xfrm>
          <a:prstGeom prst="rect">
            <a:avLst/>
          </a:prstGeom>
          <a:noFill/>
          <a:ln>
            <a:noFill/>
          </a:ln>
        </p:spPr>
      </p:pic>
      <p:sp>
        <p:nvSpPr>
          <p:cNvPr id="31" name="Google Shape;31;p21"/>
          <p:cNvSpPr txBox="1"/>
          <p:nvPr/>
        </p:nvSpPr>
        <p:spPr>
          <a:xfrm>
            <a:off x="956926" y="326133"/>
            <a:ext cx="3996607" cy="52322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1400" u="none" cap="none" strike="noStrike">
                <a:solidFill>
                  <a:srgbClr val="000046"/>
                </a:solidFill>
                <a:latin typeface="Arial"/>
                <a:ea typeface="Arial"/>
                <a:cs typeface="Arial"/>
                <a:sym typeface="Arial"/>
              </a:rPr>
              <a:t>ĐẠI HỌC QUỐC GIA TP. HỒ CHÍ MINH</a:t>
            </a:r>
            <a:endParaRPr/>
          </a:p>
          <a:p>
            <a:pPr indent="0" lvl="0" marL="0" marR="0" rtl="0" algn="l">
              <a:spcBef>
                <a:spcPts val="0"/>
              </a:spcBef>
              <a:spcAft>
                <a:spcPts val="0"/>
              </a:spcAft>
              <a:buNone/>
            </a:pPr>
            <a:r>
              <a:rPr b="1" lang="en-US" sz="1400">
                <a:solidFill>
                  <a:srgbClr val="000046"/>
                </a:solidFill>
                <a:latin typeface="Arial"/>
                <a:ea typeface="Arial"/>
                <a:cs typeface="Arial"/>
                <a:sym typeface="Arial"/>
              </a:rPr>
              <a:t>TRƯỜNG ĐẠI HỌC CÔNG NGHỆ THÔNG TIN</a:t>
            </a:r>
            <a:endParaRPr/>
          </a:p>
        </p:txBody>
      </p:sp>
      <p:sp>
        <p:nvSpPr>
          <p:cNvPr id="32" name="Google Shape;32;p21"/>
          <p:cNvSpPr/>
          <p:nvPr/>
        </p:nvSpPr>
        <p:spPr>
          <a:xfrm>
            <a:off x="105836" y="6604291"/>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33" name="Google Shape;33;p21"/>
          <p:cNvSpPr txBox="1"/>
          <p:nvPr>
            <p:ph idx="12" type="sldNum"/>
          </p:nvPr>
        </p:nvSpPr>
        <p:spPr>
          <a:xfrm>
            <a:off x="75604" y="6587552"/>
            <a:ext cx="291600" cy="291600"/>
          </a:xfrm>
          <a:prstGeom prst="rect">
            <a:avLst/>
          </a:prstGeom>
          <a:noFill/>
          <a:ln>
            <a:noFill/>
          </a:ln>
        </p:spPr>
        <p:txBody>
          <a:bodyPr anchorCtr="0" anchor="ctr" bIns="45700" lIns="91425" spcFirstLastPara="1" rIns="91425" wrap="square" tIns="45700">
            <a:noAutofit/>
          </a:bodyPr>
          <a:lstStyle>
            <a:lvl1pPr indent="0" lvl="0" marL="0" marR="0" algn="ctr">
              <a:spcBef>
                <a:spcPts val="0"/>
              </a:spcBef>
              <a:buNone/>
              <a:defRPr b="0" i="0" sz="700" u="none" cap="none" strike="noStrike">
                <a:solidFill>
                  <a:schemeClr val="dk1"/>
                </a:solidFill>
                <a:latin typeface="Arial"/>
                <a:ea typeface="Arial"/>
                <a:cs typeface="Arial"/>
                <a:sym typeface="Arial"/>
              </a:defRPr>
            </a:lvl1pPr>
            <a:lvl2pPr indent="0" lvl="1" marL="0" marR="0" algn="ctr">
              <a:spcBef>
                <a:spcPts val="0"/>
              </a:spcBef>
              <a:buNone/>
              <a:defRPr b="0" i="0" sz="700" u="none" cap="none" strike="noStrike">
                <a:solidFill>
                  <a:schemeClr val="dk1"/>
                </a:solidFill>
                <a:latin typeface="Arial"/>
                <a:ea typeface="Arial"/>
                <a:cs typeface="Arial"/>
                <a:sym typeface="Arial"/>
              </a:defRPr>
            </a:lvl2pPr>
            <a:lvl3pPr indent="0" lvl="2" marL="0" marR="0" algn="ctr">
              <a:spcBef>
                <a:spcPts val="0"/>
              </a:spcBef>
              <a:buNone/>
              <a:defRPr b="0" i="0" sz="700" u="none" cap="none" strike="noStrike">
                <a:solidFill>
                  <a:schemeClr val="dk1"/>
                </a:solidFill>
                <a:latin typeface="Arial"/>
                <a:ea typeface="Arial"/>
                <a:cs typeface="Arial"/>
                <a:sym typeface="Arial"/>
              </a:defRPr>
            </a:lvl3pPr>
            <a:lvl4pPr indent="0" lvl="3" marL="0" marR="0" algn="ctr">
              <a:spcBef>
                <a:spcPts val="0"/>
              </a:spcBef>
              <a:buNone/>
              <a:defRPr b="0" i="0" sz="700" u="none" cap="none" strike="noStrike">
                <a:solidFill>
                  <a:schemeClr val="dk1"/>
                </a:solidFill>
                <a:latin typeface="Arial"/>
                <a:ea typeface="Arial"/>
                <a:cs typeface="Arial"/>
                <a:sym typeface="Arial"/>
              </a:defRPr>
            </a:lvl4pPr>
            <a:lvl5pPr indent="0" lvl="4" marL="0" marR="0" algn="ctr">
              <a:spcBef>
                <a:spcPts val="0"/>
              </a:spcBef>
              <a:buNone/>
              <a:defRPr b="0" i="0" sz="700" u="none" cap="none" strike="noStrike">
                <a:solidFill>
                  <a:schemeClr val="dk1"/>
                </a:solidFill>
                <a:latin typeface="Arial"/>
                <a:ea typeface="Arial"/>
                <a:cs typeface="Arial"/>
                <a:sym typeface="Arial"/>
              </a:defRPr>
            </a:lvl5pPr>
            <a:lvl6pPr indent="0" lvl="5" marL="0" marR="0" algn="ctr">
              <a:spcBef>
                <a:spcPts val="0"/>
              </a:spcBef>
              <a:buNone/>
              <a:defRPr b="0" i="0" sz="700" u="none" cap="none" strike="noStrike">
                <a:solidFill>
                  <a:schemeClr val="dk1"/>
                </a:solidFill>
                <a:latin typeface="Arial"/>
                <a:ea typeface="Arial"/>
                <a:cs typeface="Arial"/>
                <a:sym typeface="Arial"/>
              </a:defRPr>
            </a:lvl6pPr>
            <a:lvl7pPr indent="0" lvl="6" marL="0" marR="0" algn="ctr">
              <a:spcBef>
                <a:spcPts val="0"/>
              </a:spcBef>
              <a:buNone/>
              <a:defRPr b="0" i="0" sz="700" u="none" cap="none" strike="noStrike">
                <a:solidFill>
                  <a:schemeClr val="dk1"/>
                </a:solidFill>
                <a:latin typeface="Arial"/>
                <a:ea typeface="Arial"/>
                <a:cs typeface="Arial"/>
                <a:sym typeface="Arial"/>
              </a:defRPr>
            </a:lvl7pPr>
            <a:lvl8pPr indent="0" lvl="7" marL="0" marR="0" algn="ctr">
              <a:spcBef>
                <a:spcPts val="0"/>
              </a:spcBef>
              <a:buNone/>
              <a:defRPr b="0" i="0" sz="700" u="none" cap="none" strike="noStrike">
                <a:solidFill>
                  <a:schemeClr val="dk1"/>
                </a:solidFill>
                <a:latin typeface="Arial"/>
                <a:ea typeface="Arial"/>
                <a:cs typeface="Arial"/>
                <a:sym typeface="Arial"/>
              </a:defRPr>
            </a:lvl8pPr>
            <a:lvl9pPr indent="0" lvl="8" marL="0" marR="0" algn="ctr">
              <a:spcBef>
                <a:spcPts val="0"/>
              </a:spcBef>
              <a:buNone/>
              <a:defRPr b="0" i="0" sz="700" u="none" cap="none" strike="noStrike">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34" name="Google Shape;34;p21"/>
          <p:cNvSpPr txBox="1"/>
          <p:nvPr>
            <p:ph type="ctrTitle"/>
          </p:nvPr>
        </p:nvSpPr>
        <p:spPr>
          <a:xfrm>
            <a:off x="952500" y="1333500"/>
            <a:ext cx="10287000" cy="1905000"/>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rgbClr val="000046"/>
              </a:buClr>
              <a:buSzPts val="4400"/>
              <a:buNone/>
              <a:defRPr b="1" sz="4400">
                <a:solidFill>
                  <a:srgbClr val="000046"/>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5" name="Google Shape;35;p21"/>
          <p:cNvSpPr txBox="1"/>
          <p:nvPr>
            <p:ph type="subTitle" idx="1"/>
          </p:nvPr>
        </p:nvSpPr>
        <p:spPr>
          <a:xfrm>
            <a:off x="952500" y="3524250"/>
            <a:ext cx="10287000" cy="200025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rgbClr val="000046"/>
              </a:buClr>
              <a:buSzPts val="2800"/>
              <a:buNone/>
              <a:defRPr b="1" sz="2800">
                <a:solidFill>
                  <a:srgbClr val="000046"/>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21"/>
          <p:cNvSpPr txBox="1"/>
          <p:nvPr>
            <p:ph idx="3" type="body"/>
          </p:nvPr>
        </p:nvSpPr>
        <p:spPr>
          <a:xfrm>
            <a:off x="4680970" y="4963048"/>
            <a:ext cx="2830058" cy="345005"/>
          </a:xfrm>
          <a:prstGeom prst="rect">
            <a:avLst/>
          </a:prstGeom>
          <a:gradFill>
            <a:gsLst>
              <a:gs pos="0">
                <a:srgbClr val="0072FF"/>
              </a:gs>
              <a:gs pos="100000">
                <a:srgbClr val="00C6FF"/>
              </a:gs>
            </a:gsLst>
            <a:lin ang="2700000" scaled="0"/>
          </a:grad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lt1"/>
              </a:buClr>
              <a:buSzPts val="1400"/>
              <a:buNone/>
              <a:defRPr b="1" i="0" sz="1400">
                <a:solidFill>
                  <a:schemeClr val="lt1"/>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21"/>
          <p:cNvSpPr txBox="1"/>
          <p:nvPr>
            <p:ph idx="4" type="body"/>
          </p:nvPr>
        </p:nvSpPr>
        <p:spPr>
          <a:xfrm>
            <a:off x="1850807" y="3630811"/>
            <a:ext cx="8490387" cy="644210"/>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rgbClr val="A5A5A5"/>
              </a:buClr>
              <a:buSzPts val="1200"/>
              <a:buNone/>
              <a:defRPr sz="1200">
                <a:solidFill>
                  <a:srgbClr val="A5A5A5"/>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21"/>
          <p:cNvSpPr txBox="1"/>
          <p:nvPr>
            <p:ph idx="10" type="dt"/>
          </p:nvPr>
        </p:nvSpPr>
        <p:spPr>
          <a:xfrm>
            <a:off x="6767806" y="6476999"/>
            <a:ext cx="2495896" cy="23676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1"/>
          <p:cNvSpPr/>
          <p:nvPr/>
        </p:nvSpPr>
        <p:spPr>
          <a:xfrm rot="10800000">
            <a:off x="-1" y="0"/>
            <a:ext cx="12192000" cy="6858000"/>
          </a:xfrm>
          <a:custGeom>
            <a:rect b="b" l="l" r="r" t="t"/>
            <a:pathLst>
              <a:path extrusionOk="0" h="6858000" w="12192000">
                <a:moveTo>
                  <a:pt x="12192000" y="304800"/>
                </a:moveTo>
                <a:lnTo>
                  <a:pt x="9909279" y="304800"/>
                </a:lnTo>
                <a:lnTo>
                  <a:pt x="9732789" y="152400"/>
                </a:lnTo>
                <a:lnTo>
                  <a:pt x="5617499" y="152400"/>
                </a:lnTo>
                <a:lnTo>
                  <a:pt x="5441009" y="0"/>
                </a:lnTo>
                <a:lnTo>
                  <a:pt x="12192000" y="0"/>
                </a:lnTo>
                <a:close/>
                <a:moveTo>
                  <a:pt x="0" y="616911"/>
                </a:moveTo>
                <a:lnTo>
                  <a:pt x="0" y="0"/>
                </a:lnTo>
                <a:lnTo>
                  <a:pt x="715617" y="0"/>
                </a:lnTo>
                <a:close/>
                <a:moveTo>
                  <a:pt x="12191999" y="6858000"/>
                </a:moveTo>
                <a:lnTo>
                  <a:pt x="11476382" y="6858000"/>
                </a:lnTo>
                <a:lnTo>
                  <a:pt x="12191999" y="6241089"/>
                </a:lnTo>
                <a:close/>
                <a:moveTo>
                  <a:pt x="6750991" y="6858000"/>
                </a:moveTo>
                <a:lnTo>
                  <a:pt x="0" y="6858000"/>
                </a:lnTo>
                <a:lnTo>
                  <a:pt x="0" y="6553200"/>
                </a:lnTo>
                <a:lnTo>
                  <a:pt x="2282721" y="6553200"/>
                </a:lnTo>
                <a:lnTo>
                  <a:pt x="2459211" y="6705600"/>
                </a:lnTo>
                <a:lnTo>
                  <a:pt x="6574500" y="6705600"/>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 name="Google Shape;40;p21"/>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1" name="Google Shape;41;p21"/>
          <p:cNvGrpSpPr/>
          <p:nvPr/>
        </p:nvGrpSpPr>
        <p:grpSpPr>
          <a:xfrm>
            <a:off x="58527" y="40944"/>
            <a:ext cx="2869771" cy="1563379"/>
            <a:chOff x="44879" y="27296"/>
            <a:chExt cx="2869771" cy="1563379"/>
          </a:xfrm>
        </p:grpSpPr>
        <p:cxnSp>
          <p:nvCxnSpPr>
            <p:cNvPr id="42" name="Google Shape;42;p21"/>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3" name="Google Shape;43;p21"/>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4" name="Google Shape;44;p21"/>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5" name="Google Shape;45;p21"/>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6" name="Google Shape;46;p21"/>
          <p:cNvGrpSpPr/>
          <p:nvPr/>
        </p:nvGrpSpPr>
        <p:grpSpPr>
          <a:xfrm rot="10800000">
            <a:off x="9263702" y="5253677"/>
            <a:ext cx="2869771" cy="1563379"/>
            <a:chOff x="44879" y="27296"/>
            <a:chExt cx="2869771" cy="1563379"/>
          </a:xfrm>
        </p:grpSpPr>
        <p:cxnSp>
          <p:nvCxnSpPr>
            <p:cNvPr id="47" name="Google Shape;47;p21"/>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48" name="Google Shape;48;p21"/>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49" name="Google Shape;49;p21"/>
            <p:cNvCxnSpPr/>
            <p:nvPr/>
          </p:nvCxnSpPr>
          <p:spPr>
            <a:xfrm rot="10800000">
              <a:off x="52214" y="654128"/>
              <a:ext cx="0" cy="936547"/>
            </a:xfrm>
            <a:prstGeom prst="straightConnector1">
              <a:avLst/>
            </a:prstGeom>
            <a:noFill/>
            <a:ln cap="rnd" cmpd="sng" w="38100">
              <a:solidFill>
                <a:srgbClr val="00C6FF"/>
              </a:solidFill>
              <a:prstDash val="solid"/>
              <a:round/>
              <a:headEnd len="sm" w="sm" type="none"/>
              <a:tailEnd len="sm" w="sm" type="none"/>
            </a:ln>
          </p:spPr>
        </p:cxnSp>
      </p:grpSp>
      <p:sp>
        <p:nvSpPr>
          <p:cNvPr id="50" name="Google Shape;50;p21"/>
          <p:cNvSpPr/>
          <p:nvPr/>
        </p:nvSpPr>
        <p:spPr>
          <a:xfrm flipH="1">
            <a:off x="5441009" y="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 name="Google Shape;51;p21"/>
          <p:cNvSpPr/>
          <p:nvPr/>
        </p:nvSpPr>
        <p:spPr>
          <a:xfrm flipH="1" rot="10800000">
            <a:off x="0" y="655320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descr="A picture containing clipart, vector graphics&#10;&#10;Description automatically generated" id="52" name="Google Shape;52;p21"/>
          <p:cNvPicPr preferRelativeResize="0"/>
          <p:nvPr/>
        </p:nvPicPr>
        <p:blipFill rotWithShape="1">
          <a:blip r:embed="rId3">
            <a:alphaModFix/>
          </a:blip>
          <a:srcRect b="0" l="0" r="0" t="0"/>
          <a:stretch/>
        </p:blipFill>
        <p:spPr>
          <a:xfrm>
            <a:off x="412638" y="362637"/>
            <a:ext cx="544288" cy="450213"/>
          </a:xfrm>
          <a:prstGeom prst="rect">
            <a:avLst/>
          </a:prstGeom>
          <a:noFill/>
          <a:ln>
            <a:noFill/>
          </a:ln>
        </p:spPr>
      </p:pic>
      <p:sp>
        <p:nvSpPr>
          <p:cNvPr id="53" name="Google Shape;53;p21"/>
          <p:cNvSpPr txBox="1"/>
          <p:nvPr/>
        </p:nvSpPr>
        <p:spPr>
          <a:xfrm>
            <a:off x="956926" y="326133"/>
            <a:ext cx="3996607" cy="52322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lang="en-US" sz="1400">
                <a:solidFill>
                  <a:srgbClr val="000046"/>
                </a:solidFill>
                <a:latin typeface="Arial"/>
                <a:ea typeface="Arial"/>
                <a:cs typeface="Arial"/>
                <a:sym typeface="Arial"/>
              </a:rPr>
              <a:t>ĐẠI HỌC QUỐC GIA TP. HỒ CHÍ MINH</a:t>
            </a:r>
            <a:endParaRPr/>
          </a:p>
          <a:p>
            <a:pPr indent="0" lvl="0" marL="0" marR="0" rtl="0" algn="l">
              <a:spcBef>
                <a:spcPts val="0"/>
              </a:spcBef>
              <a:spcAft>
                <a:spcPts val="0"/>
              </a:spcAft>
              <a:buNone/>
            </a:pPr>
            <a:r>
              <a:rPr b="1" lang="en-US" sz="1400">
                <a:solidFill>
                  <a:srgbClr val="000046"/>
                </a:solidFill>
                <a:latin typeface="Arial"/>
                <a:ea typeface="Arial"/>
                <a:cs typeface="Arial"/>
                <a:sym typeface="Arial"/>
              </a:rPr>
              <a:t>TRƯỜNG ĐẠI HỌC CÔNG NGHỆ THÔNG TIN</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Mục lục">
  <p:cSld name="2_Mục lục">
    <p:spTree>
      <p:nvGrpSpPr>
        <p:cNvPr id="54" name="Shape 54"/>
        <p:cNvGrpSpPr/>
        <p:nvPr/>
      </p:nvGrpSpPr>
      <p:grpSpPr>
        <a:xfrm>
          <a:off x="0" y="0"/>
          <a:ext cx="0" cy="0"/>
          <a:chOff x="0" y="0"/>
          <a:chExt cx="0" cy="0"/>
        </a:xfrm>
      </p:grpSpPr>
      <p:sp>
        <p:nvSpPr>
          <p:cNvPr id="55" name="Google Shape;55;p22"/>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56" name="Google Shape;56;p22"/>
          <p:cNvGrpSpPr/>
          <p:nvPr/>
        </p:nvGrpSpPr>
        <p:grpSpPr>
          <a:xfrm rot="10800000">
            <a:off x="9263702" y="5930537"/>
            <a:ext cx="2869771" cy="886519"/>
            <a:chOff x="44879" y="27296"/>
            <a:chExt cx="2869771" cy="886519"/>
          </a:xfrm>
        </p:grpSpPr>
        <p:cxnSp>
          <p:nvCxnSpPr>
            <p:cNvPr id="57" name="Google Shape;57;p22"/>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58" name="Google Shape;58;p22"/>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59" name="Google Shape;59;p22"/>
            <p:cNvCxnSpPr/>
            <p:nvPr/>
          </p:nvCxnSpPr>
          <p:spPr>
            <a:xfrm rot="10800000">
              <a:off x="52214" y="654128"/>
              <a:ext cx="0" cy="259687"/>
            </a:xfrm>
            <a:prstGeom prst="straightConnector1">
              <a:avLst/>
            </a:prstGeom>
            <a:noFill/>
            <a:ln cap="rnd" cmpd="sng" w="38100">
              <a:solidFill>
                <a:srgbClr val="00C6FF"/>
              </a:solidFill>
              <a:prstDash val="solid"/>
              <a:round/>
              <a:headEnd len="sm" w="sm" type="none"/>
              <a:tailEnd len="sm" w="sm" type="none"/>
            </a:ln>
          </p:spPr>
        </p:cxnSp>
      </p:grpSp>
      <p:sp>
        <p:nvSpPr>
          <p:cNvPr id="60" name="Google Shape;60;p22"/>
          <p:cNvSpPr txBox="1"/>
          <p:nvPr>
            <p:ph idx="11" type="ftr"/>
          </p:nvPr>
        </p:nvSpPr>
        <p:spPr>
          <a:xfrm>
            <a:off x="3465443" y="6466114"/>
            <a:ext cx="5261114" cy="255361"/>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61" name="Google Shape;61;p22"/>
          <p:cNvGrpSpPr/>
          <p:nvPr/>
        </p:nvGrpSpPr>
        <p:grpSpPr>
          <a:xfrm>
            <a:off x="-1259888" y="1121391"/>
            <a:ext cx="4841288" cy="5054000"/>
            <a:chOff x="-1259888" y="901609"/>
            <a:chExt cx="4841288" cy="5054000"/>
          </a:xfrm>
        </p:grpSpPr>
        <p:grpSp>
          <p:nvGrpSpPr>
            <p:cNvPr id="62" name="Google Shape;62;p22"/>
            <p:cNvGrpSpPr/>
            <p:nvPr/>
          </p:nvGrpSpPr>
          <p:grpSpPr>
            <a:xfrm>
              <a:off x="-1225468" y="901609"/>
              <a:ext cx="4806868" cy="664514"/>
              <a:chOff x="0" y="901609"/>
              <a:chExt cx="4806868" cy="664514"/>
            </a:xfrm>
          </p:grpSpPr>
          <p:cxnSp>
            <p:nvCxnSpPr>
              <p:cNvPr id="63" name="Google Shape;63;p22"/>
              <p:cNvCxnSpPr/>
              <p:nvPr/>
            </p:nvCxnSpPr>
            <p:spPr>
              <a:xfrm>
                <a:off x="0" y="1566123"/>
                <a:ext cx="2533933" cy="0"/>
              </a:xfrm>
              <a:prstGeom prst="straightConnector1">
                <a:avLst/>
              </a:prstGeom>
              <a:noFill/>
              <a:ln cap="rnd" cmpd="sng" w="38100">
                <a:solidFill>
                  <a:srgbClr val="0072FF"/>
                </a:solidFill>
                <a:prstDash val="solid"/>
                <a:round/>
                <a:headEnd len="sm" w="sm" type="none"/>
                <a:tailEnd len="sm" w="sm" type="none"/>
              </a:ln>
            </p:spPr>
          </p:cxnSp>
          <p:cxnSp>
            <p:nvCxnSpPr>
              <p:cNvPr id="64" name="Google Shape;64;p22"/>
              <p:cNvCxnSpPr/>
              <p:nvPr/>
            </p:nvCxnSpPr>
            <p:spPr>
              <a:xfrm flipH="1" rot="10800000">
                <a:off x="2520285" y="1059987"/>
                <a:ext cx="591405" cy="506136"/>
              </a:xfrm>
              <a:prstGeom prst="straightConnector1">
                <a:avLst/>
              </a:prstGeom>
              <a:noFill/>
              <a:ln cap="rnd" cmpd="sng" w="38100">
                <a:solidFill>
                  <a:srgbClr val="0072FF"/>
                </a:solidFill>
                <a:prstDash val="solid"/>
                <a:round/>
                <a:headEnd len="sm" w="sm" type="none"/>
                <a:tailEnd len="sm" w="sm" type="none"/>
              </a:ln>
            </p:spPr>
          </p:cxnSp>
          <p:cxnSp>
            <p:nvCxnSpPr>
              <p:cNvPr id="65" name="Google Shape;65;p22"/>
              <p:cNvCxnSpPr/>
              <p:nvPr/>
            </p:nvCxnSpPr>
            <p:spPr>
              <a:xfrm>
                <a:off x="3111690" y="1059987"/>
                <a:ext cx="1378423" cy="0"/>
              </a:xfrm>
              <a:prstGeom prst="straightConnector1">
                <a:avLst/>
              </a:prstGeom>
              <a:noFill/>
              <a:ln cap="rnd" cmpd="sng" w="38100">
                <a:solidFill>
                  <a:srgbClr val="0072FF"/>
                </a:solidFill>
                <a:prstDash val="solid"/>
                <a:round/>
                <a:headEnd len="sm" w="sm" type="none"/>
                <a:tailEnd len="sm" w="sm" type="none"/>
              </a:ln>
            </p:spPr>
          </p:cxnSp>
          <p:sp>
            <p:nvSpPr>
              <p:cNvPr id="66" name="Google Shape;66;p22"/>
              <p:cNvSpPr/>
              <p:nvPr/>
            </p:nvSpPr>
            <p:spPr>
              <a:xfrm>
                <a:off x="4490113" y="901609"/>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67" name="Google Shape;67;p22"/>
            <p:cNvGrpSpPr/>
            <p:nvPr/>
          </p:nvGrpSpPr>
          <p:grpSpPr>
            <a:xfrm flipH="1" rot="10800000">
              <a:off x="-1225468" y="5291095"/>
              <a:ext cx="4806868" cy="664514"/>
              <a:chOff x="0" y="1232525"/>
              <a:chExt cx="4806868" cy="664514"/>
            </a:xfrm>
          </p:grpSpPr>
          <p:cxnSp>
            <p:nvCxnSpPr>
              <p:cNvPr id="68" name="Google Shape;68;p22"/>
              <p:cNvCxnSpPr/>
              <p:nvPr/>
            </p:nvCxnSpPr>
            <p:spPr>
              <a:xfrm>
                <a:off x="0" y="1897039"/>
                <a:ext cx="2533933" cy="0"/>
              </a:xfrm>
              <a:prstGeom prst="straightConnector1">
                <a:avLst/>
              </a:prstGeom>
              <a:noFill/>
              <a:ln cap="rnd" cmpd="sng" w="38100">
                <a:solidFill>
                  <a:srgbClr val="0072FF"/>
                </a:solidFill>
                <a:prstDash val="solid"/>
                <a:round/>
                <a:headEnd len="sm" w="sm" type="none"/>
                <a:tailEnd len="sm" w="sm" type="none"/>
              </a:ln>
            </p:spPr>
          </p:cxnSp>
          <p:cxnSp>
            <p:nvCxnSpPr>
              <p:cNvPr id="69" name="Google Shape;69;p22"/>
              <p:cNvCxnSpPr/>
              <p:nvPr/>
            </p:nvCxnSpPr>
            <p:spPr>
              <a:xfrm flipH="1" rot="10800000">
                <a:off x="2520285" y="1390903"/>
                <a:ext cx="591405" cy="506136"/>
              </a:xfrm>
              <a:prstGeom prst="straightConnector1">
                <a:avLst/>
              </a:prstGeom>
              <a:noFill/>
              <a:ln cap="rnd" cmpd="sng" w="38100">
                <a:solidFill>
                  <a:srgbClr val="0072FF"/>
                </a:solidFill>
                <a:prstDash val="solid"/>
                <a:round/>
                <a:headEnd len="sm" w="sm" type="none"/>
                <a:tailEnd len="sm" w="sm" type="none"/>
              </a:ln>
            </p:spPr>
          </p:cxnSp>
          <p:cxnSp>
            <p:nvCxnSpPr>
              <p:cNvPr id="70" name="Google Shape;70;p22"/>
              <p:cNvCxnSpPr/>
              <p:nvPr/>
            </p:nvCxnSpPr>
            <p:spPr>
              <a:xfrm>
                <a:off x="3111690" y="1390903"/>
                <a:ext cx="1378423" cy="0"/>
              </a:xfrm>
              <a:prstGeom prst="straightConnector1">
                <a:avLst/>
              </a:prstGeom>
              <a:noFill/>
              <a:ln cap="rnd" cmpd="sng" w="38100">
                <a:solidFill>
                  <a:srgbClr val="0072FF"/>
                </a:solidFill>
                <a:prstDash val="solid"/>
                <a:round/>
                <a:headEnd len="sm" w="sm" type="none"/>
                <a:tailEnd len="sm" w="sm" type="none"/>
              </a:ln>
            </p:spPr>
          </p:cxnSp>
          <p:sp>
            <p:nvSpPr>
              <p:cNvPr id="71" name="Google Shape;71;p22"/>
              <p:cNvSpPr/>
              <p:nvPr/>
            </p:nvSpPr>
            <p:spPr>
              <a:xfrm>
                <a:off x="4490113" y="1232525"/>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72" name="Google Shape;72;p22"/>
            <p:cNvGrpSpPr/>
            <p:nvPr/>
          </p:nvGrpSpPr>
          <p:grpSpPr>
            <a:xfrm>
              <a:off x="-1225469" y="1860637"/>
              <a:ext cx="3835321" cy="547270"/>
              <a:chOff x="-1" y="1860637"/>
              <a:chExt cx="3835321" cy="547270"/>
            </a:xfrm>
          </p:grpSpPr>
          <p:sp>
            <p:nvSpPr>
              <p:cNvPr id="73" name="Google Shape;73;p22"/>
              <p:cNvSpPr/>
              <p:nvPr/>
            </p:nvSpPr>
            <p:spPr>
              <a:xfrm>
                <a:off x="3518565" y="1860637"/>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74" name="Google Shape;74;p22"/>
              <p:cNvCxnSpPr/>
              <p:nvPr/>
            </p:nvCxnSpPr>
            <p:spPr>
              <a:xfrm>
                <a:off x="-1" y="2407907"/>
                <a:ext cx="1985654" cy="0"/>
              </a:xfrm>
              <a:prstGeom prst="straightConnector1">
                <a:avLst/>
              </a:prstGeom>
              <a:noFill/>
              <a:ln cap="rnd" cmpd="sng" w="38100">
                <a:solidFill>
                  <a:srgbClr val="0072FF"/>
                </a:solidFill>
                <a:prstDash val="solid"/>
                <a:round/>
                <a:headEnd len="sm" w="sm" type="none"/>
                <a:tailEnd len="sm" w="sm" type="none"/>
              </a:ln>
            </p:spPr>
          </p:cxnSp>
          <p:cxnSp>
            <p:nvCxnSpPr>
              <p:cNvPr id="75" name="Google Shape;75;p22"/>
              <p:cNvCxnSpPr/>
              <p:nvPr/>
            </p:nvCxnSpPr>
            <p:spPr>
              <a:xfrm flipH="1" rot="10800000">
                <a:off x="1974958" y="2019015"/>
                <a:ext cx="463440" cy="388892"/>
              </a:xfrm>
              <a:prstGeom prst="straightConnector1">
                <a:avLst/>
              </a:prstGeom>
              <a:noFill/>
              <a:ln cap="rnd" cmpd="sng" w="38100">
                <a:solidFill>
                  <a:srgbClr val="0072FF"/>
                </a:solidFill>
                <a:prstDash val="solid"/>
                <a:round/>
                <a:headEnd len="sm" w="sm" type="none"/>
                <a:tailEnd len="sm" w="sm" type="none"/>
              </a:ln>
            </p:spPr>
          </p:cxnSp>
          <p:cxnSp>
            <p:nvCxnSpPr>
              <p:cNvPr id="76" name="Google Shape;76;p22"/>
              <p:cNvCxnSpPr/>
              <p:nvPr/>
            </p:nvCxnSpPr>
            <p:spPr>
              <a:xfrm>
                <a:off x="2438398" y="2019015"/>
                <a:ext cx="1080167" cy="0"/>
              </a:xfrm>
              <a:prstGeom prst="straightConnector1">
                <a:avLst/>
              </a:prstGeom>
              <a:noFill/>
              <a:ln cap="rnd" cmpd="sng" w="38100">
                <a:solidFill>
                  <a:srgbClr val="0072FF"/>
                </a:solidFill>
                <a:prstDash val="solid"/>
                <a:round/>
                <a:headEnd len="sm" w="sm" type="none"/>
                <a:tailEnd len="sm" w="sm" type="none"/>
              </a:ln>
            </p:spPr>
          </p:cxnSp>
        </p:grpSp>
        <p:grpSp>
          <p:nvGrpSpPr>
            <p:cNvPr id="77" name="Google Shape;77;p22"/>
            <p:cNvGrpSpPr/>
            <p:nvPr/>
          </p:nvGrpSpPr>
          <p:grpSpPr>
            <a:xfrm flipH="1" rot="10800000">
              <a:off x="-1259888" y="4408929"/>
              <a:ext cx="3835321" cy="547270"/>
              <a:chOff x="-1" y="1860637"/>
              <a:chExt cx="3835321" cy="547270"/>
            </a:xfrm>
          </p:grpSpPr>
          <p:sp>
            <p:nvSpPr>
              <p:cNvPr id="78" name="Google Shape;78;p22"/>
              <p:cNvSpPr/>
              <p:nvPr/>
            </p:nvSpPr>
            <p:spPr>
              <a:xfrm>
                <a:off x="3518565" y="1860637"/>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79" name="Google Shape;79;p22"/>
              <p:cNvCxnSpPr/>
              <p:nvPr/>
            </p:nvCxnSpPr>
            <p:spPr>
              <a:xfrm>
                <a:off x="-1" y="2407907"/>
                <a:ext cx="1985654" cy="0"/>
              </a:xfrm>
              <a:prstGeom prst="straightConnector1">
                <a:avLst/>
              </a:prstGeom>
              <a:noFill/>
              <a:ln cap="rnd" cmpd="sng" w="38100">
                <a:solidFill>
                  <a:srgbClr val="0072FF"/>
                </a:solidFill>
                <a:prstDash val="solid"/>
                <a:round/>
                <a:headEnd len="sm" w="sm" type="none"/>
                <a:tailEnd len="sm" w="sm" type="none"/>
              </a:ln>
            </p:spPr>
          </p:cxnSp>
          <p:cxnSp>
            <p:nvCxnSpPr>
              <p:cNvPr id="80" name="Google Shape;80;p22"/>
              <p:cNvCxnSpPr/>
              <p:nvPr/>
            </p:nvCxnSpPr>
            <p:spPr>
              <a:xfrm flipH="1" rot="10800000">
                <a:off x="1974958" y="2019015"/>
                <a:ext cx="463440" cy="388892"/>
              </a:xfrm>
              <a:prstGeom prst="straightConnector1">
                <a:avLst/>
              </a:prstGeom>
              <a:noFill/>
              <a:ln cap="rnd" cmpd="sng" w="38100">
                <a:solidFill>
                  <a:srgbClr val="0072FF"/>
                </a:solidFill>
                <a:prstDash val="solid"/>
                <a:round/>
                <a:headEnd len="sm" w="sm" type="none"/>
                <a:tailEnd len="sm" w="sm" type="none"/>
              </a:ln>
            </p:spPr>
          </p:cxnSp>
          <p:cxnSp>
            <p:nvCxnSpPr>
              <p:cNvPr id="81" name="Google Shape;81;p22"/>
              <p:cNvCxnSpPr/>
              <p:nvPr/>
            </p:nvCxnSpPr>
            <p:spPr>
              <a:xfrm>
                <a:off x="2438398" y="2019015"/>
                <a:ext cx="1080167" cy="0"/>
              </a:xfrm>
              <a:prstGeom prst="straightConnector1">
                <a:avLst/>
              </a:prstGeom>
              <a:noFill/>
              <a:ln cap="rnd" cmpd="sng" w="38100">
                <a:solidFill>
                  <a:srgbClr val="0072FF"/>
                </a:solidFill>
                <a:prstDash val="solid"/>
                <a:round/>
                <a:headEnd len="sm" w="sm" type="none"/>
                <a:tailEnd len="sm" w="sm" type="none"/>
              </a:ln>
            </p:spPr>
          </p:cxnSp>
        </p:grpSp>
        <p:grpSp>
          <p:nvGrpSpPr>
            <p:cNvPr id="82" name="Google Shape;82;p22"/>
            <p:cNvGrpSpPr/>
            <p:nvPr/>
          </p:nvGrpSpPr>
          <p:grpSpPr>
            <a:xfrm>
              <a:off x="-1252333" y="2715185"/>
              <a:ext cx="2776521" cy="436736"/>
              <a:chOff x="-26865" y="2715185"/>
              <a:chExt cx="2776521" cy="436736"/>
            </a:xfrm>
          </p:grpSpPr>
          <p:cxnSp>
            <p:nvCxnSpPr>
              <p:cNvPr id="83" name="Google Shape;83;p22"/>
              <p:cNvCxnSpPr/>
              <p:nvPr/>
            </p:nvCxnSpPr>
            <p:spPr>
              <a:xfrm>
                <a:off x="-26865" y="3151921"/>
                <a:ext cx="1402723" cy="0"/>
              </a:xfrm>
              <a:prstGeom prst="straightConnector1">
                <a:avLst/>
              </a:prstGeom>
              <a:noFill/>
              <a:ln cap="rnd" cmpd="sng" w="38100">
                <a:solidFill>
                  <a:srgbClr val="0072FF"/>
                </a:solidFill>
                <a:prstDash val="solid"/>
                <a:round/>
                <a:headEnd len="sm" w="sm" type="none"/>
                <a:tailEnd len="sm" w="sm" type="none"/>
              </a:ln>
            </p:spPr>
          </p:cxnSp>
          <p:cxnSp>
            <p:nvCxnSpPr>
              <p:cNvPr id="84" name="Google Shape;84;p22"/>
              <p:cNvCxnSpPr/>
              <p:nvPr/>
            </p:nvCxnSpPr>
            <p:spPr>
              <a:xfrm flipH="1" rot="10800000">
                <a:off x="1368303" y="2877197"/>
                <a:ext cx="327387" cy="274724"/>
              </a:xfrm>
              <a:prstGeom prst="straightConnector1">
                <a:avLst/>
              </a:prstGeom>
              <a:noFill/>
              <a:ln cap="rnd" cmpd="sng" w="38100">
                <a:solidFill>
                  <a:srgbClr val="0072FF"/>
                </a:solidFill>
                <a:prstDash val="solid"/>
                <a:round/>
                <a:headEnd len="sm" w="sm" type="none"/>
                <a:tailEnd len="sm" w="sm" type="none"/>
              </a:ln>
            </p:spPr>
          </p:cxnSp>
          <p:cxnSp>
            <p:nvCxnSpPr>
              <p:cNvPr id="85" name="Google Shape;85;p22"/>
              <p:cNvCxnSpPr/>
              <p:nvPr/>
            </p:nvCxnSpPr>
            <p:spPr>
              <a:xfrm>
                <a:off x="1695690" y="2877197"/>
                <a:ext cx="763061" cy="0"/>
              </a:xfrm>
              <a:prstGeom prst="straightConnector1">
                <a:avLst/>
              </a:prstGeom>
              <a:noFill/>
              <a:ln cap="rnd" cmpd="sng" w="38100">
                <a:solidFill>
                  <a:srgbClr val="0072FF"/>
                </a:solidFill>
                <a:prstDash val="solid"/>
                <a:round/>
                <a:headEnd len="sm" w="sm" type="none"/>
                <a:tailEnd len="sm" w="sm" type="none"/>
              </a:ln>
            </p:spPr>
          </p:cxnSp>
          <p:sp>
            <p:nvSpPr>
              <p:cNvPr id="86" name="Google Shape;86;p22"/>
              <p:cNvSpPr/>
              <p:nvPr/>
            </p:nvSpPr>
            <p:spPr>
              <a:xfrm>
                <a:off x="2432901" y="2715185"/>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87" name="Google Shape;87;p22"/>
            <p:cNvGrpSpPr/>
            <p:nvPr/>
          </p:nvGrpSpPr>
          <p:grpSpPr>
            <a:xfrm>
              <a:off x="-1225468" y="3843225"/>
              <a:ext cx="2802371" cy="433101"/>
              <a:chOff x="-34420" y="3843718"/>
              <a:chExt cx="2802371" cy="433101"/>
            </a:xfrm>
          </p:grpSpPr>
          <p:cxnSp>
            <p:nvCxnSpPr>
              <p:cNvPr id="88" name="Google Shape;88;p22"/>
              <p:cNvCxnSpPr/>
              <p:nvPr/>
            </p:nvCxnSpPr>
            <p:spPr>
              <a:xfrm>
                <a:off x="-34420" y="3843718"/>
                <a:ext cx="1402723" cy="0"/>
              </a:xfrm>
              <a:prstGeom prst="straightConnector1">
                <a:avLst/>
              </a:prstGeom>
              <a:noFill/>
              <a:ln cap="rnd" cmpd="sng" w="38100">
                <a:solidFill>
                  <a:srgbClr val="0072FF"/>
                </a:solidFill>
                <a:prstDash val="solid"/>
                <a:round/>
                <a:headEnd len="sm" w="sm" type="none"/>
                <a:tailEnd len="sm" w="sm" type="none"/>
              </a:ln>
            </p:spPr>
          </p:cxnSp>
          <p:cxnSp>
            <p:nvCxnSpPr>
              <p:cNvPr id="89" name="Google Shape;89;p22"/>
              <p:cNvCxnSpPr/>
              <p:nvPr/>
            </p:nvCxnSpPr>
            <p:spPr>
              <a:xfrm>
                <a:off x="1360748" y="3843718"/>
                <a:ext cx="327387" cy="274724"/>
              </a:xfrm>
              <a:prstGeom prst="straightConnector1">
                <a:avLst/>
              </a:prstGeom>
              <a:noFill/>
              <a:ln cap="rnd" cmpd="sng" w="38100">
                <a:solidFill>
                  <a:srgbClr val="0072FF"/>
                </a:solidFill>
                <a:prstDash val="solid"/>
                <a:round/>
                <a:headEnd len="sm" w="sm" type="none"/>
                <a:tailEnd len="sm" w="sm" type="none"/>
              </a:ln>
            </p:spPr>
          </p:cxnSp>
          <p:cxnSp>
            <p:nvCxnSpPr>
              <p:cNvPr id="90" name="Google Shape;90;p22"/>
              <p:cNvCxnSpPr/>
              <p:nvPr/>
            </p:nvCxnSpPr>
            <p:spPr>
              <a:xfrm>
                <a:off x="1688135" y="4118442"/>
                <a:ext cx="763061" cy="0"/>
              </a:xfrm>
              <a:prstGeom prst="straightConnector1">
                <a:avLst/>
              </a:prstGeom>
              <a:noFill/>
              <a:ln cap="rnd" cmpd="sng" w="38100">
                <a:solidFill>
                  <a:srgbClr val="0072FF"/>
                </a:solidFill>
                <a:prstDash val="solid"/>
                <a:round/>
                <a:headEnd len="sm" w="sm" type="none"/>
                <a:tailEnd len="sm" w="sm" type="none"/>
              </a:ln>
            </p:spPr>
          </p:cxnSp>
          <p:sp>
            <p:nvSpPr>
              <p:cNvPr id="91" name="Google Shape;91;p22"/>
              <p:cNvSpPr/>
              <p:nvPr/>
            </p:nvSpPr>
            <p:spPr>
              <a:xfrm>
                <a:off x="2451196" y="3960064"/>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grpSp>
        <p:nvGrpSpPr>
          <p:cNvPr id="92" name="Google Shape;92;p22"/>
          <p:cNvGrpSpPr/>
          <p:nvPr/>
        </p:nvGrpSpPr>
        <p:grpSpPr>
          <a:xfrm flipH="1">
            <a:off x="8607643" y="1121391"/>
            <a:ext cx="4841288" cy="5054000"/>
            <a:chOff x="-1259888" y="901609"/>
            <a:chExt cx="4841288" cy="5054000"/>
          </a:xfrm>
        </p:grpSpPr>
        <p:grpSp>
          <p:nvGrpSpPr>
            <p:cNvPr id="93" name="Google Shape;93;p22"/>
            <p:cNvGrpSpPr/>
            <p:nvPr/>
          </p:nvGrpSpPr>
          <p:grpSpPr>
            <a:xfrm>
              <a:off x="-1225468" y="901609"/>
              <a:ext cx="4806868" cy="664514"/>
              <a:chOff x="0" y="901609"/>
              <a:chExt cx="4806868" cy="664514"/>
            </a:xfrm>
          </p:grpSpPr>
          <p:cxnSp>
            <p:nvCxnSpPr>
              <p:cNvPr id="94" name="Google Shape;94;p22"/>
              <p:cNvCxnSpPr/>
              <p:nvPr/>
            </p:nvCxnSpPr>
            <p:spPr>
              <a:xfrm>
                <a:off x="0" y="1566123"/>
                <a:ext cx="2533933" cy="0"/>
              </a:xfrm>
              <a:prstGeom prst="straightConnector1">
                <a:avLst/>
              </a:prstGeom>
              <a:noFill/>
              <a:ln cap="rnd" cmpd="sng" w="38100">
                <a:solidFill>
                  <a:srgbClr val="0072FF"/>
                </a:solidFill>
                <a:prstDash val="solid"/>
                <a:round/>
                <a:headEnd len="sm" w="sm" type="none"/>
                <a:tailEnd len="sm" w="sm" type="none"/>
              </a:ln>
            </p:spPr>
          </p:cxnSp>
          <p:cxnSp>
            <p:nvCxnSpPr>
              <p:cNvPr id="95" name="Google Shape;95;p22"/>
              <p:cNvCxnSpPr/>
              <p:nvPr/>
            </p:nvCxnSpPr>
            <p:spPr>
              <a:xfrm flipH="1" rot="10800000">
                <a:off x="2520285" y="1059987"/>
                <a:ext cx="591405" cy="506136"/>
              </a:xfrm>
              <a:prstGeom prst="straightConnector1">
                <a:avLst/>
              </a:prstGeom>
              <a:noFill/>
              <a:ln cap="rnd" cmpd="sng" w="38100">
                <a:solidFill>
                  <a:srgbClr val="0072FF"/>
                </a:solidFill>
                <a:prstDash val="solid"/>
                <a:round/>
                <a:headEnd len="sm" w="sm" type="none"/>
                <a:tailEnd len="sm" w="sm" type="none"/>
              </a:ln>
            </p:spPr>
          </p:cxnSp>
          <p:cxnSp>
            <p:nvCxnSpPr>
              <p:cNvPr id="96" name="Google Shape;96;p22"/>
              <p:cNvCxnSpPr/>
              <p:nvPr/>
            </p:nvCxnSpPr>
            <p:spPr>
              <a:xfrm>
                <a:off x="3111690" y="1059987"/>
                <a:ext cx="1378423" cy="0"/>
              </a:xfrm>
              <a:prstGeom prst="straightConnector1">
                <a:avLst/>
              </a:prstGeom>
              <a:noFill/>
              <a:ln cap="rnd" cmpd="sng" w="38100">
                <a:solidFill>
                  <a:srgbClr val="0072FF"/>
                </a:solidFill>
                <a:prstDash val="solid"/>
                <a:round/>
                <a:headEnd len="sm" w="sm" type="none"/>
                <a:tailEnd len="sm" w="sm" type="none"/>
              </a:ln>
            </p:spPr>
          </p:cxnSp>
          <p:sp>
            <p:nvSpPr>
              <p:cNvPr id="97" name="Google Shape;97;p22"/>
              <p:cNvSpPr/>
              <p:nvPr/>
            </p:nvSpPr>
            <p:spPr>
              <a:xfrm>
                <a:off x="4490113" y="901609"/>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98" name="Google Shape;98;p22"/>
            <p:cNvGrpSpPr/>
            <p:nvPr/>
          </p:nvGrpSpPr>
          <p:grpSpPr>
            <a:xfrm flipH="1" rot="10800000">
              <a:off x="-1225468" y="5291095"/>
              <a:ext cx="4806868" cy="664514"/>
              <a:chOff x="0" y="1232525"/>
              <a:chExt cx="4806868" cy="664514"/>
            </a:xfrm>
          </p:grpSpPr>
          <p:cxnSp>
            <p:nvCxnSpPr>
              <p:cNvPr id="99" name="Google Shape;99;p22"/>
              <p:cNvCxnSpPr/>
              <p:nvPr/>
            </p:nvCxnSpPr>
            <p:spPr>
              <a:xfrm>
                <a:off x="0" y="1897039"/>
                <a:ext cx="2533933" cy="0"/>
              </a:xfrm>
              <a:prstGeom prst="straightConnector1">
                <a:avLst/>
              </a:prstGeom>
              <a:noFill/>
              <a:ln cap="rnd" cmpd="sng" w="38100">
                <a:solidFill>
                  <a:srgbClr val="0072FF"/>
                </a:solidFill>
                <a:prstDash val="solid"/>
                <a:round/>
                <a:headEnd len="sm" w="sm" type="none"/>
                <a:tailEnd len="sm" w="sm" type="none"/>
              </a:ln>
            </p:spPr>
          </p:cxnSp>
          <p:cxnSp>
            <p:nvCxnSpPr>
              <p:cNvPr id="100" name="Google Shape;100;p22"/>
              <p:cNvCxnSpPr/>
              <p:nvPr/>
            </p:nvCxnSpPr>
            <p:spPr>
              <a:xfrm flipH="1" rot="10800000">
                <a:off x="2520285" y="1390903"/>
                <a:ext cx="591405" cy="506136"/>
              </a:xfrm>
              <a:prstGeom prst="straightConnector1">
                <a:avLst/>
              </a:prstGeom>
              <a:noFill/>
              <a:ln cap="rnd" cmpd="sng" w="38100">
                <a:solidFill>
                  <a:srgbClr val="0072FF"/>
                </a:solidFill>
                <a:prstDash val="solid"/>
                <a:round/>
                <a:headEnd len="sm" w="sm" type="none"/>
                <a:tailEnd len="sm" w="sm" type="none"/>
              </a:ln>
            </p:spPr>
          </p:cxnSp>
          <p:cxnSp>
            <p:nvCxnSpPr>
              <p:cNvPr id="101" name="Google Shape;101;p22"/>
              <p:cNvCxnSpPr/>
              <p:nvPr/>
            </p:nvCxnSpPr>
            <p:spPr>
              <a:xfrm>
                <a:off x="3111690" y="1390903"/>
                <a:ext cx="1378423" cy="0"/>
              </a:xfrm>
              <a:prstGeom prst="straightConnector1">
                <a:avLst/>
              </a:prstGeom>
              <a:noFill/>
              <a:ln cap="rnd" cmpd="sng" w="38100">
                <a:solidFill>
                  <a:srgbClr val="0072FF"/>
                </a:solidFill>
                <a:prstDash val="solid"/>
                <a:round/>
                <a:headEnd len="sm" w="sm" type="none"/>
                <a:tailEnd len="sm" w="sm" type="none"/>
              </a:ln>
            </p:spPr>
          </p:cxnSp>
          <p:sp>
            <p:nvSpPr>
              <p:cNvPr id="102" name="Google Shape;102;p22"/>
              <p:cNvSpPr/>
              <p:nvPr/>
            </p:nvSpPr>
            <p:spPr>
              <a:xfrm>
                <a:off x="4490113" y="1232525"/>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3" name="Google Shape;103;p22"/>
            <p:cNvGrpSpPr/>
            <p:nvPr/>
          </p:nvGrpSpPr>
          <p:grpSpPr>
            <a:xfrm>
              <a:off x="-1225469" y="1860637"/>
              <a:ext cx="3835321" cy="547270"/>
              <a:chOff x="-1" y="1860637"/>
              <a:chExt cx="3835321" cy="547270"/>
            </a:xfrm>
          </p:grpSpPr>
          <p:sp>
            <p:nvSpPr>
              <p:cNvPr id="104" name="Google Shape;104;p22"/>
              <p:cNvSpPr/>
              <p:nvPr/>
            </p:nvSpPr>
            <p:spPr>
              <a:xfrm>
                <a:off x="3518565" y="1860637"/>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105" name="Google Shape;105;p22"/>
              <p:cNvCxnSpPr/>
              <p:nvPr/>
            </p:nvCxnSpPr>
            <p:spPr>
              <a:xfrm>
                <a:off x="-1" y="2407907"/>
                <a:ext cx="1985654" cy="0"/>
              </a:xfrm>
              <a:prstGeom prst="straightConnector1">
                <a:avLst/>
              </a:prstGeom>
              <a:noFill/>
              <a:ln cap="rnd" cmpd="sng" w="38100">
                <a:solidFill>
                  <a:srgbClr val="0072FF"/>
                </a:solidFill>
                <a:prstDash val="solid"/>
                <a:round/>
                <a:headEnd len="sm" w="sm" type="none"/>
                <a:tailEnd len="sm" w="sm" type="none"/>
              </a:ln>
            </p:spPr>
          </p:cxnSp>
          <p:cxnSp>
            <p:nvCxnSpPr>
              <p:cNvPr id="106" name="Google Shape;106;p22"/>
              <p:cNvCxnSpPr/>
              <p:nvPr/>
            </p:nvCxnSpPr>
            <p:spPr>
              <a:xfrm flipH="1" rot="10800000">
                <a:off x="1974958" y="2019015"/>
                <a:ext cx="463440" cy="388892"/>
              </a:xfrm>
              <a:prstGeom prst="straightConnector1">
                <a:avLst/>
              </a:prstGeom>
              <a:noFill/>
              <a:ln cap="rnd" cmpd="sng" w="38100">
                <a:solidFill>
                  <a:srgbClr val="0072FF"/>
                </a:solidFill>
                <a:prstDash val="solid"/>
                <a:round/>
                <a:headEnd len="sm" w="sm" type="none"/>
                <a:tailEnd len="sm" w="sm" type="none"/>
              </a:ln>
            </p:spPr>
          </p:cxnSp>
          <p:cxnSp>
            <p:nvCxnSpPr>
              <p:cNvPr id="107" name="Google Shape;107;p22"/>
              <p:cNvCxnSpPr/>
              <p:nvPr/>
            </p:nvCxnSpPr>
            <p:spPr>
              <a:xfrm>
                <a:off x="2438398" y="2019015"/>
                <a:ext cx="1080167" cy="0"/>
              </a:xfrm>
              <a:prstGeom prst="straightConnector1">
                <a:avLst/>
              </a:prstGeom>
              <a:noFill/>
              <a:ln cap="rnd" cmpd="sng" w="38100">
                <a:solidFill>
                  <a:srgbClr val="0072FF"/>
                </a:solidFill>
                <a:prstDash val="solid"/>
                <a:round/>
                <a:headEnd len="sm" w="sm" type="none"/>
                <a:tailEnd len="sm" w="sm" type="none"/>
              </a:ln>
            </p:spPr>
          </p:cxnSp>
        </p:grpSp>
        <p:grpSp>
          <p:nvGrpSpPr>
            <p:cNvPr id="108" name="Google Shape;108;p22"/>
            <p:cNvGrpSpPr/>
            <p:nvPr/>
          </p:nvGrpSpPr>
          <p:grpSpPr>
            <a:xfrm flipH="1" rot="10800000">
              <a:off x="-1259888" y="4408929"/>
              <a:ext cx="3835321" cy="547270"/>
              <a:chOff x="-1" y="1860637"/>
              <a:chExt cx="3835321" cy="547270"/>
            </a:xfrm>
          </p:grpSpPr>
          <p:sp>
            <p:nvSpPr>
              <p:cNvPr id="109" name="Google Shape;109;p22"/>
              <p:cNvSpPr/>
              <p:nvPr/>
            </p:nvSpPr>
            <p:spPr>
              <a:xfrm>
                <a:off x="3518565" y="1860637"/>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110" name="Google Shape;110;p22"/>
              <p:cNvCxnSpPr/>
              <p:nvPr/>
            </p:nvCxnSpPr>
            <p:spPr>
              <a:xfrm>
                <a:off x="-1" y="2407907"/>
                <a:ext cx="1985654" cy="0"/>
              </a:xfrm>
              <a:prstGeom prst="straightConnector1">
                <a:avLst/>
              </a:prstGeom>
              <a:noFill/>
              <a:ln cap="rnd" cmpd="sng" w="38100">
                <a:solidFill>
                  <a:srgbClr val="0072FF"/>
                </a:solidFill>
                <a:prstDash val="solid"/>
                <a:round/>
                <a:headEnd len="sm" w="sm" type="none"/>
                <a:tailEnd len="sm" w="sm" type="none"/>
              </a:ln>
            </p:spPr>
          </p:cxnSp>
          <p:cxnSp>
            <p:nvCxnSpPr>
              <p:cNvPr id="111" name="Google Shape;111;p22"/>
              <p:cNvCxnSpPr/>
              <p:nvPr/>
            </p:nvCxnSpPr>
            <p:spPr>
              <a:xfrm flipH="1" rot="10800000">
                <a:off x="1974958" y="2019015"/>
                <a:ext cx="463440" cy="388892"/>
              </a:xfrm>
              <a:prstGeom prst="straightConnector1">
                <a:avLst/>
              </a:prstGeom>
              <a:noFill/>
              <a:ln cap="rnd" cmpd="sng" w="38100">
                <a:solidFill>
                  <a:srgbClr val="0072FF"/>
                </a:solidFill>
                <a:prstDash val="solid"/>
                <a:round/>
                <a:headEnd len="sm" w="sm" type="none"/>
                <a:tailEnd len="sm" w="sm" type="none"/>
              </a:ln>
            </p:spPr>
          </p:cxnSp>
          <p:cxnSp>
            <p:nvCxnSpPr>
              <p:cNvPr id="112" name="Google Shape;112;p22"/>
              <p:cNvCxnSpPr/>
              <p:nvPr/>
            </p:nvCxnSpPr>
            <p:spPr>
              <a:xfrm>
                <a:off x="2438398" y="2019015"/>
                <a:ext cx="1080167" cy="0"/>
              </a:xfrm>
              <a:prstGeom prst="straightConnector1">
                <a:avLst/>
              </a:prstGeom>
              <a:noFill/>
              <a:ln cap="rnd" cmpd="sng" w="38100">
                <a:solidFill>
                  <a:srgbClr val="0072FF"/>
                </a:solidFill>
                <a:prstDash val="solid"/>
                <a:round/>
                <a:headEnd len="sm" w="sm" type="none"/>
                <a:tailEnd len="sm" w="sm" type="none"/>
              </a:ln>
            </p:spPr>
          </p:cxnSp>
        </p:grpSp>
        <p:grpSp>
          <p:nvGrpSpPr>
            <p:cNvPr id="113" name="Google Shape;113;p22"/>
            <p:cNvGrpSpPr/>
            <p:nvPr/>
          </p:nvGrpSpPr>
          <p:grpSpPr>
            <a:xfrm>
              <a:off x="-1252333" y="2715185"/>
              <a:ext cx="2776521" cy="436736"/>
              <a:chOff x="-26865" y="2715185"/>
              <a:chExt cx="2776521" cy="436736"/>
            </a:xfrm>
          </p:grpSpPr>
          <p:cxnSp>
            <p:nvCxnSpPr>
              <p:cNvPr id="114" name="Google Shape;114;p22"/>
              <p:cNvCxnSpPr/>
              <p:nvPr/>
            </p:nvCxnSpPr>
            <p:spPr>
              <a:xfrm>
                <a:off x="-26865" y="3151921"/>
                <a:ext cx="1402723" cy="0"/>
              </a:xfrm>
              <a:prstGeom prst="straightConnector1">
                <a:avLst/>
              </a:prstGeom>
              <a:noFill/>
              <a:ln cap="rnd" cmpd="sng" w="38100">
                <a:solidFill>
                  <a:srgbClr val="0072FF"/>
                </a:solidFill>
                <a:prstDash val="solid"/>
                <a:round/>
                <a:headEnd len="sm" w="sm" type="none"/>
                <a:tailEnd len="sm" w="sm" type="none"/>
              </a:ln>
            </p:spPr>
          </p:cxnSp>
          <p:cxnSp>
            <p:nvCxnSpPr>
              <p:cNvPr id="115" name="Google Shape;115;p22"/>
              <p:cNvCxnSpPr/>
              <p:nvPr/>
            </p:nvCxnSpPr>
            <p:spPr>
              <a:xfrm flipH="1" rot="10800000">
                <a:off x="1368303" y="2877197"/>
                <a:ext cx="327387" cy="274724"/>
              </a:xfrm>
              <a:prstGeom prst="straightConnector1">
                <a:avLst/>
              </a:prstGeom>
              <a:noFill/>
              <a:ln cap="rnd" cmpd="sng" w="38100">
                <a:solidFill>
                  <a:srgbClr val="0072FF"/>
                </a:solidFill>
                <a:prstDash val="solid"/>
                <a:round/>
                <a:headEnd len="sm" w="sm" type="none"/>
                <a:tailEnd len="sm" w="sm" type="none"/>
              </a:ln>
            </p:spPr>
          </p:cxnSp>
          <p:cxnSp>
            <p:nvCxnSpPr>
              <p:cNvPr id="116" name="Google Shape;116;p22"/>
              <p:cNvCxnSpPr/>
              <p:nvPr/>
            </p:nvCxnSpPr>
            <p:spPr>
              <a:xfrm>
                <a:off x="1695690" y="2877197"/>
                <a:ext cx="763061" cy="0"/>
              </a:xfrm>
              <a:prstGeom prst="straightConnector1">
                <a:avLst/>
              </a:prstGeom>
              <a:noFill/>
              <a:ln cap="rnd" cmpd="sng" w="38100">
                <a:solidFill>
                  <a:srgbClr val="0072FF"/>
                </a:solidFill>
                <a:prstDash val="solid"/>
                <a:round/>
                <a:headEnd len="sm" w="sm" type="none"/>
                <a:tailEnd len="sm" w="sm" type="none"/>
              </a:ln>
            </p:spPr>
          </p:cxnSp>
          <p:sp>
            <p:nvSpPr>
              <p:cNvPr id="117" name="Google Shape;117;p22"/>
              <p:cNvSpPr/>
              <p:nvPr/>
            </p:nvSpPr>
            <p:spPr>
              <a:xfrm>
                <a:off x="2432901" y="2715185"/>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18" name="Google Shape;118;p22"/>
            <p:cNvGrpSpPr/>
            <p:nvPr/>
          </p:nvGrpSpPr>
          <p:grpSpPr>
            <a:xfrm>
              <a:off x="-1225468" y="3843225"/>
              <a:ext cx="2802371" cy="433101"/>
              <a:chOff x="-34420" y="3843718"/>
              <a:chExt cx="2802371" cy="433101"/>
            </a:xfrm>
          </p:grpSpPr>
          <p:cxnSp>
            <p:nvCxnSpPr>
              <p:cNvPr id="119" name="Google Shape;119;p22"/>
              <p:cNvCxnSpPr/>
              <p:nvPr/>
            </p:nvCxnSpPr>
            <p:spPr>
              <a:xfrm>
                <a:off x="-34420" y="3843718"/>
                <a:ext cx="1402723" cy="0"/>
              </a:xfrm>
              <a:prstGeom prst="straightConnector1">
                <a:avLst/>
              </a:prstGeom>
              <a:noFill/>
              <a:ln cap="rnd" cmpd="sng" w="38100">
                <a:solidFill>
                  <a:srgbClr val="0072FF"/>
                </a:solidFill>
                <a:prstDash val="solid"/>
                <a:round/>
                <a:headEnd len="sm" w="sm" type="none"/>
                <a:tailEnd len="sm" w="sm" type="none"/>
              </a:ln>
            </p:spPr>
          </p:cxnSp>
          <p:cxnSp>
            <p:nvCxnSpPr>
              <p:cNvPr id="120" name="Google Shape;120;p22"/>
              <p:cNvCxnSpPr/>
              <p:nvPr/>
            </p:nvCxnSpPr>
            <p:spPr>
              <a:xfrm>
                <a:off x="1360748" y="3843718"/>
                <a:ext cx="327387" cy="274724"/>
              </a:xfrm>
              <a:prstGeom prst="straightConnector1">
                <a:avLst/>
              </a:prstGeom>
              <a:noFill/>
              <a:ln cap="rnd" cmpd="sng" w="38100">
                <a:solidFill>
                  <a:srgbClr val="0072FF"/>
                </a:solidFill>
                <a:prstDash val="solid"/>
                <a:round/>
                <a:headEnd len="sm" w="sm" type="none"/>
                <a:tailEnd len="sm" w="sm" type="none"/>
              </a:ln>
            </p:spPr>
          </p:cxnSp>
          <p:cxnSp>
            <p:nvCxnSpPr>
              <p:cNvPr id="121" name="Google Shape;121;p22"/>
              <p:cNvCxnSpPr/>
              <p:nvPr/>
            </p:nvCxnSpPr>
            <p:spPr>
              <a:xfrm>
                <a:off x="1688135" y="4118442"/>
                <a:ext cx="763061" cy="0"/>
              </a:xfrm>
              <a:prstGeom prst="straightConnector1">
                <a:avLst/>
              </a:prstGeom>
              <a:noFill/>
              <a:ln cap="rnd" cmpd="sng" w="38100">
                <a:solidFill>
                  <a:srgbClr val="0072FF"/>
                </a:solidFill>
                <a:prstDash val="solid"/>
                <a:round/>
                <a:headEnd len="sm" w="sm" type="none"/>
                <a:tailEnd len="sm" w="sm" type="none"/>
              </a:ln>
            </p:spPr>
          </p:cxnSp>
          <p:sp>
            <p:nvSpPr>
              <p:cNvPr id="122" name="Google Shape;122;p22"/>
              <p:cNvSpPr/>
              <p:nvPr/>
            </p:nvSpPr>
            <p:spPr>
              <a:xfrm>
                <a:off x="2451196" y="3960064"/>
                <a:ext cx="316755" cy="316755"/>
              </a:xfrm>
              <a:prstGeom prst="ellipse">
                <a:avLst/>
              </a:prstGeom>
              <a:gradFill>
                <a:gsLst>
                  <a:gs pos="0">
                    <a:srgbClr val="0072FF"/>
                  </a:gs>
                  <a:gs pos="100000">
                    <a:srgbClr val="00C6FF"/>
                  </a:gs>
                </a:gsLst>
                <a:lin ang="2700000" scaled="0"/>
              </a:gradFill>
              <a:ln cap="rnd" cmpd="sng" w="9525">
                <a:solidFill>
                  <a:srgbClr val="0072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sp>
        <p:nvSpPr>
          <p:cNvPr id="123" name="Google Shape;123;p22"/>
          <p:cNvSpPr/>
          <p:nvPr/>
        </p:nvSpPr>
        <p:spPr>
          <a:xfrm>
            <a:off x="11924591" y="6583140"/>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124" name="Google Shape;124;p22"/>
          <p:cNvSpPr txBox="1"/>
          <p:nvPr>
            <p:ph idx="12" type="sldNum"/>
          </p:nvPr>
        </p:nvSpPr>
        <p:spPr>
          <a:xfrm>
            <a:off x="11900400" y="6566400"/>
            <a:ext cx="291600" cy="291600"/>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125" name="Google Shape;125;p22"/>
          <p:cNvSpPr txBox="1"/>
          <p:nvPr/>
        </p:nvSpPr>
        <p:spPr>
          <a:xfrm>
            <a:off x="4702630" y="640081"/>
            <a:ext cx="3028822" cy="646331"/>
          </a:xfrm>
          <a:prstGeom prst="rect">
            <a:avLst/>
          </a:prstGeom>
          <a:gradFill>
            <a:gsLst>
              <a:gs pos="0">
                <a:srgbClr val="0072FF"/>
              </a:gs>
              <a:gs pos="100000">
                <a:srgbClr val="00C6FF"/>
              </a:gs>
            </a:gsLst>
            <a:path path="circle">
              <a:fillToRect b="50%" l="50%" r="50%" t="50%"/>
            </a:path>
            <a:tileRect/>
          </a:grad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rPr b="1" lang="en-US" sz="3600">
                <a:solidFill>
                  <a:schemeClr val="lt1"/>
                </a:solidFill>
                <a:latin typeface="Times New Roman"/>
                <a:ea typeface="Times New Roman"/>
                <a:cs typeface="Times New Roman"/>
                <a:sym typeface="Times New Roman"/>
              </a:rPr>
              <a:t>NỘI DUNG</a:t>
            </a:r>
            <a:endParaRPr/>
          </a:p>
        </p:txBody>
      </p:sp>
      <p:sp>
        <p:nvSpPr>
          <p:cNvPr id="126" name="Google Shape;126;p22"/>
          <p:cNvSpPr txBox="1"/>
          <p:nvPr>
            <p:ph idx="1" type="body"/>
          </p:nvPr>
        </p:nvSpPr>
        <p:spPr>
          <a:xfrm>
            <a:off x="2735144" y="1286346"/>
            <a:ext cx="6721714" cy="4699000"/>
          </a:xfrm>
          <a:prstGeom prst="rect">
            <a:avLst/>
          </a:prstGeom>
          <a:noFill/>
          <a:ln>
            <a:noFill/>
          </a:ln>
        </p:spPr>
        <p:txBody>
          <a:bodyPr anchorCtr="0" anchor="ctr" bIns="45700" lIns="91425" spcFirstLastPara="1" rIns="91425" wrap="square" tIns="45700">
            <a:normAutofit/>
          </a:bodyPr>
          <a:lstStyle>
            <a:lvl1pPr indent="-368300" lvl="0" marL="457200" algn="just">
              <a:lnSpc>
                <a:spcPct val="90000"/>
              </a:lnSpc>
              <a:spcBef>
                <a:spcPts val="1000"/>
              </a:spcBef>
              <a:spcAft>
                <a:spcPts val="0"/>
              </a:spcAft>
              <a:buClr>
                <a:schemeClr val="dk1"/>
              </a:buClr>
              <a:buSzPts val="2200"/>
              <a:buFont typeface="Calibri"/>
              <a:buAutoNum type="arabicPeriod"/>
              <a:defRPr sz="2200">
                <a:latin typeface="Arial"/>
                <a:ea typeface="Arial"/>
                <a:cs typeface="Arial"/>
                <a:sym typeface="Arial"/>
              </a:defRPr>
            </a:lvl1pPr>
            <a:lvl2pPr indent="-381000" lvl="1" marL="914400" algn="ctr">
              <a:lnSpc>
                <a:spcPct val="90000"/>
              </a:lnSpc>
              <a:spcBef>
                <a:spcPts val="500"/>
              </a:spcBef>
              <a:spcAft>
                <a:spcPts val="0"/>
              </a:spcAft>
              <a:buClr>
                <a:schemeClr val="dk1"/>
              </a:buClr>
              <a:buSzPts val="2400"/>
              <a:buFont typeface="Calibri"/>
              <a:buAutoNum type="arabicPeriod"/>
              <a:defRPr>
                <a:latin typeface="Arial"/>
                <a:ea typeface="Arial"/>
                <a:cs typeface="Arial"/>
                <a:sym typeface="Arial"/>
              </a:defRPr>
            </a:lvl2pPr>
            <a:lvl3pPr indent="-355600" lvl="2" marL="1371600" algn="ctr">
              <a:lnSpc>
                <a:spcPct val="90000"/>
              </a:lnSpc>
              <a:spcBef>
                <a:spcPts val="500"/>
              </a:spcBef>
              <a:spcAft>
                <a:spcPts val="0"/>
              </a:spcAft>
              <a:buClr>
                <a:schemeClr val="dk1"/>
              </a:buClr>
              <a:buSzPts val="2000"/>
              <a:buFont typeface="Calibri"/>
              <a:buAutoNum type="arabicPeriod"/>
              <a:defRPr>
                <a:latin typeface="Arial"/>
                <a:ea typeface="Arial"/>
                <a:cs typeface="Arial"/>
                <a:sym typeface="Arial"/>
              </a:defRPr>
            </a:lvl3pPr>
            <a:lvl4pPr indent="-342900" lvl="3" marL="1828800" algn="ctr">
              <a:lnSpc>
                <a:spcPct val="90000"/>
              </a:lnSpc>
              <a:spcBef>
                <a:spcPts val="500"/>
              </a:spcBef>
              <a:spcAft>
                <a:spcPts val="0"/>
              </a:spcAft>
              <a:buClr>
                <a:schemeClr val="dk1"/>
              </a:buClr>
              <a:buSzPts val="1800"/>
              <a:buFont typeface="Calibri"/>
              <a:buAutoNum type="arabicPeriod"/>
              <a:defRPr>
                <a:latin typeface="Arial"/>
                <a:ea typeface="Arial"/>
                <a:cs typeface="Arial"/>
                <a:sym typeface="Arial"/>
              </a:defRPr>
            </a:lvl4pPr>
            <a:lvl5pPr indent="-342900" lvl="4" marL="2286000" algn="ctr">
              <a:lnSpc>
                <a:spcPct val="90000"/>
              </a:lnSpc>
              <a:spcBef>
                <a:spcPts val="500"/>
              </a:spcBef>
              <a:spcAft>
                <a:spcPts val="0"/>
              </a:spcAft>
              <a:buClr>
                <a:schemeClr val="dk1"/>
              </a:buClr>
              <a:buSzPts val="1800"/>
              <a:buFont typeface="Calibri"/>
              <a:buAutoNum type="arabicPeriod"/>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27" name="Google Shape;127;p22"/>
          <p:cNvSpPr/>
          <p:nvPr/>
        </p:nvSpPr>
        <p:spPr>
          <a:xfrm rot="10800000">
            <a:off x="0" y="0"/>
            <a:ext cx="715617" cy="616911"/>
          </a:xfrm>
          <a:prstGeom prst="triangle">
            <a:avLst>
              <a:gd fmla="val 100000" name="adj"/>
            </a:avLst>
          </a:prstGeom>
          <a:solidFill>
            <a:srgbClr val="007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28" name="Google Shape;128;p22"/>
          <p:cNvGrpSpPr/>
          <p:nvPr/>
        </p:nvGrpSpPr>
        <p:grpSpPr>
          <a:xfrm>
            <a:off x="58527" y="40944"/>
            <a:ext cx="2869771" cy="886519"/>
            <a:chOff x="44879" y="27296"/>
            <a:chExt cx="2869771" cy="886519"/>
          </a:xfrm>
        </p:grpSpPr>
        <p:cxnSp>
          <p:nvCxnSpPr>
            <p:cNvPr id="129" name="Google Shape;129;p22"/>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30" name="Google Shape;130;p22"/>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31" name="Google Shape;131;p22"/>
            <p:cNvCxnSpPr/>
            <p:nvPr/>
          </p:nvCxnSpPr>
          <p:spPr>
            <a:xfrm rot="10800000">
              <a:off x="52214" y="654128"/>
              <a:ext cx="0" cy="259687"/>
            </a:xfrm>
            <a:prstGeom prst="straightConnector1">
              <a:avLst/>
            </a:prstGeom>
            <a:noFill/>
            <a:ln cap="flat" cmpd="sng" w="38100">
              <a:solidFill>
                <a:srgbClr val="00C6FF"/>
              </a:solidFill>
              <a:prstDash val="solid"/>
              <a:miter lim="800000"/>
              <a:headEnd len="sm" w="sm" type="none"/>
              <a:tailEnd len="sm" w="sm" type="none"/>
            </a:ln>
          </p:spPr>
        </p:cxnSp>
      </p:grpSp>
      <p:pic>
        <p:nvPicPr>
          <p:cNvPr descr="A picture containing clipart, vector graphics&#10;&#10;Description automatically generated" id="132" name="Google Shape;132;p22"/>
          <p:cNvPicPr preferRelativeResize="0"/>
          <p:nvPr/>
        </p:nvPicPr>
        <p:blipFill rotWithShape="1">
          <a:blip r:embed="rId2">
            <a:alphaModFix/>
          </a:blip>
          <a:srcRect b="0" l="0" r="0" t="0"/>
          <a:stretch/>
        </p:blipFill>
        <p:spPr>
          <a:xfrm>
            <a:off x="412638" y="362637"/>
            <a:ext cx="544288" cy="450213"/>
          </a:xfrm>
          <a:prstGeom prst="rect">
            <a:avLst/>
          </a:prstGeom>
          <a:noFill/>
          <a:ln>
            <a:noFill/>
          </a:ln>
        </p:spPr>
      </p:pic>
      <p:sp>
        <p:nvSpPr>
          <p:cNvPr id="133" name="Google Shape;133;p22"/>
          <p:cNvSpPr txBox="1"/>
          <p:nvPr>
            <p:ph idx="10" type="dt"/>
          </p:nvPr>
        </p:nvSpPr>
        <p:spPr>
          <a:xfrm>
            <a:off x="796022" y="6454635"/>
            <a:ext cx="2132276" cy="26684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i dung" type="obj">
  <p:cSld name="Title and Content">
    <p:spTree>
      <p:nvGrpSpPr>
        <p:cNvPr id="134" name="Shape 134"/>
        <p:cNvGrpSpPr/>
        <p:nvPr/>
      </p:nvGrpSpPr>
      <p:grpSpPr>
        <a:xfrm>
          <a:off x="0" y="0"/>
          <a:ext cx="0" cy="0"/>
          <a:chOff x="0" y="0"/>
          <a:chExt cx="0" cy="0"/>
        </a:xfrm>
      </p:grpSpPr>
      <p:sp>
        <p:nvSpPr>
          <p:cNvPr id="135" name="Google Shape;135;p23"/>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 name="Google Shape;136;p23"/>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37" name="Google Shape;137;p23"/>
          <p:cNvGrpSpPr/>
          <p:nvPr/>
        </p:nvGrpSpPr>
        <p:grpSpPr>
          <a:xfrm>
            <a:off x="58527" y="54292"/>
            <a:ext cx="2869771" cy="1563379"/>
            <a:chOff x="44879" y="27296"/>
            <a:chExt cx="2869771" cy="1563379"/>
          </a:xfrm>
        </p:grpSpPr>
        <p:cxnSp>
          <p:nvCxnSpPr>
            <p:cNvPr id="138" name="Google Shape;138;p23"/>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39" name="Google Shape;139;p23"/>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40" name="Google Shape;140;p23"/>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141" name="Google Shape;141;p23"/>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 name="Google Shape;142;p23"/>
          <p:cNvSpPr txBox="1"/>
          <p:nvPr>
            <p:ph type="title"/>
          </p:nvPr>
        </p:nvSpPr>
        <p:spPr>
          <a:xfrm>
            <a:off x="774145" y="223964"/>
            <a:ext cx="10579655" cy="785896"/>
          </a:xfrm>
          <a:prstGeom prst="rect">
            <a:avLst/>
          </a:prstGeom>
          <a:noFill/>
          <a:ln>
            <a:noFill/>
          </a:ln>
        </p:spPr>
        <p:txBody>
          <a:bodyPr anchorCtr="0" anchor="ctr" bIns="45700" lIns="91425" spcFirstLastPara="1" rIns="91425" wrap="square" tIns="45700">
            <a:normAutofit/>
          </a:bodyPr>
          <a:lstStyle>
            <a:lvl1pPr lvl="0" algn="l">
              <a:lnSpc>
                <a:spcPct val="120000"/>
              </a:lnSpc>
              <a:spcBef>
                <a:spcPts val="200"/>
              </a:spcBef>
              <a:spcAft>
                <a:spcPts val="0"/>
              </a:spcAft>
              <a:buClr>
                <a:srgbClr val="0072FF"/>
              </a:buClr>
              <a:buSzPts val="4400"/>
              <a:buFont typeface="Times New Roman"/>
              <a:buNone/>
              <a:defRPr sz="4400"/>
            </a:lvl1pPr>
            <a:lvl2pPr lvl="1">
              <a:spcBef>
                <a:spcPts val="2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3" name="Google Shape;143;p23"/>
          <p:cNvSpPr txBox="1"/>
          <p:nvPr>
            <p:ph idx="1"/>
          </p:nvPr>
        </p:nvSpPr>
        <p:spPr>
          <a:xfrm>
            <a:off x="774145" y="1233824"/>
            <a:ext cx="10579654" cy="4943139"/>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4" name="Google Shape;144;p23"/>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145" name="Google Shape;145;p23"/>
          <p:cNvGrpSpPr/>
          <p:nvPr/>
        </p:nvGrpSpPr>
        <p:grpSpPr>
          <a:xfrm>
            <a:off x="16026" y="4629289"/>
            <a:ext cx="434350" cy="2228711"/>
            <a:chOff x="16026" y="4629289"/>
            <a:chExt cx="434350" cy="2228711"/>
          </a:xfrm>
        </p:grpSpPr>
        <p:sp>
          <p:nvSpPr>
            <p:cNvPr id="146" name="Google Shape;146;p23"/>
            <p:cNvSpPr/>
            <p:nvPr/>
          </p:nvSpPr>
          <p:spPr>
            <a:xfrm>
              <a:off x="16026" y="4629289"/>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 name="Google Shape;147;p23"/>
            <p:cNvSpPr/>
            <p:nvPr/>
          </p:nvSpPr>
          <p:spPr>
            <a:xfrm>
              <a:off x="16026" y="5005641"/>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 name="Google Shape;148;p23"/>
            <p:cNvSpPr/>
            <p:nvPr/>
          </p:nvSpPr>
          <p:spPr>
            <a:xfrm>
              <a:off x="16026" y="5381993"/>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 name="Google Shape;149;p23"/>
            <p:cNvSpPr/>
            <p:nvPr/>
          </p:nvSpPr>
          <p:spPr>
            <a:xfrm>
              <a:off x="16026" y="5758345"/>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p23"/>
            <p:cNvSpPr/>
            <p:nvPr/>
          </p:nvSpPr>
          <p:spPr>
            <a:xfrm>
              <a:off x="16026" y="6134697"/>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 name="Google Shape;151;p23"/>
            <p:cNvSpPr/>
            <p:nvPr/>
          </p:nvSpPr>
          <p:spPr>
            <a:xfrm>
              <a:off x="16026" y="6511050"/>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52" name="Google Shape;152;p23"/>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3" name="Google Shape;153;p23"/>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23"/>
          <p:cNvSpPr/>
          <p:nvPr/>
        </p:nvSpPr>
        <p:spPr>
          <a:xfrm>
            <a:off x="92963" y="6542941"/>
            <a:ext cx="280476" cy="28047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155" name="Google Shape;155;p23"/>
          <p:cNvSpPr txBox="1"/>
          <p:nvPr>
            <p:ph idx="12" type="sldNum"/>
          </p:nvPr>
        </p:nvSpPr>
        <p:spPr>
          <a:xfrm>
            <a:off x="58380" y="6508358"/>
            <a:ext cx="349642" cy="349642"/>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grpSp>
        <p:nvGrpSpPr>
          <p:cNvPr id="156" name="Google Shape;156;p23"/>
          <p:cNvGrpSpPr/>
          <p:nvPr/>
        </p:nvGrpSpPr>
        <p:grpSpPr>
          <a:xfrm rot="10800000">
            <a:off x="9265363" y="5246044"/>
            <a:ext cx="2869771" cy="1563379"/>
            <a:chOff x="44879" y="27296"/>
            <a:chExt cx="2869771" cy="1563379"/>
          </a:xfrm>
        </p:grpSpPr>
        <p:cxnSp>
          <p:nvCxnSpPr>
            <p:cNvPr id="157" name="Google Shape;157;p23"/>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58" name="Google Shape;158;p23"/>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59" name="Google Shape;159;p23"/>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i dung 2">
  <p:cSld name="Noi dung 2">
    <p:spTree>
      <p:nvGrpSpPr>
        <p:cNvPr id="160" name="Shape 160"/>
        <p:cNvGrpSpPr/>
        <p:nvPr/>
      </p:nvGrpSpPr>
      <p:grpSpPr>
        <a:xfrm>
          <a:off x="0" y="0"/>
          <a:ext cx="0" cy="0"/>
          <a:chOff x="0" y="0"/>
          <a:chExt cx="0" cy="0"/>
        </a:xfrm>
      </p:grpSpPr>
      <p:sp>
        <p:nvSpPr>
          <p:cNvPr id="161" name="Google Shape;161;p24"/>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 name="Google Shape;162;p24"/>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63" name="Google Shape;163;p24"/>
          <p:cNvGrpSpPr/>
          <p:nvPr/>
        </p:nvGrpSpPr>
        <p:grpSpPr>
          <a:xfrm>
            <a:off x="58527" y="54292"/>
            <a:ext cx="2869771" cy="1563379"/>
            <a:chOff x="44879" y="27296"/>
            <a:chExt cx="2869771" cy="1563379"/>
          </a:xfrm>
        </p:grpSpPr>
        <p:cxnSp>
          <p:nvCxnSpPr>
            <p:cNvPr id="164" name="Google Shape;164;p24"/>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65" name="Google Shape;165;p24"/>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66" name="Google Shape;166;p24"/>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167" name="Google Shape;167;p24"/>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 name="Google Shape;168;p24"/>
          <p:cNvSpPr txBox="1"/>
          <p:nvPr>
            <p:ph type="title"/>
          </p:nvPr>
        </p:nvSpPr>
        <p:spPr>
          <a:xfrm>
            <a:off x="774146" y="202009"/>
            <a:ext cx="3932227" cy="1698043"/>
          </a:xfrm>
          <a:prstGeom prst="rect">
            <a:avLst/>
          </a:prstGeom>
          <a:noFill/>
          <a:ln>
            <a:noFill/>
          </a:ln>
        </p:spPr>
        <p:txBody>
          <a:bodyPr anchorCtr="0" anchor="ctr" bIns="45700" lIns="91425" spcFirstLastPara="1" rIns="91425" wrap="square" tIns="45700">
            <a:noAutofit/>
          </a:bodyPr>
          <a:lstStyle>
            <a:lvl1pPr lvl="0" algn="l">
              <a:lnSpc>
                <a:spcPct val="120000"/>
              </a:lnSpc>
              <a:spcBef>
                <a:spcPts val="200"/>
              </a:spcBef>
              <a:spcAft>
                <a:spcPts val="0"/>
              </a:spcAft>
              <a:buClr>
                <a:srgbClr val="0072FF"/>
              </a:buClr>
              <a:buSzPts val="4000"/>
              <a:buFont typeface="Times New Roman"/>
              <a:buNone/>
              <a:defRPr sz="4000"/>
            </a:lvl1pPr>
            <a:lvl2pPr lvl="1">
              <a:spcBef>
                <a:spcPts val="2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9" name="Google Shape;169;p24"/>
          <p:cNvSpPr txBox="1"/>
          <p:nvPr>
            <p:ph idx="1" type="body"/>
          </p:nvPr>
        </p:nvSpPr>
        <p:spPr>
          <a:xfrm>
            <a:off x="774144" y="2113808"/>
            <a:ext cx="3932227" cy="4063156"/>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0" name="Google Shape;170;p24"/>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171" name="Google Shape;171;p24"/>
          <p:cNvGrpSpPr/>
          <p:nvPr/>
        </p:nvGrpSpPr>
        <p:grpSpPr>
          <a:xfrm>
            <a:off x="16026" y="4629289"/>
            <a:ext cx="434350" cy="2228711"/>
            <a:chOff x="16026" y="4629289"/>
            <a:chExt cx="434350" cy="2228711"/>
          </a:xfrm>
        </p:grpSpPr>
        <p:sp>
          <p:nvSpPr>
            <p:cNvPr id="172" name="Google Shape;172;p24"/>
            <p:cNvSpPr/>
            <p:nvPr/>
          </p:nvSpPr>
          <p:spPr>
            <a:xfrm>
              <a:off x="16026" y="4629289"/>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3" name="Google Shape;173;p24"/>
            <p:cNvSpPr/>
            <p:nvPr/>
          </p:nvSpPr>
          <p:spPr>
            <a:xfrm>
              <a:off x="16026" y="5005641"/>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4" name="Google Shape;174;p24"/>
            <p:cNvSpPr/>
            <p:nvPr/>
          </p:nvSpPr>
          <p:spPr>
            <a:xfrm>
              <a:off x="16026" y="5381993"/>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5" name="Google Shape;175;p24"/>
            <p:cNvSpPr/>
            <p:nvPr/>
          </p:nvSpPr>
          <p:spPr>
            <a:xfrm>
              <a:off x="16026" y="5758345"/>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6" name="Google Shape;176;p24"/>
            <p:cNvSpPr/>
            <p:nvPr/>
          </p:nvSpPr>
          <p:spPr>
            <a:xfrm>
              <a:off x="16026" y="6134697"/>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7" name="Google Shape;177;p24"/>
            <p:cNvSpPr/>
            <p:nvPr/>
          </p:nvSpPr>
          <p:spPr>
            <a:xfrm>
              <a:off x="16026" y="6511050"/>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78" name="Google Shape;178;p24"/>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9" name="Google Shape;179;p24"/>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0" name="Google Shape;180;p24"/>
          <p:cNvSpPr/>
          <p:nvPr/>
        </p:nvSpPr>
        <p:spPr>
          <a:xfrm>
            <a:off x="92963" y="6542941"/>
            <a:ext cx="280476" cy="28047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181" name="Google Shape;181;p24"/>
          <p:cNvSpPr txBox="1"/>
          <p:nvPr>
            <p:ph idx="12" type="sldNum"/>
          </p:nvPr>
        </p:nvSpPr>
        <p:spPr>
          <a:xfrm>
            <a:off x="58380" y="6508358"/>
            <a:ext cx="349642" cy="349642"/>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grpSp>
        <p:nvGrpSpPr>
          <p:cNvPr id="182" name="Google Shape;182;p24"/>
          <p:cNvGrpSpPr/>
          <p:nvPr/>
        </p:nvGrpSpPr>
        <p:grpSpPr>
          <a:xfrm rot="10800000">
            <a:off x="9265363" y="5246044"/>
            <a:ext cx="2869771" cy="1563379"/>
            <a:chOff x="44879" y="27296"/>
            <a:chExt cx="2869771" cy="1563379"/>
          </a:xfrm>
        </p:grpSpPr>
        <p:cxnSp>
          <p:nvCxnSpPr>
            <p:cNvPr id="183" name="Google Shape;183;p24"/>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84" name="Google Shape;184;p24"/>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85" name="Google Shape;185;p24"/>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186" name="Google Shape;186;p24"/>
          <p:cNvSpPr txBox="1"/>
          <p:nvPr>
            <p:ph idx="2" type="body"/>
          </p:nvPr>
        </p:nvSpPr>
        <p:spPr>
          <a:xfrm>
            <a:off x="5085934" y="202009"/>
            <a:ext cx="6267866" cy="5969620"/>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g trống" type="blank">
  <p:cSld name="Blank">
    <p:spTree>
      <p:nvGrpSpPr>
        <p:cNvPr id="187" name="Shape 187"/>
        <p:cNvGrpSpPr/>
        <p:nvPr/>
      </p:nvGrpSpPr>
      <p:grpSpPr>
        <a:xfrm>
          <a:off x="0" y="0"/>
          <a:ext cx="0" cy="0"/>
          <a:chOff x="0" y="0"/>
          <a:chExt cx="0" cy="0"/>
        </a:xfrm>
      </p:grpSpPr>
      <p:sp>
        <p:nvSpPr>
          <p:cNvPr id="188" name="Google Shape;188;p25"/>
          <p:cNvSpPr txBox="1"/>
          <p:nvPr>
            <p:ph idx="11" type="ftr"/>
          </p:nvPr>
        </p:nvSpPr>
        <p:spPr>
          <a:xfrm>
            <a:off x="3684104" y="6481647"/>
            <a:ext cx="4823792"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9" name="Google Shape;189;p25"/>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0" name="Google Shape;190;p25"/>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91" name="Google Shape;191;p25"/>
          <p:cNvGrpSpPr/>
          <p:nvPr/>
        </p:nvGrpSpPr>
        <p:grpSpPr>
          <a:xfrm>
            <a:off x="58527" y="40944"/>
            <a:ext cx="2869771" cy="1563379"/>
            <a:chOff x="44879" y="27296"/>
            <a:chExt cx="2869771" cy="1563379"/>
          </a:xfrm>
        </p:grpSpPr>
        <p:cxnSp>
          <p:nvCxnSpPr>
            <p:cNvPr id="192" name="Google Shape;192;p25"/>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193" name="Google Shape;193;p25"/>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194" name="Google Shape;194;p25"/>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195" name="Google Shape;195;p25"/>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96" name="Google Shape;196;p25"/>
          <p:cNvGrpSpPr/>
          <p:nvPr/>
        </p:nvGrpSpPr>
        <p:grpSpPr>
          <a:xfrm rot="10800000">
            <a:off x="9263702" y="5253677"/>
            <a:ext cx="2869771" cy="1563379"/>
            <a:chOff x="44879" y="27296"/>
            <a:chExt cx="2869771" cy="1563379"/>
          </a:xfrm>
        </p:grpSpPr>
        <p:cxnSp>
          <p:nvCxnSpPr>
            <p:cNvPr id="197" name="Google Shape;197;p25"/>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198" name="Google Shape;198;p25"/>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199" name="Google Shape;199;p25"/>
            <p:cNvCxnSpPr/>
            <p:nvPr/>
          </p:nvCxnSpPr>
          <p:spPr>
            <a:xfrm rot="10800000">
              <a:off x="52214" y="654128"/>
              <a:ext cx="0" cy="936547"/>
            </a:xfrm>
            <a:prstGeom prst="straightConnector1">
              <a:avLst/>
            </a:prstGeom>
            <a:noFill/>
            <a:ln cap="rnd" cmpd="sng" w="38100">
              <a:solidFill>
                <a:srgbClr val="00C6FF"/>
              </a:solidFill>
              <a:prstDash val="solid"/>
              <a:round/>
              <a:headEnd len="sm" w="sm" type="none"/>
              <a:tailEnd len="sm" w="sm" type="none"/>
            </a:ln>
          </p:spPr>
        </p:cxnSp>
      </p:grpSp>
      <p:sp>
        <p:nvSpPr>
          <p:cNvPr id="200" name="Google Shape;200;p25"/>
          <p:cNvSpPr/>
          <p:nvPr/>
        </p:nvSpPr>
        <p:spPr>
          <a:xfrm>
            <a:off x="11926541" y="6589084"/>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201" name="Google Shape;201;p25"/>
          <p:cNvSpPr/>
          <p:nvPr/>
        </p:nvSpPr>
        <p:spPr>
          <a:xfrm>
            <a:off x="16026" y="4629289"/>
            <a:ext cx="434350" cy="346950"/>
          </a:xfrm>
          <a:prstGeom prst="rect">
            <a:avLst/>
          </a:prstGeom>
          <a:gradFill>
            <a:gsLst>
              <a:gs pos="0">
                <a:srgbClr val="0072FF"/>
              </a:gs>
              <a:gs pos="100000">
                <a:srgbClr val="00C6FF"/>
              </a:gs>
            </a:gsLst>
            <a:lin ang="2700000" scaled="0"/>
          </a:grad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25"/>
          <p:cNvSpPr/>
          <p:nvPr/>
        </p:nvSpPr>
        <p:spPr>
          <a:xfrm>
            <a:off x="16026" y="5005641"/>
            <a:ext cx="434350" cy="346950"/>
          </a:xfrm>
          <a:prstGeom prst="rect">
            <a:avLst/>
          </a:prstGeom>
          <a:gradFill>
            <a:gsLst>
              <a:gs pos="0">
                <a:srgbClr val="0072FF"/>
              </a:gs>
              <a:gs pos="100000">
                <a:srgbClr val="00C6FF"/>
              </a:gs>
            </a:gsLst>
            <a:lin ang="2700000" scaled="0"/>
          </a:grad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 name="Google Shape;203;p25"/>
          <p:cNvSpPr/>
          <p:nvPr/>
        </p:nvSpPr>
        <p:spPr>
          <a:xfrm>
            <a:off x="16026" y="5381993"/>
            <a:ext cx="434350" cy="346950"/>
          </a:xfrm>
          <a:prstGeom prst="rect">
            <a:avLst/>
          </a:prstGeom>
          <a:gradFill>
            <a:gsLst>
              <a:gs pos="0">
                <a:srgbClr val="0072FF"/>
              </a:gs>
              <a:gs pos="100000">
                <a:srgbClr val="00C6FF"/>
              </a:gs>
            </a:gsLst>
            <a:lin ang="2700000" scaled="0"/>
          </a:grad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 name="Google Shape;204;p25"/>
          <p:cNvSpPr/>
          <p:nvPr/>
        </p:nvSpPr>
        <p:spPr>
          <a:xfrm>
            <a:off x="16026" y="5758345"/>
            <a:ext cx="434350" cy="346950"/>
          </a:xfrm>
          <a:prstGeom prst="rect">
            <a:avLst/>
          </a:prstGeom>
          <a:no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5" name="Google Shape;205;p25"/>
          <p:cNvSpPr/>
          <p:nvPr/>
        </p:nvSpPr>
        <p:spPr>
          <a:xfrm>
            <a:off x="16026" y="6134697"/>
            <a:ext cx="434350" cy="346950"/>
          </a:xfrm>
          <a:prstGeom prst="rect">
            <a:avLst/>
          </a:prstGeom>
          <a:no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6" name="Google Shape;206;p25"/>
          <p:cNvSpPr/>
          <p:nvPr/>
        </p:nvSpPr>
        <p:spPr>
          <a:xfrm>
            <a:off x="16026" y="6511050"/>
            <a:ext cx="434350" cy="346950"/>
          </a:xfrm>
          <a:prstGeom prst="rect">
            <a:avLst/>
          </a:prstGeom>
          <a:noFill/>
          <a:ln cap="flat" cmpd="sng" w="12700">
            <a:solidFill>
              <a:srgbClr val="0072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descr="A picture containing clipart, vector graphics&#10;&#10;Description automatically generated" id="207" name="Google Shape;207;p25"/>
          <p:cNvPicPr preferRelativeResize="0"/>
          <p:nvPr/>
        </p:nvPicPr>
        <p:blipFill rotWithShape="1">
          <a:blip r:embed="rId3">
            <a:alphaModFix/>
          </a:blip>
          <a:srcRect b="0" l="0" r="0" t="0"/>
          <a:stretch/>
        </p:blipFill>
        <p:spPr>
          <a:xfrm>
            <a:off x="412638" y="362637"/>
            <a:ext cx="544288" cy="450213"/>
          </a:xfrm>
          <a:prstGeom prst="rect">
            <a:avLst/>
          </a:prstGeom>
          <a:noFill/>
          <a:ln>
            <a:noFill/>
          </a:ln>
        </p:spPr>
      </p:pic>
      <p:sp>
        <p:nvSpPr>
          <p:cNvPr id="208" name="Google Shape;208;p25"/>
          <p:cNvSpPr txBox="1"/>
          <p:nvPr>
            <p:ph idx="12" type="sldNum"/>
          </p:nvPr>
        </p:nvSpPr>
        <p:spPr>
          <a:xfrm>
            <a:off x="11897699" y="6560242"/>
            <a:ext cx="291600" cy="291600"/>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209" name="Google Shape;209;p25"/>
          <p:cNvSpPr txBox="1"/>
          <p:nvPr>
            <p:ph idx="10" type="dt"/>
          </p:nvPr>
        </p:nvSpPr>
        <p:spPr>
          <a:xfrm>
            <a:off x="838200" y="6481647"/>
            <a:ext cx="2148299"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êu đề chương">
  <p:cSld name="3_Tiêu đề chương">
    <p:spTree>
      <p:nvGrpSpPr>
        <p:cNvPr id="210" name="Shape 210"/>
        <p:cNvGrpSpPr/>
        <p:nvPr/>
      </p:nvGrpSpPr>
      <p:grpSpPr>
        <a:xfrm>
          <a:off x="0" y="0"/>
          <a:ext cx="0" cy="0"/>
          <a:chOff x="0" y="0"/>
          <a:chExt cx="0" cy="0"/>
        </a:xfrm>
      </p:grpSpPr>
      <p:pic>
        <p:nvPicPr>
          <p:cNvPr descr="Background pattern&#10;&#10;Description automatically generated" id="211" name="Google Shape;211;p26"/>
          <p:cNvPicPr preferRelativeResize="0"/>
          <p:nvPr/>
        </p:nvPicPr>
        <p:blipFill rotWithShape="1">
          <a:blip r:embed="rId2">
            <a:alphaModFix/>
          </a:blip>
          <a:srcRect b="0" l="0" r="0" t="0"/>
          <a:stretch/>
        </p:blipFill>
        <p:spPr>
          <a:xfrm>
            <a:off x="-1" y="-1"/>
            <a:ext cx="12192001" cy="6854889"/>
          </a:xfrm>
          <a:prstGeom prst="rect">
            <a:avLst/>
          </a:prstGeom>
          <a:noFill/>
          <a:ln>
            <a:noFill/>
          </a:ln>
        </p:spPr>
      </p:pic>
      <p:sp>
        <p:nvSpPr>
          <p:cNvPr id="212" name="Google Shape;212;p26"/>
          <p:cNvSpPr/>
          <p:nvPr/>
        </p:nvSpPr>
        <p:spPr>
          <a:xfrm>
            <a:off x="-1" y="-3113"/>
            <a:ext cx="12192000" cy="6858000"/>
          </a:xfrm>
          <a:prstGeom prst="rect">
            <a:avLst/>
          </a:prstGeom>
          <a:gradFill>
            <a:gsLst>
              <a:gs pos="0">
                <a:srgbClr val="0A4671">
                  <a:alpha val="74901"/>
                </a:srgbClr>
              </a:gs>
              <a:gs pos="100000">
                <a:srgbClr val="0A4671"/>
              </a:gs>
            </a:gsLst>
            <a:path path="circle">
              <a:fillToRect b="50%" l="50%" r="50%" t="50%"/>
            </a:path>
            <a:tileRect/>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3" name="Google Shape;213;p26"/>
          <p:cNvSpPr/>
          <p:nvPr/>
        </p:nvSpPr>
        <p:spPr>
          <a:xfrm rot="10800000">
            <a:off x="0" y="0"/>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14" name="Google Shape;214;p26"/>
          <p:cNvGrpSpPr/>
          <p:nvPr/>
        </p:nvGrpSpPr>
        <p:grpSpPr>
          <a:xfrm>
            <a:off x="58527" y="40944"/>
            <a:ext cx="2869771" cy="1563379"/>
            <a:chOff x="44879" y="27296"/>
            <a:chExt cx="2869771" cy="1563379"/>
          </a:xfrm>
        </p:grpSpPr>
        <p:cxnSp>
          <p:nvCxnSpPr>
            <p:cNvPr id="215" name="Google Shape;215;p26"/>
            <p:cNvCxnSpPr/>
            <p:nvPr/>
          </p:nvCxnSpPr>
          <p:spPr>
            <a:xfrm rot="10800000">
              <a:off x="766351" y="34631"/>
              <a:ext cx="2148299" cy="0"/>
            </a:xfrm>
            <a:prstGeom prst="straightConnector1">
              <a:avLst/>
            </a:prstGeom>
            <a:noFill/>
            <a:ln cap="flat" cmpd="sng" w="38100">
              <a:solidFill>
                <a:srgbClr val="00F7FF"/>
              </a:solidFill>
              <a:prstDash val="solid"/>
              <a:miter lim="800000"/>
              <a:headEnd len="sm" w="sm" type="none"/>
              <a:tailEnd len="sm" w="sm" type="none"/>
            </a:ln>
          </p:spPr>
        </p:cxnSp>
        <p:cxnSp>
          <p:nvCxnSpPr>
            <p:cNvPr id="216" name="Google Shape;216;p26"/>
            <p:cNvCxnSpPr/>
            <p:nvPr/>
          </p:nvCxnSpPr>
          <p:spPr>
            <a:xfrm flipH="1">
              <a:off x="44879" y="27296"/>
              <a:ext cx="737495" cy="644210"/>
            </a:xfrm>
            <a:prstGeom prst="straightConnector1">
              <a:avLst/>
            </a:prstGeom>
            <a:noFill/>
            <a:ln cap="flat" cmpd="sng" w="38100">
              <a:solidFill>
                <a:srgbClr val="00F7FF"/>
              </a:solidFill>
              <a:prstDash val="solid"/>
              <a:miter lim="800000"/>
              <a:headEnd len="sm" w="sm" type="none"/>
              <a:tailEnd len="sm" w="sm" type="none"/>
            </a:ln>
          </p:spPr>
        </p:cxnSp>
        <p:cxnSp>
          <p:nvCxnSpPr>
            <p:cNvPr id="217" name="Google Shape;217;p26"/>
            <p:cNvCxnSpPr/>
            <p:nvPr/>
          </p:nvCxnSpPr>
          <p:spPr>
            <a:xfrm rot="10800000">
              <a:off x="52214" y="654128"/>
              <a:ext cx="0" cy="936547"/>
            </a:xfrm>
            <a:prstGeom prst="straightConnector1">
              <a:avLst/>
            </a:prstGeom>
            <a:noFill/>
            <a:ln cap="flat" cmpd="sng" w="38100">
              <a:solidFill>
                <a:srgbClr val="00F7FF"/>
              </a:solidFill>
              <a:prstDash val="solid"/>
              <a:miter lim="800000"/>
              <a:headEnd len="sm" w="sm" type="none"/>
              <a:tailEnd len="sm" w="sm" type="none"/>
            </a:ln>
          </p:spPr>
        </p:cxnSp>
      </p:grpSp>
      <p:sp>
        <p:nvSpPr>
          <p:cNvPr id="218" name="Google Shape;218;p26"/>
          <p:cNvSpPr/>
          <p:nvPr/>
        </p:nvSpPr>
        <p:spPr>
          <a:xfrm>
            <a:off x="11476383" y="6241089"/>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19" name="Google Shape;219;p26"/>
          <p:cNvGrpSpPr/>
          <p:nvPr/>
        </p:nvGrpSpPr>
        <p:grpSpPr>
          <a:xfrm rot="10800000">
            <a:off x="9263702" y="5253677"/>
            <a:ext cx="2869771" cy="1563379"/>
            <a:chOff x="44879" y="27296"/>
            <a:chExt cx="2869771" cy="1563379"/>
          </a:xfrm>
        </p:grpSpPr>
        <p:cxnSp>
          <p:nvCxnSpPr>
            <p:cNvPr id="220" name="Google Shape;220;p26"/>
            <p:cNvCxnSpPr/>
            <p:nvPr/>
          </p:nvCxnSpPr>
          <p:spPr>
            <a:xfrm rot="10800000">
              <a:off x="766351" y="34631"/>
              <a:ext cx="2148299" cy="0"/>
            </a:xfrm>
            <a:prstGeom prst="straightConnector1">
              <a:avLst/>
            </a:prstGeom>
            <a:noFill/>
            <a:ln cap="rnd" cmpd="sng" w="38100">
              <a:solidFill>
                <a:srgbClr val="00F7FF"/>
              </a:solidFill>
              <a:prstDash val="solid"/>
              <a:round/>
              <a:headEnd len="sm" w="sm" type="none"/>
              <a:tailEnd len="sm" w="sm" type="none"/>
            </a:ln>
          </p:spPr>
        </p:cxnSp>
        <p:cxnSp>
          <p:nvCxnSpPr>
            <p:cNvPr id="221" name="Google Shape;221;p26"/>
            <p:cNvCxnSpPr/>
            <p:nvPr/>
          </p:nvCxnSpPr>
          <p:spPr>
            <a:xfrm flipH="1">
              <a:off x="44879" y="27296"/>
              <a:ext cx="737495" cy="644210"/>
            </a:xfrm>
            <a:prstGeom prst="straightConnector1">
              <a:avLst/>
            </a:prstGeom>
            <a:noFill/>
            <a:ln cap="rnd" cmpd="sng" w="38100">
              <a:solidFill>
                <a:srgbClr val="00F7FF"/>
              </a:solidFill>
              <a:prstDash val="solid"/>
              <a:round/>
              <a:headEnd len="sm" w="sm" type="none"/>
              <a:tailEnd len="sm" w="sm" type="none"/>
            </a:ln>
          </p:spPr>
        </p:cxnSp>
        <p:cxnSp>
          <p:nvCxnSpPr>
            <p:cNvPr id="222" name="Google Shape;222;p26"/>
            <p:cNvCxnSpPr/>
            <p:nvPr/>
          </p:nvCxnSpPr>
          <p:spPr>
            <a:xfrm rot="10800000">
              <a:off x="52214" y="654128"/>
              <a:ext cx="0" cy="936547"/>
            </a:xfrm>
            <a:prstGeom prst="straightConnector1">
              <a:avLst/>
            </a:prstGeom>
            <a:noFill/>
            <a:ln cap="rnd" cmpd="sng" w="38100">
              <a:solidFill>
                <a:srgbClr val="00F7FF"/>
              </a:solidFill>
              <a:prstDash val="solid"/>
              <a:round/>
              <a:headEnd len="sm" w="sm" type="none"/>
              <a:tailEnd len="sm" w="sm" type="none"/>
            </a:ln>
          </p:spPr>
        </p:cxnSp>
      </p:grpSp>
      <p:sp>
        <p:nvSpPr>
          <p:cNvPr id="223" name="Google Shape;223;p26"/>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26"/>
          <p:cNvSpPr txBox="1"/>
          <p:nvPr>
            <p:ph idx="10" type="dt"/>
          </p:nvPr>
        </p:nvSpPr>
        <p:spPr>
          <a:xfrm>
            <a:off x="6060300" y="6481647"/>
            <a:ext cx="2090098"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D8D8D8"/>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5" name="Google Shape;225;p26"/>
          <p:cNvSpPr txBox="1"/>
          <p:nvPr>
            <p:ph idx="11" type="ftr"/>
          </p:nvPr>
        </p:nvSpPr>
        <p:spPr>
          <a:xfrm>
            <a:off x="838200" y="6481647"/>
            <a:ext cx="4475922"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D8D8D8"/>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6" name="Google Shape;226;p26"/>
          <p:cNvSpPr/>
          <p:nvPr/>
        </p:nvSpPr>
        <p:spPr>
          <a:xfrm>
            <a:off x="95208" y="6583150"/>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227" name="Google Shape;227;p26"/>
          <p:cNvSpPr txBox="1"/>
          <p:nvPr>
            <p:ph idx="12" type="sldNum"/>
          </p:nvPr>
        </p:nvSpPr>
        <p:spPr>
          <a:xfrm>
            <a:off x="65862" y="6542216"/>
            <a:ext cx="292608" cy="31578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228" name="Google Shape;228;p26"/>
          <p:cNvSpPr/>
          <p:nvPr>
            <p:ph idx="1" type="body"/>
          </p:nvPr>
        </p:nvSpPr>
        <p:spPr>
          <a:xfrm>
            <a:off x="1704109" y="3019167"/>
            <a:ext cx="4583866" cy="1439258"/>
          </a:xfrm>
          <a:prstGeom prst="roundRect">
            <a:avLst>
              <a:gd fmla="val 2631" name="adj"/>
            </a:avLst>
          </a:prstGeom>
          <a:solidFill>
            <a:srgbClr val="F2F2F2"/>
          </a:solidFill>
          <a:ln cap="rnd" cmpd="sng" w="19050">
            <a:solidFill>
              <a:srgbClr val="00C6FF"/>
            </a:solidFill>
            <a:prstDash val="solid"/>
            <a:round/>
            <a:headEnd len="sm" w="sm" type="none"/>
            <a:tailEnd len="sm" w="sm" type="none"/>
          </a:ln>
        </p:spPr>
        <p:txBody>
          <a:bodyPr anchorCtr="0" anchor="ctr" bIns="45700" lIns="91425" spcFirstLastPara="1" rIns="91425" wrap="square" tIns="45700">
            <a:normAutofit/>
          </a:bodyPr>
          <a:lstStyle>
            <a:lvl1pPr indent="-228600" lvl="0" marL="457200" algn="l">
              <a:lnSpc>
                <a:spcPct val="90000"/>
              </a:lnSpc>
              <a:spcBef>
                <a:spcPts val="1000"/>
              </a:spcBef>
              <a:spcAft>
                <a:spcPts val="0"/>
              </a:spcAft>
              <a:buClr>
                <a:srgbClr val="0072FF"/>
              </a:buClr>
              <a:buSzPts val="2000"/>
              <a:buNone/>
              <a:defRPr b="1" i="0" sz="2000">
                <a:solidFill>
                  <a:srgbClr val="0072FF"/>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229" name="Google Shape;229;p26"/>
          <p:cNvGrpSpPr/>
          <p:nvPr/>
        </p:nvGrpSpPr>
        <p:grpSpPr>
          <a:xfrm>
            <a:off x="-1" y="4458425"/>
            <a:ext cx="8647103" cy="664514"/>
            <a:chOff x="-349411" y="1322122"/>
            <a:chExt cx="8647103" cy="664514"/>
          </a:xfrm>
        </p:grpSpPr>
        <p:cxnSp>
          <p:nvCxnSpPr>
            <p:cNvPr id="230" name="Google Shape;230;p26"/>
            <p:cNvCxnSpPr/>
            <p:nvPr/>
          </p:nvCxnSpPr>
          <p:spPr>
            <a:xfrm>
              <a:off x="-349411" y="1986636"/>
              <a:ext cx="6360520" cy="0"/>
            </a:xfrm>
            <a:prstGeom prst="straightConnector1">
              <a:avLst/>
            </a:prstGeom>
            <a:noFill/>
            <a:ln cap="rnd" cmpd="sng" w="38100">
              <a:solidFill>
                <a:srgbClr val="00F7FF"/>
              </a:solidFill>
              <a:prstDash val="solid"/>
              <a:round/>
              <a:headEnd len="sm" w="sm" type="none"/>
              <a:tailEnd len="sm" w="sm" type="none"/>
            </a:ln>
          </p:spPr>
        </p:cxnSp>
        <p:cxnSp>
          <p:nvCxnSpPr>
            <p:cNvPr id="231" name="Google Shape;231;p26"/>
            <p:cNvCxnSpPr/>
            <p:nvPr/>
          </p:nvCxnSpPr>
          <p:spPr>
            <a:xfrm flipH="1" rot="10800000">
              <a:off x="6011109" y="1480500"/>
              <a:ext cx="591405" cy="506136"/>
            </a:xfrm>
            <a:prstGeom prst="straightConnector1">
              <a:avLst/>
            </a:prstGeom>
            <a:noFill/>
            <a:ln cap="rnd" cmpd="sng" w="38100">
              <a:solidFill>
                <a:srgbClr val="00F7FF"/>
              </a:solidFill>
              <a:prstDash val="solid"/>
              <a:round/>
              <a:headEnd len="sm" w="sm" type="none"/>
              <a:tailEnd len="sm" w="sm" type="none"/>
            </a:ln>
          </p:spPr>
        </p:cxnSp>
        <p:cxnSp>
          <p:nvCxnSpPr>
            <p:cNvPr id="232" name="Google Shape;232;p26"/>
            <p:cNvCxnSpPr/>
            <p:nvPr/>
          </p:nvCxnSpPr>
          <p:spPr>
            <a:xfrm>
              <a:off x="6602514" y="1480500"/>
              <a:ext cx="1378423" cy="0"/>
            </a:xfrm>
            <a:prstGeom prst="straightConnector1">
              <a:avLst/>
            </a:prstGeom>
            <a:noFill/>
            <a:ln cap="rnd" cmpd="sng" w="38100">
              <a:solidFill>
                <a:srgbClr val="00F7FF"/>
              </a:solidFill>
              <a:prstDash val="solid"/>
              <a:round/>
              <a:headEnd len="sm" w="sm" type="none"/>
              <a:tailEnd len="sm" w="sm" type="none"/>
            </a:ln>
          </p:spPr>
        </p:cxnSp>
        <p:sp>
          <p:nvSpPr>
            <p:cNvPr id="233" name="Google Shape;233;p26"/>
            <p:cNvSpPr/>
            <p:nvPr/>
          </p:nvSpPr>
          <p:spPr>
            <a:xfrm>
              <a:off x="7980937" y="1322122"/>
              <a:ext cx="316755" cy="316755"/>
            </a:xfrm>
            <a:prstGeom prst="ellipse">
              <a:avLst/>
            </a:prstGeom>
            <a:gradFill>
              <a:gsLst>
                <a:gs pos="0">
                  <a:srgbClr val="00F7FF"/>
                </a:gs>
                <a:gs pos="100000">
                  <a:srgbClr val="00C6FF"/>
                </a:gs>
              </a:gsLst>
              <a:lin ang="27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234" name="Google Shape;234;p26"/>
          <p:cNvSpPr/>
          <p:nvPr/>
        </p:nvSpPr>
        <p:spPr>
          <a:xfrm>
            <a:off x="796022" y="2736380"/>
            <a:ext cx="2019600" cy="2019600"/>
          </a:xfrm>
          <a:prstGeom prst="ellipse">
            <a:avLst/>
          </a:prstGeom>
          <a:gradFill>
            <a:gsLst>
              <a:gs pos="0">
                <a:srgbClr val="00C6FF"/>
              </a:gs>
              <a:gs pos="100000">
                <a:srgbClr val="0072FF"/>
              </a:gs>
            </a:gsLst>
            <a:lin ang="5400000" scaled="0"/>
          </a:gradFill>
          <a:ln cap="flat" cmpd="sng" w="12700">
            <a:solidFill>
              <a:srgbClr val="00C6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5" name="Google Shape;235;p26"/>
          <p:cNvSpPr/>
          <p:nvPr>
            <p:ph idx="2" type="pic"/>
          </p:nvPr>
        </p:nvSpPr>
        <p:spPr>
          <a:xfrm>
            <a:off x="690326" y="2728996"/>
            <a:ext cx="2020888" cy="2019600"/>
          </a:xfrm>
          <a:prstGeom prst="ellipse">
            <a:avLst/>
          </a:prstGeom>
          <a:solidFill>
            <a:schemeClr val="lt1"/>
          </a:solidFill>
          <a:ln cap="flat" cmpd="sng" w="19050">
            <a:solidFill>
              <a:srgbClr val="00F7FF"/>
            </a:solidFill>
            <a:prstDash val="solid"/>
            <a:round/>
            <a:headEnd len="sm" w="sm" type="none"/>
            <a:tailEnd len="sm" w="sm" type="none"/>
          </a:ln>
          <a:effectLst>
            <a:outerShdw blurRad="63500" sx="102000" rotWithShape="0" algn="ctr" sy="102000">
              <a:srgbClr val="000000">
                <a:alpha val="40000"/>
              </a:srgbClr>
            </a:outerShdw>
          </a:effectLst>
        </p:spPr>
      </p:sp>
      <p:sp>
        <p:nvSpPr>
          <p:cNvPr id="236" name="Google Shape;236;p26"/>
          <p:cNvSpPr txBox="1"/>
          <p:nvPr>
            <p:ph idx="3" type="body"/>
          </p:nvPr>
        </p:nvSpPr>
        <p:spPr>
          <a:xfrm>
            <a:off x="2711214" y="2263753"/>
            <a:ext cx="3576761" cy="622002"/>
          </a:xfrm>
          <a:prstGeom prst="rect">
            <a:avLst/>
          </a:prstGeom>
          <a:noFill/>
          <a:ln>
            <a:noFill/>
          </a:ln>
        </p:spPr>
        <p:txBody>
          <a:bodyPr anchorCtr="0" anchor="ctr" bIns="45700" lIns="91425" spcFirstLastPara="1" rIns="91425" wrap="square" tIns="45700">
            <a:noAutofit/>
          </a:bodyPr>
          <a:lstStyle>
            <a:lvl1pPr indent="-228600" lvl="0" marL="457200" algn="r">
              <a:lnSpc>
                <a:spcPct val="90000"/>
              </a:lnSpc>
              <a:spcBef>
                <a:spcPts val="1000"/>
              </a:spcBef>
              <a:spcAft>
                <a:spcPts val="0"/>
              </a:spcAft>
              <a:buClr>
                <a:srgbClr val="00F7FF"/>
              </a:buClr>
              <a:buSzPts val="3600"/>
              <a:buNone/>
              <a:defRPr b="1" sz="3600">
                <a:solidFill>
                  <a:srgbClr val="00F7FF"/>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Mục lục">
  <p:cSld name="1_Mục lục">
    <p:spTree>
      <p:nvGrpSpPr>
        <p:cNvPr id="237" name="Shape 237"/>
        <p:cNvGrpSpPr/>
        <p:nvPr/>
      </p:nvGrpSpPr>
      <p:grpSpPr>
        <a:xfrm>
          <a:off x="0" y="0"/>
          <a:ext cx="0" cy="0"/>
          <a:chOff x="0" y="0"/>
          <a:chExt cx="0" cy="0"/>
        </a:xfrm>
      </p:grpSpPr>
      <p:sp>
        <p:nvSpPr>
          <p:cNvPr id="238" name="Google Shape;238;p27"/>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39" name="Google Shape;239;p27"/>
          <p:cNvGrpSpPr/>
          <p:nvPr/>
        </p:nvGrpSpPr>
        <p:grpSpPr>
          <a:xfrm rot="10800000">
            <a:off x="9263702" y="5930537"/>
            <a:ext cx="2869771" cy="886519"/>
            <a:chOff x="44879" y="27296"/>
            <a:chExt cx="2869771" cy="886519"/>
          </a:xfrm>
        </p:grpSpPr>
        <p:cxnSp>
          <p:nvCxnSpPr>
            <p:cNvPr id="240" name="Google Shape;240;p27"/>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241" name="Google Shape;241;p27"/>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242" name="Google Shape;242;p27"/>
            <p:cNvCxnSpPr/>
            <p:nvPr/>
          </p:nvCxnSpPr>
          <p:spPr>
            <a:xfrm rot="10800000">
              <a:off x="52214" y="654128"/>
              <a:ext cx="0" cy="259687"/>
            </a:xfrm>
            <a:prstGeom prst="straightConnector1">
              <a:avLst/>
            </a:prstGeom>
            <a:noFill/>
            <a:ln cap="rnd" cmpd="sng" w="38100">
              <a:solidFill>
                <a:srgbClr val="00C6FF"/>
              </a:solidFill>
              <a:prstDash val="solid"/>
              <a:round/>
              <a:headEnd len="sm" w="sm" type="none"/>
              <a:tailEnd len="sm" w="sm" type="none"/>
            </a:ln>
          </p:spPr>
        </p:cxnSp>
      </p:grpSp>
      <p:sp>
        <p:nvSpPr>
          <p:cNvPr id="243" name="Google Shape;243;p27"/>
          <p:cNvSpPr txBox="1"/>
          <p:nvPr>
            <p:ph idx="11" type="ftr"/>
          </p:nvPr>
        </p:nvSpPr>
        <p:spPr>
          <a:xfrm>
            <a:off x="3465443" y="6466114"/>
            <a:ext cx="5261114" cy="255361"/>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244" name="Google Shape;244;p27"/>
          <p:cNvGrpSpPr/>
          <p:nvPr/>
        </p:nvGrpSpPr>
        <p:grpSpPr>
          <a:xfrm>
            <a:off x="-2323526" y="1121391"/>
            <a:ext cx="4841288" cy="5054000"/>
            <a:chOff x="-1259888" y="901609"/>
            <a:chExt cx="4841288" cy="5054000"/>
          </a:xfrm>
        </p:grpSpPr>
        <p:grpSp>
          <p:nvGrpSpPr>
            <p:cNvPr id="245" name="Google Shape;245;p27"/>
            <p:cNvGrpSpPr/>
            <p:nvPr/>
          </p:nvGrpSpPr>
          <p:grpSpPr>
            <a:xfrm>
              <a:off x="-1225468" y="901609"/>
              <a:ext cx="4806868" cy="664514"/>
              <a:chOff x="0" y="901609"/>
              <a:chExt cx="4806868" cy="664514"/>
            </a:xfrm>
          </p:grpSpPr>
          <p:cxnSp>
            <p:nvCxnSpPr>
              <p:cNvPr id="246" name="Google Shape;246;p27"/>
              <p:cNvCxnSpPr/>
              <p:nvPr/>
            </p:nvCxnSpPr>
            <p:spPr>
              <a:xfrm>
                <a:off x="0" y="1566123"/>
                <a:ext cx="253393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47" name="Google Shape;247;p27"/>
              <p:cNvCxnSpPr/>
              <p:nvPr/>
            </p:nvCxnSpPr>
            <p:spPr>
              <a:xfrm flipH="1" rot="10800000">
                <a:off x="2520285" y="1059987"/>
                <a:ext cx="591405" cy="506136"/>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48" name="Google Shape;248;p27"/>
              <p:cNvCxnSpPr/>
              <p:nvPr/>
            </p:nvCxnSpPr>
            <p:spPr>
              <a:xfrm>
                <a:off x="3111690" y="1059987"/>
                <a:ext cx="1378423"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49" name="Google Shape;249;p27"/>
              <p:cNvSpPr/>
              <p:nvPr/>
            </p:nvSpPr>
            <p:spPr>
              <a:xfrm>
                <a:off x="4490113" y="901609"/>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250" name="Google Shape;250;p27"/>
            <p:cNvGrpSpPr/>
            <p:nvPr/>
          </p:nvGrpSpPr>
          <p:grpSpPr>
            <a:xfrm flipH="1" rot="10800000">
              <a:off x="-1225468" y="5291095"/>
              <a:ext cx="4806868" cy="664514"/>
              <a:chOff x="0" y="1232525"/>
              <a:chExt cx="4806868" cy="664514"/>
            </a:xfrm>
          </p:grpSpPr>
          <p:cxnSp>
            <p:nvCxnSpPr>
              <p:cNvPr id="251" name="Google Shape;251;p27"/>
              <p:cNvCxnSpPr/>
              <p:nvPr/>
            </p:nvCxnSpPr>
            <p:spPr>
              <a:xfrm>
                <a:off x="0" y="1897039"/>
                <a:ext cx="253393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52" name="Google Shape;252;p27"/>
              <p:cNvCxnSpPr/>
              <p:nvPr/>
            </p:nvCxnSpPr>
            <p:spPr>
              <a:xfrm flipH="1" rot="10800000">
                <a:off x="2520285" y="1390903"/>
                <a:ext cx="591405" cy="506136"/>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53" name="Google Shape;253;p27"/>
              <p:cNvCxnSpPr/>
              <p:nvPr/>
            </p:nvCxnSpPr>
            <p:spPr>
              <a:xfrm>
                <a:off x="3111690" y="1390903"/>
                <a:ext cx="1378423"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54" name="Google Shape;254;p27"/>
              <p:cNvSpPr/>
              <p:nvPr/>
            </p:nvSpPr>
            <p:spPr>
              <a:xfrm>
                <a:off x="4490113" y="1232525"/>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255" name="Google Shape;255;p27"/>
            <p:cNvGrpSpPr/>
            <p:nvPr/>
          </p:nvGrpSpPr>
          <p:grpSpPr>
            <a:xfrm>
              <a:off x="-1225469" y="1860637"/>
              <a:ext cx="3835321" cy="547270"/>
              <a:chOff x="-1" y="1860637"/>
              <a:chExt cx="3835321" cy="547270"/>
            </a:xfrm>
          </p:grpSpPr>
          <p:sp>
            <p:nvSpPr>
              <p:cNvPr id="256" name="Google Shape;256;p27"/>
              <p:cNvSpPr/>
              <p:nvPr/>
            </p:nvSpPr>
            <p:spPr>
              <a:xfrm>
                <a:off x="3518565" y="1860637"/>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257" name="Google Shape;257;p27"/>
              <p:cNvCxnSpPr/>
              <p:nvPr/>
            </p:nvCxnSpPr>
            <p:spPr>
              <a:xfrm>
                <a:off x="-1" y="2407907"/>
                <a:ext cx="1985654"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58" name="Google Shape;258;p27"/>
              <p:cNvCxnSpPr/>
              <p:nvPr/>
            </p:nvCxnSpPr>
            <p:spPr>
              <a:xfrm flipH="1" rot="10800000">
                <a:off x="1974958" y="2019015"/>
                <a:ext cx="463440" cy="388892"/>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59" name="Google Shape;259;p27"/>
              <p:cNvCxnSpPr/>
              <p:nvPr/>
            </p:nvCxnSpPr>
            <p:spPr>
              <a:xfrm>
                <a:off x="2438398" y="2019015"/>
                <a:ext cx="1080167" cy="0"/>
              </a:xfrm>
              <a:prstGeom prst="straightConnector1">
                <a:avLst/>
              </a:prstGeom>
              <a:noFill/>
              <a:ln cap="rnd" cmpd="sng" w="38100">
                <a:solidFill>
                  <a:srgbClr val="0072FF">
                    <a:alpha val="40000"/>
                  </a:srgbClr>
                </a:solidFill>
                <a:prstDash val="solid"/>
                <a:round/>
                <a:headEnd len="sm" w="sm" type="none"/>
                <a:tailEnd len="sm" w="sm" type="none"/>
              </a:ln>
            </p:spPr>
          </p:cxnSp>
        </p:grpSp>
        <p:grpSp>
          <p:nvGrpSpPr>
            <p:cNvPr id="260" name="Google Shape;260;p27"/>
            <p:cNvGrpSpPr/>
            <p:nvPr/>
          </p:nvGrpSpPr>
          <p:grpSpPr>
            <a:xfrm flipH="1" rot="10800000">
              <a:off x="-1259888" y="4408929"/>
              <a:ext cx="3835321" cy="547270"/>
              <a:chOff x="-1" y="1860637"/>
              <a:chExt cx="3835321" cy="547270"/>
            </a:xfrm>
          </p:grpSpPr>
          <p:sp>
            <p:nvSpPr>
              <p:cNvPr id="261" name="Google Shape;261;p27"/>
              <p:cNvSpPr/>
              <p:nvPr/>
            </p:nvSpPr>
            <p:spPr>
              <a:xfrm>
                <a:off x="3518565" y="1860637"/>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262" name="Google Shape;262;p27"/>
              <p:cNvCxnSpPr/>
              <p:nvPr/>
            </p:nvCxnSpPr>
            <p:spPr>
              <a:xfrm>
                <a:off x="-1" y="2407907"/>
                <a:ext cx="1985654"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63" name="Google Shape;263;p27"/>
              <p:cNvCxnSpPr/>
              <p:nvPr/>
            </p:nvCxnSpPr>
            <p:spPr>
              <a:xfrm flipH="1" rot="10800000">
                <a:off x="1974958" y="2019015"/>
                <a:ext cx="463440" cy="388892"/>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64" name="Google Shape;264;p27"/>
              <p:cNvCxnSpPr/>
              <p:nvPr/>
            </p:nvCxnSpPr>
            <p:spPr>
              <a:xfrm>
                <a:off x="2438398" y="2019015"/>
                <a:ext cx="1080167" cy="0"/>
              </a:xfrm>
              <a:prstGeom prst="straightConnector1">
                <a:avLst/>
              </a:prstGeom>
              <a:noFill/>
              <a:ln cap="rnd" cmpd="sng" w="38100">
                <a:solidFill>
                  <a:srgbClr val="0072FF">
                    <a:alpha val="40000"/>
                  </a:srgbClr>
                </a:solidFill>
                <a:prstDash val="solid"/>
                <a:round/>
                <a:headEnd len="sm" w="sm" type="none"/>
                <a:tailEnd len="sm" w="sm" type="none"/>
              </a:ln>
            </p:spPr>
          </p:cxnSp>
        </p:grpSp>
        <p:grpSp>
          <p:nvGrpSpPr>
            <p:cNvPr id="265" name="Google Shape;265;p27"/>
            <p:cNvGrpSpPr/>
            <p:nvPr/>
          </p:nvGrpSpPr>
          <p:grpSpPr>
            <a:xfrm>
              <a:off x="-1252333" y="2715185"/>
              <a:ext cx="2776521" cy="436736"/>
              <a:chOff x="-26865" y="2715185"/>
              <a:chExt cx="2776521" cy="436736"/>
            </a:xfrm>
          </p:grpSpPr>
          <p:cxnSp>
            <p:nvCxnSpPr>
              <p:cNvPr id="266" name="Google Shape;266;p27"/>
              <p:cNvCxnSpPr/>
              <p:nvPr/>
            </p:nvCxnSpPr>
            <p:spPr>
              <a:xfrm>
                <a:off x="-26865" y="3151921"/>
                <a:ext cx="140272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67" name="Google Shape;267;p27"/>
              <p:cNvCxnSpPr/>
              <p:nvPr/>
            </p:nvCxnSpPr>
            <p:spPr>
              <a:xfrm flipH="1" rot="10800000">
                <a:off x="1368303" y="2877197"/>
                <a:ext cx="327387" cy="274724"/>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68" name="Google Shape;268;p27"/>
              <p:cNvCxnSpPr/>
              <p:nvPr/>
            </p:nvCxnSpPr>
            <p:spPr>
              <a:xfrm>
                <a:off x="1695690" y="2877197"/>
                <a:ext cx="763061"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69" name="Google Shape;269;p27"/>
              <p:cNvSpPr/>
              <p:nvPr/>
            </p:nvSpPr>
            <p:spPr>
              <a:xfrm>
                <a:off x="2432901" y="2715185"/>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270" name="Google Shape;270;p27"/>
            <p:cNvGrpSpPr/>
            <p:nvPr/>
          </p:nvGrpSpPr>
          <p:grpSpPr>
            <a:xfrm>
              <a:off x="-1225468" y="3843225"/>
              <a:ext cx="2802371" cy="433101"/>
              <a:chOff x="-34420" y="3843718"/>
              <a:chExt cx="2802371" cy="433101"/>
            </a:xfrm>
          </p:grpSpPr>
          <p:cxnSp>
            <p:nvCxnSpPr>
              <p:cNvPr id="271" name="Google Shape;271;p27"/>
              <p:cNvCxnSpPr/>
              <p:nvPr/>
            </p:nvCxnSpPr>
            <p:spPr>
              <a:xfrm>
                <a:off x="-34420" y="3843718"/>
                <a:ext cx="140272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72" name="Google Shape;272;p27"/>
              <p:cNvCxnSpPr/>
              <p:nvPr/>
            </p:nvCxnSpPr>
            <p:spPr>
              <a:xfrm>
                <a:off x="1360748" y="3843718"/>
                <a:ext cx="327387" cy="274724"/>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73" name="Google Shape;273;p27"/>
              <p:cNvCxnSpPr/>
              <p:nvPr/>
            </p:nvCxnSpPr>
            <p:spPr>
              <a:xfrm>
                <a:off x="1688135" y="4118442"/>
                <a:ext cx="763061"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74" name="Google Shape;274;p27"/>
              <p:cNvSpPr/>
              <p:nvPr/>
            </p:nvSpPr>
            <p:spPr>
              <a:xfrm>
                <a:off x="2451196" y="3960064"/>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grpSp>
        <p:nvGrpSpPr>
          <p:cNvPr id="275" name="Google Shape;275;p27"/>
          <p:cNvGrpSpPr/>
          <p:nvPr/>
        </p:nvGrpSpPr>
        <p:grpSpPr>
          <a:xfrm flipH="1">
            <a:off x="9674240" y="1121391"/>
            <a:ext cx="4841288" cy="5054000"/>
            <a:chOff x="-1259888" y="901609"/>
            <a:chExt cx="4841288" cy="5054000"/>
          </a:xfrm>
        </p:grpSpPr>
        <p:grpSp>
          <p:nvGrpSpPr>
            <p:cNvPr id="276" name="Google Shape;276;p27"/>
            <p:cNvGrpSpPr/>
            <p:nvPr/>
          </p:nvGrpSpPr>
          <p:grpSpPr>
            <a:xfrm>
              <a:off x="-1225468" y="901609"/>
              <a:ext cx="4806868" cy="664514"/>
              <a:chOff x="0" y="901609"/>
              <a:chExt cx="4806868" cy="664514"/>
            </a:xfrm>
          </p:grpSpPr>
          <p:cxnSp>
            <p:nvCxnSpPr>
              <p:cNvPr id="277" name="Google Shape;277;p27"/>
              <p:cNvCxnSpPr/>
              <p:nvPr/>
            </p:nvCxnSpPr>
            <p:spPr>
              <a:xfrm>
                <a:off x="0" y="1566123"/>
                <a:ext cx="253393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78" name="Google Shape;278;p27"/>
              <p:cNvCxnSpPr/>
              <p:nvPr/>
            </p:nvCxnSpPr>
            <p:spPr>
              <a:xfrm flipH="1" rot="10800000">
                <a:off x="2520285" y="1059987"/>
                <a:ext cx="591405" cy="506136"/>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79" name="Google Shape;279;p27"/>
              <p:cNvCxnSpPr/>
              <p:nvPr/>
            </p:nvCxnSpPr>
            <p:spPr>
              <a:xfrm>
                <a:off x="3111690" y="1059987"/>
                <a:ext cx="1378423"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80" name="Google Shape;280;p27"/>
              <p:cNvSpPr/>
              <p:nvPr/>
            </p:nvSpPr>
            <p:spPr>
              <a:xfrm>
                <a:off x="4490113" y="901609"/>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281" name="Google Shape;281;p27"/>
            <p:cNvGrpSpPr/>
            <p:nvPr/>
          </p:nvGrpSpPr>
          <p:grpSpPr>
            <a:xfrm flipH="1" rot="10800000">
              <a:off x="-1225468" y="5291095"/>
              <a:ext cx="4806868" cy="664514"/>
              <a:chOff x="0" y="1232525"/>
              <a:chExt cx="4806868" cy="664514"/>
            </a:xfrm>
          </p:grpSpPr>
          <p:cxnSp>
            <p:nvCxnSpPr>
              <p:cNvPr id="282" name="Google Shape;282;p27"/>
              <p:cNvCxnSpPr/>
              <p:nvPr/>
            </p:nvCxnSpPr>
            <p:spPr>
              <a:xfrm>
                <a:off x="0" y="1897039"/>
                <a:ext cx="253393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83" name="Google Shape;283;p27"/>
              <p:cNvCxnSpPr/>
              <p:nvPr/>
            </p:nvCxnSpPr>
            <p:spPr>
              <a:xfrm flipH="1" rot="10800000">
                <a:off x="2520285" y="1390903"/>
                <a:ext cx="591405" cy="506136"/>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84" name="Google Shape;284;p27"/>
              <p:cNvCxnSpPr/>
              <p:nvPr/>
            </p:nvCxnSpPr>
            <p:spPr>
              <a:xfrm>
                <a:off x="3111690" y="1390903"/>
                <a:ext cx="1378423"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285" name="Google Shape;285;p27"/>
              <p:cNvSpPr/>
              <p:nvPr/>
            </p:nvSpPr>
            <p:spPr>
              <a:xfrm>
                <a:off x="4490113" y="1232525"/>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286" name="Google Shape;286;p27"/>
            <p:cNvGrpSpPr/>
            <p:nvPr/>
          </p:nvGrpSpPr>
          <p:grpSpPr>
            <a:xfrm>
              <a:off x="-1225469" y="1860637"/>
              <a:ext cx="3835321" cy="547270"/>
              <a:chOff x="-1" y="1860637"/>
              <a:chExt cx="3835321" cy="547270"/>
            </a:xfrm>
          </p:grpSpPr>
          <p:sp>
            <p:nvSpPr>
              <p:cNvPr id="287" name="Google Shape;287;p27"/>
              <p:cNvSpPr/>
              <p:nvPr/>
            </p:nvSpPr>
            <p:spPr>
              <a:xfrm>
                <a:off x="3518565" y="1860637"/>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288" name="Google Shape;288;p27"/>
              <p:cNvCxnSpPr/>
              <p:nvPr/>
            </p:nvCxnSpPr>
            <p:spPr>
              <a:xfrm>
                <a:off x="-1" y="2407907"/>
                <a:ext cx="1985654"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89" name="Google Shape;289;p27"/>
              <p:cNvCxnSpPr/>
              <p:nvPr/>
            </p:nvCxnSpPr>
            <p:spPr>
              <a:xfrm flipH="1" rot="10800000">
                <a:off x="1974958" y="2019015"/>
                <a:ext cx="463440" cy="388892"/>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90" name="Google Shape;290;p27"/>
              <p:cNvCxnSpPr/>
              <p:nvPr/>
            </p:nvCxnSpPr>
            <p:spPr>
              <a:xfrm>
                <a:off x="2438398" y="2019015"/>
                <a:ext cx="1080167" cy="0"/>
              </a:xfrm>
              <a:prstGeom prst="straightConnector1">
                <a:avLst/>
              </a:prstGeom>
              <a:noFill/>
              <a:ln cap="rnd" cmpd="sng" w="38100">
                <a:solidFill>
                  <a:srgbClr val="0072FF">
                    <a:alpha val="40000"/>
                  </a:srgbClr>
                </a:solidFill>
                <a:prstDash val="solid"/>
                <a:round/>
                <a:headEnd len="sm" w="sm" type="none"/>
                <a:tailEnd len="sm" w="sm" type="none"/>
              </a:ln>
            </p:spPr>
          </p:cxnSp>
        </p:grpSp>
        <p:grpSp>
          <p:nvGrpSpPr>
            <p:cNvPr id="291" name="Google Shape;291;p27"/>
            <p:cNvGrpSpPr/>
            <p:nvPr/>
          </p:nvGrpSpPr>
          <p:grpSpPr>
            <a:xfrm flipH="1" rot="10800000">
              <a:off x="-1259888" y="4408929"/>
              <a:ext cx="3835321" cy="547270"/>
              <a:chOff x="-1" y="1860637"/>
              <a:chExt cx="3835321" cy="547270"/>
            </a:xfrm>
          </p:grpSpPr>
          <p:sp>
            <p:nvSpPr>
              <p:cNvPr id="292" name="Google Shape;292;p27"/>
              <p:cNvSpPr/>
              <p:nvPr/>
            </p:nvSpPr>
            <p:spPr>
              <a:xfrm>
                <a:off x="3518565" y="1860637"/>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293" name="Google Shape;293;p27"/>
              <p:cNvCxnSpPr/>
              <p:nvPr/>
            </p:nvCxnSpPr>
            <p:spPr>
              <a:xfrm>
                <a:off x="-1" y="2407907"/>
                <a:ext cx="1985654"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94" name="Google Shape;294;p27"/>
              <p:cNvCxnSpPr/>
              <p:nvPr/>
            </p:nvCxnSpPr>
            <p:spPr>
              <a:xfrm flipH="1" rot="10800000">
                <a:off x="1974958" y="2019015"/>
                <a:ext cx="463440" cy="388892"/>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95" name="Google Shape;295;p27"/>
              <p:cNvCxnSpPr/>
              <p:nvPr/>
            </p:nvCxnSpPr>
            <p:spPr>
              <a:xfrm>
                <a:off x="2438398" y="2019015"/>
                <a:ext cx="1080167" cy="0"/>
              </a:xfrm>
              <a:prstGeom prst="straightConnector1">
                <a:avLst/>
              </a:prstGeom>
              <a:noFill/>
              <a:ln cap="rnd" cmpd="sng" w="38100">
                <a:solidFill>
                  <a:srgbClr val="0072FF">
                    <a:alpha val="40000"/>
                  </a:srgbClr>
                </a:solidFill>
                <a:prstDash val="solid"/>
                <a:round/>
                <a:headEnd len="sm" w="sm" type="none"/>
                <a:tailEnd len="sm" w="sm" type="none"/>
              </a:ln>
            </p:spPr>
          </p:cxnSp>
        </p:grpSp>
        <p:grpSp>
          <p:nvGrpSpPr>
            <p:cNvPr id="296" name="Google Shape;296;p27"/>
            <p:cNvGrpSpPr/>
            <p:nvPr/>
          </p:nvGrpSpPr>
          <p:grpSpPr>
            <a:xfrm>
              <a:off x="-1252333" y="2715185"/>
              <a:ext cx="2776521" cy="436736"/>
              <a:chOff x="-26865" y="2715185"/>
              <a:chExt cx="2776521" cy="436736"/>
            </a:xfrm>
          </p:grpSpPr>
          <p:cxnSp>
            <p:nvCxnSpPr>
              <p:cNvPr id="297" name="Google Shape;297;p27"/>
              <p:cNvCxnSpPr/>
              <p:nvPr/>
            </p:nvCxnSpPr>
            <p:spPr>
              <a:xfrm>
                <a:off x="-26865" y="3151921"/>
                <a:ext cx="140272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98" name="Google Shape;298;p27"/>
              <p:cNvCxnSpPr/>
              <p:nvPr/>
            </p:nvCxnSpPr>
            <p:spPr>
              <a:xfrm flipH="1" rot="10800000">
                <a:off x="1368303" y="2877197"/>
                <a:ext cx="327387" cy="274724"/>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299" name="Google Shape;299;p27"/>
              <p:cNvCxnSpPr/>
              <p:nvPr/>
            </p:nvCxnSpPr>
            <p:spPr>
              <a:xfrm>
                <a:off x="1695690" y="2877197"/>
                <a:ext cx="763061"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300" name="Google Shape;300;p27"/>
              <p:cNvSpPr/>
              <p:nvPr/>
            </p:nvSpPr>
            <p:spPr>
              <a:xfrm>
                <a:off x="2432901" y="2715185"/>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301" name="Google Shape;301;p27"/>
            <p:cNvGrpSpPr/>
            <p:nvPr/>
          </p:nvGrpSpPr>
          <p:grpSpPr>
            <a:xfrm>
              <a:off x="-1225468" y="3843225"/>
              <a:ext cx="2802371" cy="433101"/>
              <a:chOff x="-34420" y="3843718"/>
              <a:chExt cx="2802371" cy="433101"/>
            </a:xfrm>
          </p:grpSpPr>
          <p:cxnSp>
            <p:nvCxnSpPr>
              <p:cNvPr id="302" name="Google Shape;302;p27"/>
              <p:cNvCxnSpPr/>
              <p:nvPr/>
            </p:nvCxnSpPr>
            <p:spPr>
              <a:xfrm>
                <a:off x="-34420" y="3843718"/>
                <a:ext cx="1402723" cy="0"/>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303" name="Google Shape;303;p27"/>
              <p:cNvCxnSpPr/>
              <p:nvPr/>
            </p:nvCxnSpPr>
            <p:spPr>
              <a:xfrm>
                <a:off x="1360748" y="3843718"/>
                <a:ext cx="327387" cy="274724"/>
              </a:xfrm>
              <a:prstGeom prst="straightConnector1">
                <a:avLst/>
              </a:prstGeom>
              <a:noFill/>
              <a:ln cap="rnd" cmpd="sng" w="38100">
                <a:solidFill>
                  <a:srgbClr val="0072FF">
                    <a:alpha val="40000"/>
                  </a:srgbClr>
                </a:solidFill>
                <a:prstDash val="solid"/>
                <a:round/>
                <a:headEnd len="sm" w="sm" type="none"/>
                <a:tailEnd len="sm" w="sm" type="none"/>
              </a:ln>
            </p:spPr>
          </p:cxnSp>
          <p:cxnSp>
            <p:nvCxnSpPr>
              <p:cNvPr id="304" name="Google Shape;304;p27"/>
              <p:cNvCxnSpPr/>
              <p:nvPr/>
            </p:nvCxnSpPr>
            <p:spPr>
              <a:xfrm>
                <a:off x="1688135" y="4118442"/>
                <a:ext cx="763061" cy="0"/>
              </a:xfrm>
              <a:prstGeom prst="straightConnector1">
                <a:avLst/>
              </a:prstGeom>
              <a:noFill/>
              <a:ln cap="rnd" cmpd="sng" w="38100">
                <a:solidFill>
                  <a:srgbClr val="0072FF">
                    <a:alpha val="40000"/>
                  </a:srgbClr>
                </a:solidFill>
                <a:prstDash val="solid"/>
                <a:round/>
                <a:headEnd len="sm" w="sm" type="none"/>
                <a:tailEnd len="sm" w="sm" type="none"/>
              </a:ln>
            </p:spPr>
          </p:cxnSp>
          <p:sp>
            <p:nvSpPr>
              <p:cNvPr id="305" name="Google Shape;305;p27"/>
              <p:cNvSpPr/>
              <p:nvPr/>
            </p:nvSpPr>
            <p:spPr>
              <a:xfrm>
                <a:off x="2451196" y="3960064"/>
                <a:ext cx="316755" cy="316755"/>
              </a:xfrm>
              <a:prstGeom prst="ellipse">
                <a:avLst/>
              </a:prstGeom>
              <a:gradFill>
                <a:gsLst>
                  <a:gs pos="0">
                    <a:srgbClr val="0072FF">
                      <a:alpha val="40000"/>
                    </a:srgbClr>
                  </a:gs>
                  <a:gs pos="100000">
                    <a:srgbClr val="00C6FF">
                      <a:alpha val="40000"/>
                    </a:srgbClr>
                  </a:gs>
                </a:gsLst>
                <a:lin ang="2700000" scaled="0"/>
              </a:gradFill>
              <a:ln cap="rnd" cmpd="sng" w="9525">
                <a:solidFill>
                  <a:srgbClr val="0072FF">
                    <a:alpha val="40000"/>
                  </a:srgbClr>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sp>
        <p:nvSpPr>
          <p:cNvPr id="306" name="Google Shape;306;p27"/>
          <p:cNvSpPr/>
          <p:nvPr/>
        </p:nvSpPr>
        <p:spPr>
          <a:xfrm>
            <a:off x="82718" y="6583140"/>
            <a:ext cx="233916" cy="233916"/>
          </a:xfrm>
          <a:prstGeom prst="ellipse">
            <a:avLst/>
          </a:prstGeom>
          <a:gradFill>
            <a:gsLst>
              <a:gs pos="0">
                <a:srgbClr val="0072FF"/>
              </a:gs>
              <a:gs pos="99000">
                <a:srgbClr val="00C6FF"/>
              </a:gs>
              <a:gs pos="100000">
                <a:srgbClr val="00C6FF"/>
              </a:gs>
            </a:gsLst>
            <a:lin ang="27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307" name="Google Shape;307;p27"/>
          <p:cNvSpPr txBox="1"/>
          <p:nvPr>
            <p:ph idx="12" type="sldNum"/>
          </p:nvPr>
        </p:nvSpPr>
        <p:spPr>
          <a:xfrm>
            <a:off x="58527" y="6566400"/>
            <a:ext cx="291600" cy="291600"/>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lt1"/>
                </a:solidFill>
                <a:latin typeface="Arial"/>
                <a:ea typeface="Arial"/>
                <a:cs typeface="Arial"/>
                <a:sym typeface="Arial"/>
              </a:defRPr>
            </a:lvl1pPr>
            <a:lvl2pPr indent="0" lvl="1" marL="0" algn="ctr">
              <a:spcBef>
                <a:spcPts val="0"/>
              </a:spcBef>
              <a:buNone/>
              <a:defRPr sz="700">
                <a:solidFill>
                  <a:schemeClr val="lt1"/>
                </a:solidFill>
                <a:latin typeface="Arial"/>
                <a:ea typeface="Arial"/>
                <a:cs typeface="Arial"/>
                <a:sym typeface="Arial"/>
              </a:defRPr>
            </a:lvl2pPr>
            <a:lvl3pPr indent="0" lvl="2" marL="0" algn="ctr">
              <a:spcBef>
                <a:spcPts val="0"/>
              </a:spcBef>
              <a:buNone/>
              <a:defRPr sz="700">
                <a:solidFill>
                  <a:schemeClr val="lt1"/>
                </a:solidFill>
                <a:latin typeface="Arial"/>
                <a:ea typeface="Arial"/>
                <a:cs typeface="Arial"/>
                <a:sym typeface="Arial"/>
              </a:defRPr>
            </a:lvl3pPr>
            <a:lvl4pPr indent="0" lvl="3" marL="0" algn="ctr">
              <a:spcBef>
                <a:spcPts val="0"/>
              </a:spcBef>
              <a:buNone/>
              <a:defRPr sz="700">
                <a:solidFill>
                  <a:schemeClr val="lt1"/>
                </a:solidFill>
                <a:latin typeface="Arial"/>
                <a:ea typeface="Arial"/>
                <a:cs typeface="Arial"/>
                <a:sym typeface="Arial"/>
              </a:defRPr>
            </a:lvl4pPr>
            <a:lvl5pPr indent="0" lvl="4" marL="0" algn="ctr">
              <a:spcBef>
                <a:spcPts val="0"/>
              </a:spcBef>
              <a:buNone/>
              <a:defRPr sz="700">
                <a:solidFill>
                  <a:schemeClr val="lt1"/>
                </a:solidFill>
                <a:latin typeface="Arial"/>
                <a:ea typeface="Arial"/>
                <a:cs typeface="Arial"/>
                <a:sym typeface="Arial"/>
              </a:defRPr>
            </a:lvl5pPr>
            <a:lvl6pPr indent="0" lvl="5" marL="0" algn="ctr">
              <a:spcBef>
                <a:spcPts val="0"/>
              </a:spcBef>
              <a:buNone/>
              <a:defRPr sz="700">
                <a:solidFill>
                  <a:schemeClr val="lt1"/>
                </a:solidFill>
                <a:latin typeface="Arial"/>
                <a:ea typeface="Arial"/>
                <a:cs typeface="Arial"/>
                <a:sym typeface="Arial"/>
              </a:defRPr>
            </a:lvl6pPr>
            <a:lvl7pPr indent="0" lvl="6" marL="0" algn="ctr">
              <a:spcBef>
                <a:spcPts val="0"/>
              </a:spcBef>
              <a:buNone/>
              <a:defRPr sz="700">
                <a:solidFill>
                  <a:schemeClr val="lt1"/>
                </a:solidFill>
                <a:latin typeface="Arial"/>
                <a:ea typeface="Arial"/>
                <a:cs typeface="Arial"/>
                <a:sym typeface="Arial"/>
              </a:defRPr>
            </a:lvl7pPr>
            <a:lvl8pPr indent="0" lvl="7" marL="0" algn="ctr">
              <a:spcBef>
                <a:spcPts val="0"/>
              </a:spcBef>
              <a:buNone/>
              <a:defRPr sz="700">
                <a:solidFill>
                  <a:schemeClr val="lt1"/>
                </a:solidFill>
                <a:latin typeface="Arial"/>
                <a:ea typeface="Arial"/>
                <a:cs typeface="Arial"/>
                <a:sym typeface="Arial"/>
              </a:defRPr>
            </a:lvl8pPr>
            <a:lvl9pPr indent="0" lvl="8" marL="0" algn="ctr">
              <a:spcBef>
                <a:spcPts val="0"/>
              </a:spcBef>
              <a:buNone/>
              <a:defRPr sz="700">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308" name="Google Shape;308;p27"/>
          <p:cNvSpPr txBox="1"/>
          <p:nvPr/>
        </p:nvSpPr>
        <p:spPr>
          <a:xfrm>
            <a:off x="4702630" y="640081"/>
            <a:ext cx="3028822" cy="646331"/>
          </a:xfrm>
          <a:prstGeom prst="rect">
            <a:avLst/>
          </a:prstGeom>
          <a:gradFill>
            <a:gsLst>
              <a:gs pos="0">
                <a:srgbClr val="0072FF"/>
              </a:gs>
              <a:gs pos="100000">
                <a:srgbClr val="00C6FF"/>
              </a:gs>
            </a:gsLst>
            <a:path path="circle">
              <a:fillToRect b="50%" l="50%" r="50%" t="50%"/>
            </a:path>
            <a:tileRect/>
          </a:gradFill>
          <a:ln>
            <a:noFill/>
          </a:ln>
        </p:spPr>
        <p:txBody>
          <a:bodyPr anchorCtr="0" anchor="ctr" bIns="45700" lIns="91425" spcFirstLastPara="1" rIns="91425" wrap="square" tIns="45700">
            <a:spAutoFit/>
          </a:bodyPr>
          <a:lstStyle/>
          <a:p>
            <a:pPr indent="0" lvl="0" marL="0" marR="0" rtl="0" algn="ctr">
              <a:spcBef>
                <a:spcPts val="0"/>
              </a:spcBef>
              <a:spcAft>
                <a:spcPts val="0"/>
              </a:spcAft>
              <a:buNone/>
            </a:pPr>
            <a:r>
              <a:t/>
            </a:r>
            <a:endParaRPr b="1" sz="3600">
              <a:solidFill>
                <a:schemeClr val="lt1"/>
              </a:solidFill>
              <a:latin typeface="Times New Roman"/>
              <a:ea typeface="Times New Roman"/>
              <a:cs typeface="Times New Roman"/>
              <a:sym typeface="Times New Roman"/>
            </a:endParaRPr>
          </a:p>
        </p:txBody>
      </p:sp>
      <p:sp>
        <p:nvSpPr>
          <p:cNvPr id="309" name="Google Shape;309;p27"/>
          <p:cNvSpPr txBox="1"/>
          <p:nvPr>
            <p:ph idx="1" type="body"/>
          </p:nvPr>
        </p:nvSpPr>
        <p:spPr>
          <a:xfrm>
            <a:off x="2033899" y="1559014"/>
            <a:ext cx="8124204" cy="4153664"/>
          </a:xfrm>
          <a:prstGeom prst="rect">
            <a:avLst/>
          </a:prstGeom>
          <a:noFill/>
          <a:ln>
            <a:noFill/>
          </a:ln>
        </p:spPr>
        <p:txBody>
          <a:bodyPr anchorCtr="0" anchor="ctr"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Font typeface="Calibri"/>
              <a:buAutoNum type="arabicPeriod"/>
              <a:defRPr sz="2800">
                <a:latin typeface="Arial"/>
                <a:ea typeface="Arial"/>
                <a:cs typeface="Arial"/>
                <a:sym typeface="Arial"/>
              </a:defRPr>
            </a:lvl1pPr>
            <a:lvl2pPr indent="-381000" lvl="1" marL="914400" algn="ctr">
              <a:lnSpc>
                <a:spcPct val="90000"/>
              </a:lnSpc>
              <a:spcBef>
                <a:spcPts val="500"/>
              </a:spcBef>
              <a:spcAft>
                <a:spcPts val="0"/>
              </a:spcAft>
              <a:buClr>
                <a:schemeClr val="dk1"/>
              </a:buClr>
              <a:buSzPts val="2400"/>
              <a:buFont typeface="Calibri"/>
              <a:buAutoNum type="arabicPeriod"/>
              <a:defRPr>
                <a:latin typeface="Arial"/>
                <a:ea typeface="Arial"/>
                <a:cs typeface="Arial"/>
                <a:sym typeface="Arial"/>
              </a:defRPr>
            </a:lvl2pPr>
            <a:lvl3pPr indent="-355600" lvl="2" marL="1371600" algn="ctr">
              <a:lnSpc>
                <a:spcPct val="90000"/>
              </a:lnSpc>
              <a:spcBef>
                <a:spcPts val="500"/>
              </a:spcBef>
              <a:spcAft>
                <a:spcPts val="0"/>
              </a:spcAft>
              <a:buClr>
                <a:schemeClr val="dk1"/>
              </a:buClr>
              <a:buSzPts val="2000"/>
              <a:buFont typeface="Calibri"/>
              <a:buAutoNum type="arabicPeriod"/>
              <a:defRPr>
                <a:latin typeface="Arial"/>
                <a:ea typeface="Arial"/>
                <a:cs typeface="Arial"/>
                <a:sym typeface="Arial"/>
              </a:defRPr>
            </a:lvl3pPr>
            <a:lvl4pPr indent="-342900" lvl="3" marL="1828800" algn="ctr">
              <a:lnSpc>
                <a:spcPct val="90000"/>
              </a:lnSpc>
              <a:spcBef>
                <a:spcPts val="500"/>
              </a:spcBef>
              <a:spcAft>
                <a:spcPts val="0"/>
              </a:spcAft>
              <a:buClr>
                <a:schemeClr val="dk1"/>
              </a:buClr>
              <a:buSzPts val="1800"/>
              <a:buFont typeface="Calibri"/>
              <a:buAutoNum type="arabicPeriod"/>
              <a:defRPr>
                <a:latin typeface="Arial"/>
                <a:ea typeface="Arial"/>
                <a:cs typeface="Arial"/>
                <a:sym typeface="Arial"/>
              </a:defRPr>
            </a:lvl4pPr>
            <a:lvl5pPr indent="-342900" lvl="4" marL="2286000" algn="ctr">
              <a:lnSpc>
                <a:spcPct val="90000"/>
              </a:lnSpc>
              <a:spcBef>
                <a:spcPts val="500"/>
              </a:spcBef>
              <a:spcAft>
                <a:spcPts val="0"/>
              </a:spcAft>
              <a:buClr>
                <a:schemeClr val="dk1"/>
              </a:buClr>
              <a:buSzPts val="1800"/>
              <a:buFont typeface="Calibri"/>
              <a:buAutoNum type="arabicPeriod"/>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0" name="Google Shape;310;p27"/>
          <p:cNvSpPr/>
          <p:nvPr/>
        </p:nvSpPr>
        <p:spPr>
          <a:xfrm rot="10800000">
            <a:off x="0" y="0"/>
            <a:ext cx="715617" cy="616911"/>
          </a:xfrm>
          <a:prstGeom prst="triangle">
            <a:avLst>
              <a:gd fmla="val 100000" name="adj"/>
            </a:avLst>
          </a:prstGeom>
          <a:solidFill>
            <a:srgbClr val="007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11" name="Google Shape;311;p27"/>
          <p:cNvGrpSpPr/>
          <p:nvPr/>
        </p:nvGrpSpPr>
        <p:grpSpPr>
          <a:xfrm>
            <a:off x="58527" y="40944"/>
            <a:ext cx="2869771" cy="886519"/>
            <a:chOff x="44879" y="27296"/>
            <a:chExt cx="2869771" cy="886519"/>
          </a:xfrm>
        </p:grpSpPr>
        <p:cxnSp>
          <p:nvCxnSpPr>
            <p:cNvPr id="312" name="Google Shape;312;p27"/>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313" name="Google Shape;313;p27"/>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314" name="Google Shape;314;p27"/>
            <p:cNvCxnSpPr/>
            <p:nvPr/>
          </p:nvCxnSpPr>
          <p:spPr>
            <a:xfrm rot="10800000">
              <a:off x="52214" y="654128"/>
              <a:ext cx="0" cy="259687"/>
            </a:xfrm>
            <a:prstGeom prst="straightConnector1">
              <a:avLst/>
            </a:prstGeom>
            <a:noFill/>
            <a:ln cap="flat" cmpd="sng" w="38100">
              <a:solidFill>
                <a:srgbClr val="00C6FF"/>
              </a:solidFill>
              <a:prstDash val="solid"/>
              <a:miter lim="800000"/>
              <a:headEnd len="sm" w="sm" type="none"/>
              <a:tailEnd len="sm" w="sm" type="none"/>
            </a:ln>
          </p:spPr>
        </p:cxnSp>
      </p:grpSp>
      <p:sp>
        <p:nvSpPr>
          <p:cNvPr id="315" name="Google Shape;315;p27"/>
          <p:cNvSpPr txBox="1"/>
          <p:nvPr>
            <p:ph idx="10" type="dt"/>
          </p:nvPr>
        </p:nvSpPr>
        <p:spPr>
          <a:xfrm>
            <a:off x="796022" y="6454635"/>
            <a:ext cx="2132276" cy="26684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6" name="Google Shape;316;p27"/>
          <p:cNvSpPr txBox="1"/>
          <p:nvPr>
            <p:ph idx="2" type="body"/>
          </p:nvPr>
        </p:nvSpPr>
        <p:spPr>
          <a:xfrm>
            <a:off x="4859729" y="734646"/>
            <a:ext cx="2714625" cy="4572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3600"/>
              <a:buNone/>
              <a:defRPr b="1" sz="3600">
                <a:solidFill>
                  <a:schemeClr val="lt1"/>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7" name="Google Shape;317;p27"/>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êu đề chương">
  <p:cSld name="Section Header">
    <p:spTree>
      <p:nvGrpSpPr>
        <p:cNvPr id="318" name="Shape 318"/>
        <p:cNvGrpSpPr/>
        <p:nvPr/>
      </p:nvGrpSpPr>
      <p:grpSpPr>
        <a:xfrm>
          <a:off x="0" y="0"/>
          <a:ext cx="0" cy="0"/>
          <a:chOff x="0" y="0"/>
          <a:chExt cx="0" cy="0"/>
        </a:xfrm>
      </p:grpSpPr>
      <p:pic>
        <p:nvPicPr>
          <p:cNvPr descr="Background pattern&#10;&#10;Description automatically generated" id="319" name="Google Shape;319;p28"/>
          <p:cNvPicPr preferRelativeResize="0"/>
          <p:nvPr/>
        </p:nvPicPr>
        <p:blipFill rotWithShape="1">
          <a:blip r:embed="rId2">
            <a:alphaModFix/>
          </a:blip>
          <a:srcRect b="0" l="0" r="0" t="0"/>
          <a:stretch/>
        </p:blipFill>
        <p:spPr>
          <a:xfrm>
            <a:off x="-1" y="-1"/>
            <a:ext cx="12192001" cy="6854889"/>
          </a:xfrm>
          <a:prstGeom prst="rect">
            <a:avLst/>
          </a:prstGeom>
          <a:noFill/>
          <a:ln>
            <a:noFill/>
          </a:ln>
        </p:spPr>
      </p:pic>
      <p:sp>
        <p:nvSpPr>
          <p:cNvPr id="320" name="Google Shape;320;p28"/>
          <p:cNvSpPr/>
          <p:nvPr/>
        </p:nvSpPr>
        <p:spPr>
          <a:xfrm>
            <a:off x="-1" y="-3113"/>
            <a:ext cx="12192000" cy="6858000"/>
          </a:xfrm>
          <a:prstGeom prst="rect">
            <a:avLst/>
          </a:prstGeom>
          <a:gradFill>
            <a:gsLst>
              <a:gs pos="0">
                <a:srgbClr val="0A4671">
                  <a:alpha val="74901"/>
                </a:srgbClr>
              </a:gs>
              <a:gs pos="100000">
                <a:srgbClr val="0A4671"/>
              </a:gs>
            </a:gsLst>
            <a:path path="circle">
              <a:fillToRect b="50%" l="50%" r="50%" t="50%"/>
            </a:path>
            <a:tileRect/>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1" name="Google Shape;321;p28"/>
          <p:cNvSpPr/>
          <p:nvPr/>
        </p:nvSpPr>
        <p:spPr>
          <a:xfrm rot="10800000">
            <a:off x="0" y="0"/>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22" name="Google Shape;322;p28"/>
          <p:cNvGrpSpPr/>
          <p:nvPr/>
        </p:nvGrpSpPr>
        <p:grpSpPr>
          <a:xfrm>
            <a:off x="58527" y="40944"/>
            <a:ext cx="2869771" cy="1563379"/>
            <a:chOff x="44879" y="27296"/>
            <a:chExt cx="2869771" cy="1563379"/>
          </a:xfrm>
        </p:grpSpPr>
        <p:cxnSp>
          <p:nvCxnSpPr>
            <p:cNvPr id="323" name="Google Shape;323;p28"/>
            <p:cNvCxnSpPr/>
            <p:nvPr/>
          </p:nvCxnSpPr>
          <p:spPr>
            <a:xfrm rot="10800000">
              <a:off x="766351" y="34631"/>
              <a:ext cx="2148299" cy="0"/>
            </a:xfrm>
            <a:prstGeom prst="straightConnector1">
              <a:avLst/>
            </a:prstGeom>
            <a:noFill/>
            <a:ln cap="flat" cmpd="sng" w="38100">
              <a:solidFill>
                <a:srgbClr val="00F7FF"/>
              </a:solidFill>
              <a:prstDash val="solid"/>
              <a:miter lim="800000"/>
              <a:headEnd len="sm" w="sm" type="none"/>
              <a:tailEnd len="sm" w="sm" type="none"/>
            </a:ln>
          </p:spPr>
        </p:cxnSp>
        <p:cxnSp>
          <p:nvCxnSpPr>
            <p:cNvPr id="324" name="Google Shape;324;p28"/>
            <p:cNvCxnSpPr/>
            <p:nvPr/>
          </p:nvCxnSpPr>
          <p:spPr>
            <a:xfrm flipH="1">
              <a:off x="44879" y="27296"/>
              <a:ext cx="737495" cy="644210"/>
            </a:xfrm>
            <a:prstGeom prst="straightConnector1">
              <a:avLst/>
            </a:prstGeom>
            <a:noFill/>
            <a:ln cap="flat" cmpd="sng" w="38100">
              <a:solidFill>
                <a:srgbClr val="00F7FF"/>
              </a:solidFill>
              <a:prstDash val="solid"/>
              <a:miter lim="800000"/>
              <a:headEnd len="sm" w="sm" type="none"/>
              <a:tailEnd len="sm" w="sm" type="none"/>
            </a:ln>
          </p:spPr>
        </p:cxnSp>
        <p:cxnSp>
          <p:nvCxnSpPr>
            <p:cNvPr id="325" name="Google Shape;325;p28"/>
            <p:cNvCxnSpPr/>
            <p:nvPr/>
          </p:nvCxnSpPr>
          <p:spPr>
            <a:xfrm rot="10800000">
              <a:off x="52214" y="654128"/>
              <a:ext cx="0" cy="936547"/>
            </a:xfrm>
            <a:prstGeom prst="straightConnector1">
              <a:avLst/>
            </a:prstGeom>
            <a:noFill/>
            <a:ln cap="flat" cmpd="sng" w="38100">
              <a:solidFill>
                <a:srgbClr val="00F7FF"/>
              </a:solidFill>
              <a:prstDash val="solid"/>
              <a:miter lim="800000"/>
              <a:headEnd len="sm" w="sm" type="none"/>
              <a:tailEnd len="sm" w="sm" type="none"/>
            </a:ln>
          </p:spPr>
        </p:cxnSp>
      </p:grpSp>
      <p:sp>
        <p:nvSpPr>
          <p:cNvPr id="326" name="Google Shape;326;p28"/>
          <p:cNvSpPr/>
          <p:nvPr/>
        </p:nvSpPr>
        <p:spPr>
          <a:xfrm>
            <a:off x="11476383" y="6241089"/>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27" name="Google Shape;327;p28"/>
          <p:cNvGrpSpPr/>
          <p:nvPr/>
        </p:nvGrpSpPr>
        <p:grpSpPr>
          <a:xfrm rot="10800000">
            <a:off x="9263702" y="5253677"/>
            <a:ext cx="2869771" cy="1563379"/>
            <a:chOff x="44879" y="27296"/>
            <a:chExt cx="2869771" cy="1563379"/>
          </a:xfrm>
        </p:grpSpPr>
        <p:cxnSp>
          <p:nvCxnSpPr>
            <p:cNvPr id="328" name="Google Shape;328;p28"/>
            <p:cNvCxnSpPr/>
            <p:nvPr/>
          </p:nvCxnSpPr>
          <p:spPr>
            <a:xfrm rot="10800000">
              <a:off x="766351" y="34631"/>
              <a:ext cx="2148299" cy="0"/>
            </a:xfrm>
            <a:prstGeom prst="straightConnector1">
              <a:avLst/>
            </a:prstGeom>
            <a:noFill/>
            <a:ln cap="rnd" cmpd="sng" w="38100">
              <a:solidFill>
                <a:srgbClr val="00F7FF"/>
              </a:solidFill>
              <a:prstDash val="solid"/>
              <a:round/>
              <a:headEnd len="sm" w="sm" type="none"/>
              <a:tailEnd len="sm" w="sm" type="none"/>
            </a:ln>
          </p:spPr>
        </p:cxnSp>
        <p:cxnSp>
          <p:nvCxnSpPr>
            <p:cNvPr id="329" name="Google Shape;329;p28"/>
            <p:cNvCxnSpPr/>
            <p:nvPr/>
          </p:nvCxnSpPr>
          <p:spPr>
            <a:xfrm flipH="1">
              <a:off x="44879" y="27296"/>
              <a:ext cx="737495" cy="644210"/>
            </a:xfrm>
            <a:prstGeom prst="straightConnector1">
              <a:avLst/>
            </a:prstGeom>
            <a:noFill/>
            <a:ln cap="rnd" cmpd="sng" w="38100">
              <a:solidFill>
                <a:srgbClr val="00F7FF"/>
              </a:solidFill>
              <a:prstDash val="solid"/>
              <a:round/>
              <a:headEnd len="sm" w="sm" type="none"/>
              <a:tailEnd len="sm" w="sm" type="none"/>
            </a:ln>
          </p:spPr>
        </p:cxnSp>
        <p:cxnSp>
          <p:nvCxnSpPr>
            <p:cNvPr id="330" name="Google Shape;330;p28"/>
            <p:cNvCxnSpPr/>
            <p:nvPr/>
          </p:nvCxnSpPr>
          <p:spPr>
            <a:xfrm rot="10800000">
              <a:off x="52214" y="654128"/>
              <a:ext cx="0" cy="936547"/>
            </a:xfrm>
            <a:prstGeom prst="straightConnector1">
              <a:avLst/>
            </a:prstGeom>
            <a:noFill/>
            <a:ln cap="rnd" cmpd="sng" w="38100">
              <a:solidFill>
                <a:srgbClr val="00F7FF"/>
              </a:solidFill>
              <a:prstDash val="solid"/>
              <a:round/>
              <a:headEnd len="sm" w="sm" type="none"/>
              <a:tailEnd len="sm" w="sm" type="none"/>
            </a:ln>
          </p:spPr>
        </p:cxnSp>
      </p:grpSp>
      <p:sp>
        <p:nvSpPr>
          <p:cNvPr id="331" name="Google Shape;331;p28"/>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2" name="Google Shape;332;p28"/>
          <p:cNvSpPr txBox="1"/>
          <p:nvPr>
            <p:ph type="title"/>
          </p:nvPr>
        </p:nvSpPr>
        <p:spPr>
          <a:xfrm>
            <a:off x="1470929" y="2095027"/>
            <a:ext cx="9941071" cy="884656"/>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000"/>
              </a:spcBef>
              <a:spcAft>
                <a:spcPts val="0"/>
              </a:spcAft>
              <a:buClr>
                <a:srgbClr val="00F7FF"/>
              </a:buClr>
              <a:buSzPts val="4400"/>
              <a:buNone/>
              <a:defRPr b="1" sz="4400">
                <a:solidFill>
                  <a:srgbClr val="00F7FF"/>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3" name="Google Shape;333;p28"/>
          <p:cNvSpPr txBox="1"/>
          <p:nvPr>
            <p:ph type="body" idx="1"/>
          </p:nvPr>
        </p:nvSpPr>
        <p:spPr>
          <a:xfrm>
            <a:off x="1470930" y="3169159"/>
            <a:ext cx="9941070" cy="695175"/>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800"/>
              <a:buNone/>
              <a:defRPr b="1" sz="2800">
                <a:solidFill>
                  <a:schemeClr val="lt1"/>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4" name="Google Shape;334;p28"/>
          <p:cNvSpPr txBox="1"/>
          <p:nvPr>
            <p:ph idx="3" type="body"/>
          </p:nvPr>
        </p:nvSpPr>
        <p:spPr>
          <a:xfrm>
            <a:off x="1470930" y="4137397"/>
            <a:ext cx="7147030" cy="916698"/>
          </a:xfrm>
          <a:prstGeom prst="rect">
            <a:avLst/>
          </a:prstGeom>
          <a:noFill/>
          <a:ln>
            <a:noFill/>
          </a:ln>
        </p:spPr>
        <p:txBody>
          <a:bodyPr anchorCtr="0" anchor="t" bIns="45700" lIns="91425" spcFirstLastPara="1" rIns="91425" wrap="square" tIns="45700">
            <a:normAutofit/>
          </a:bodyPr>
          <a:lstStyle>
            <a:lvl1pPr indent="-228600" lvl="0" marL="457200" algn="l">
              <a:lnSpc>
                <a:spcPct val="150000"/>
              </a:lnSpc>
              <a:spcBef>
                <a:spcPts val="1000"/>
              </a:spcBef>
              <a:spcAft>
                <a:spcPts val="0"/>
              </a:spcAft>
              <a:buClr>
                <a:srgbClr val="F2F2F2"/>
              </a:buClr>
              <a:buSzPts val="1000"/>
              <a:buNone/>
              <a:defRPr sz="1000">
                <a:solidFill>
                  <a:srgbClr val="F2F2F2"/>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5" name="Google Shape;335;p28"/>
          <p:cNvSpPr txBox="1"/>
          <p:nvPr>
            <p:ph idx="4" type="body"/>
          </p:nvPr>
        </p:nvSpPr>
        <p:spPr>
          <a:xfrm>
            <a:off x="8896576" y="5231902"/>
            <a:ext cx="2521280" cy="1577819"/>
          </a:xfrm>
          <a:prstGeom prst="rect">
            <a:avLst/>
          </a:prstGeom>
          <a:noFill/>
          <a:ln>
            <a:noFill/>
          </a:ln>
        </p:spPr>
        <p:txBody>
          <a:bodyPr anchorCtr="0" anchor="t" bIns="45700" lIns="91425" spcFirstLastPara="1" rIns="91425" wrap="square" tIns="45700">
            <a:normAutofit/>
          </a:bodyPr>
          <a:lstStyle>
            <a:lvl1pPr indent="-228600" lvl="0" marL="457200" algn="r">
              <a:lnSpc>
                <a:spcPct val="90000"/>
              </a:lnSpc>
              <a:spcBef>
                <a:spcPts val="1000"/>
              </a:spcBef>
              <a:spcAft>
                <a:spcPts val="0"/>
              </a:spcAft>
              <a:buClr>
                <a:srgbClr val="00F7FF"/>
              </a:buClr>
              <a:buSzPts val="12000"/>
              <a:buNone/>
              <a:defRPr b="1" sz="12000">
                <a:solidFill>
                  <a:srgbClr val="00F7FF"/>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336" name="Google Shape;336;p28"/>
          <p:cNvCxnSpPr/>
          <p:nvPr/>
        </p:nvCxnSpPr>
        <p:spPr>
          <a:xfrm>
            <a:off x="1574156" y="2979683"/>
            <a:ext cx="3565003" cy="0"/>
          </a:xfrm>
          <a:prstGeom prst="straightConnector1">
            <a:avLst/>
          </a:prstGeom>
          <a:noFill/>
          <a:ln cap="rnd" cmpd="sng" w="25400">
            <a:solidFill>
              <a:srgbClr val="00F7FF"/>
            </a:solidFill>
            <a:prstDash val="solid"/>
            <a:round/>
            <a:headEnd len="sm" w="sm" type="none"/>
            <a:tailEnd len="sm" w="sm" type="none"/>
          </a:ln>
        </p:spPr>
      </p:cxnSp>
      <p:sp>
        <p:nvSpPr>
          <p:cNvPr id="337" name="Google Shape;337;p28"/>
          <p:cNvSpPr txBox="1"/>
          <p:nvPr>
            <p:ph idx="10" type="dt"/>
          </p:nvPr>
        </p:nvSpPr>
        <p:spPr>
          <a:xfrm>
            <a:off x="6060300" y="6481647"/>
            <a:ext cx="2090098"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D8D8D8"/>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8" name="Google Shape;338;p28"/>
          <p:cNvSpPr txBox="1"/>
          <p:nvPr>
            <p:ph idx="11" type="ftr"/>
          </p:nvPr>
        </p:nvSpPr>
        <p:spPr>
          <a:xfrm>
            <a:off x="838200" y="6481647"/>
            <a:ext cx="4475922" cy="23982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D8D8D8"/>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339" name="Google Shape;339;p28"/>
          <p:cNvGrpSpPr/>
          <p:nvPr/>
        </p:nvGrpSpPr>
        <p:grpSpPr>
          <a:xfrm>
            <a:off x="16026" y="4629289"/>
            <a:ext cx="434350" cy="2228711"/>
            <a:chOff x="16026" y="4629289"/>
            <a:chExt cx="434350" cy="2228711"/>
          </a:xfrm>
        </p:grpSpPr>
        <p:sp>
          <p:nvSpPr>
            <p:cNvPr id="340" name="Google Shape;340;p28"/>
            <p:cNvSpPr/>
            <p:nvPr/>
          </p:nvSpPr>
          <p:spPr>
            <a:xfrm>
              <a:off x="16026" y="4629289"/>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1" name="Google Shape;341;p28"/>
            <p:cNvSpPr/>
            <p:nvPr/>
          </p:nvSpPr>
          <p:spPr>
            <a:xfrm>
              <a:off x="16026" y="5005641"/>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2" name="Google Shape;342;p28"/>
            <p:cNvSpPr/>
            <p:nvPr/>
          </p:nvSpPr>
          <p:spPr>
            <a:xfrm>
              <a:off x="16026" y="5381993"/>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3" name="Google Shape;343;p28"/>
            <p:cNvSpPr/>
            <p:nvPr/>
          </p:nvSpPr>
          <p:spPr>
            <a:xfrm>
              <a:off x="16026" y="5758345"/>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4" name="Google Shape;344;p28"/>
            <p:cNvSpPr/>
            <p:nvPr/>
          </p:nvSpPr>
          <p:spPr>
            <a:xfrm>
              <a:off x="16026" y="6134697"/>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5" name="Google Shape;345;p28"/>
            <p:cNvSpPr/>
            <p:nvPr/>
          </p:nvSpPr>
          <p:spPr>
            <a:xfrm>
              <a:off x="16026" y="6511050"/>
              <a:ext cx="434350" cy="346950"/>
            </a:xfrm>
            <a:prstGeom prst="rect">
              <a:avLst/>
            </a:prstGeom>
            <a:gradFill>
              <a:gsLst>
                <a:gs pos="0">
                  <a:srgbClr val="00F7FF"/>
                </a:gs>
                <a:gs pos="100000">
                  <a:srgbClr val="00F7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346" name="Google Shape;346;p28"/>
          <p:cNvSpPr/>
          <p:nvPr/>
        </p:nvSpPr>
        <p:spPr>
          <a:xfrm>
            <a:off x="95208" y="6583150"/>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347" name="Google Shape;347;p28"/>
          <p:cNvSpPr txBox="1"/>
          <p:nvPr>
            <p:ph idx="12" type="sldNum"/>
          </p:nvPr>
        </p:nvSpPr>
        <p:spPr>
          <a:xfrm>
            <a:off x="65862" y="6542216"/>
            <a:ext cx="292608" cy="31578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pic>
        <p:nvPicPr>
          <p:cNvPr descr="Background pattern&#10;&#10;Description automatically generated" id="348" name="Google Shape;348;p28"/>
          <p:cNvPicPr preferRelativeResize="0"/>
          <p:nvPr/>
        </p:nvPicPr>
        <p:blipFill rotWithShape="1">
          <a:blip r:embed="rId2">
            <a:alphaModFix/>
          </a:blip>
          <a:srcRect b="0" l="0" r="0" t="0"/>
          <a:stretch/>
        </p:blipFill>
        <p:spPr>
          <a:xfrm>
            <a:off x="-1" y="-1"/>
            <a:ext cx="12192001" cy="6854889"/>
          </a:xfrm>
          <a:prstGeom prst="rect">
            <a:avLst/>
          </a:prstGeom>
          <a:noFill/>
          <a:ln>
            <a:noFill/>
          </a:ln>
        </p:spPr>
      </p:pic>
      <p:sp>
        <p:nvSpPr>
          <p:cNvPr id="349" name="Google Shape;349;p28"/>
          <p:cNvSpPr/>
          <p:nvPr/>
        </p:nvSpPr>
        <p:spPr>
          <a:xfrm>
            <a:off x="0" y="0"/>
            <a:ext cx="12192000" cy="6858000"/>
          </a:xfrm>
          <a:prstGeom prst="rect">
            <a:avLst/>
          </a:prstGeom>
          <a:gradFill>
            <a:gsLst>
              <a:gs pos="0">
                <a:srgbClr val="0A4671">
                  <a:alpha val="74901"/>
                </a:srgbClr>
              </a:gs>
              <a:gs pos="100000">
                <a:srgbClr val="0A4671"/>
              </a:gs>
            </a:gsLst>
            <a:path path="circle">
              <a:fillToRect b="50%" l="50%" r="50%" t="50%"/>
            </a:path>
            <a:tileRect/>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0" name="Google Shape;350;p28"/>
          <p:cNvSpPr/>
          <p:nvPr/>
        </p:nvSpPr>
        <p:spPr>
          <a:xfrm>
            <a:off x="16026" y="4629289"/>
            <a:ext cx="434350" cy="346950"/>
          </a:xfrm>
          <a:prstGeom prst="rect">
            <a:avLst/>
          </a:prstGeom>
          <a:solidFill>
            <a:srgbClr val="00F7FF"/>
          </a:solid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1" name="Google Shape;351;p28"/>
          <p:cNvSpPr/>
          <p:nvPr/>
        </p:nvSpPr>
        <p:spPr>
          <a:xfrm>
            <a:off x="16026" y="5005641"/>
            <a:ext cx="434350" cy="346950"/>
          </a:xfrm>
          <a:prstGeom prst="rect">
            <a:avLst/>
          </a:prstGeom>
          <a:solidFill>
            <a:srgbClr val="00F7FF"/>
          </a:solid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2" name="Google Shape;352;p28"/>
          <p:cNvSpPr/>
          <p:nvPr/>
        </p:nvSpPr>
        <p:spPr>
          <a:xfrm>
            <a:off x="16026" y="5381993"/>
            <a:ext cx="434350" cy="346950"/>
          </a:xfrm>
          <a:prstGeom prst="rect">
            <a:avLst/>
          </a:prstGeom>
          <a:solidFill>
            <a:srgbClr val="00F7FF"/>
          </a:solid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3" name="Google Shape;353;p28"/>
          <p:cNvSpPr/>
          <p:nvPr/>
        </p:nvSpPr>
        <p:spPr>
          <a:xfrm>
            <a:off x="16026" y="5758345"/>
            <a:ext cx="434350" cy="346950"/>
          </a:xfrm>
          <a:prstGeom prst="rect">
            <a:avLst/>
          </a:prstGeom>
          <a:no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4" name="Google Shape;354;p28"/>
          <p:cNvSpPr/>
          <p:nvPr/>
        </p:nvSpPr>
        <p:spPr>
          <a:xfrm>
            <a:off x="16026" y="6134697"/>
            <a:ext cx="434350" cy="346950"/>
          </a:xfrm>
          <a:prstGeom prst="rect">
            <a:avLst/>
          </a:prstGeom>
          <a:no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5" name="Google Shape;355;p28"/>
          <p:cNvSpPr/>
          <p:nvPr/>
        </p:nvSpPr>
        <p:spPr>
          <a:xfrm>
            <a:off x="16026" y="6511050"/>
            <a:ext cx="434350" cy="346950"/>
          </a:xfrm>
          <a:prstGeom prst="rect">
            <a:avLst/>
          </a:prstGeom>
          <a:noFill/>
          <a:ln cap="flat" cmpd="sng" w="12700">
            <a:solidFill>
              <a:srgbClr val="00F7F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6" name="Google Shape;356;p28"/>
          <p:cNvSpPr/>
          <p:nvPr/>
        </p:nvSpPr>
        <p:spPr>
          <a:xfrm rot="10800000">
            <a:off x="0" y="0"/>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57" name="Google Shape;357;p28"/>
          <p:cNvGrpSpPr/>
          <p:nvPr/>
        </p:nvGrpSpPr>
        <p:grpSpPr>
          <a:xfrm>
            <a:off x="58527" y="40944"/>
            <a:ext cx="2869771" cy="1563379"/>
            <a:chOff x="44879" y="27296"/>
            <a:chExt cx="2869771" cy="1563379"/>
          </a:xfrm>
        </p:grpSpPr>
        <p:cxnSp>
          <p:nvCxnSpPr>
            <p:cNvPr id="358" name="Google Shape;358;p28"/>
            <p:cNvCxnSpPr/>
            <p:nvPr/>
          </p:nvCxnSpPr>
          <p:spPr>
            <a:xfrm rot="10800000">
              <a:off x="766351" y="34631"/>
              <a:ext cx="2148299" cy="0"/>
            </a:xfrm>
            <a:prstGeom prst="straightConnector1">
              <a:avLst/>
            </a:prstGeom>
            <a:noFill/>
            <a:ln cap="flat" cmpd="sng" w="38100">
              <a:solidFill>
                <a:srgbClr val="00F7FF"/>
              </a:solidFill>
              <a:prstDash val="solid"/>
              <a:miter lim="800000"/>
              <a:headEnd len="sm" w="sm" type="none"/>
              <a:tailEnd len="sm" w="sm" type="none"/>
            </a:ln>
          </p:spPr>
        </p:cxnSp>
        <p:cxnSp>
          <p:nvCxnSpPr>
            <p:cNvPr id="359" name="Google Shape;359;p28"/>
            <p:cNvCxnSpPr/>
            <p:nvPr/>
          </p:nvCxnSpPr>
          <p:spPr>
            <a:xfrm flipH="1">
              <a:off x="44879" y="27296"/>
              <a:ext cx="737495" cy="644210"/>
            </a:xfrm>
            <a:prstGeom prst="straightConnector1">
              <a:avLst/>
            </a:prstGeom>
            <a:noFill/>
            <a:ln cap="flat" cmpd="sng" w="38100">
              <a:solidFill>
                <a:srgbClr val="00F7FF"/>
              </a:solidFill>
              <a:prstDash val="solid"/>
              <a:miter lim="800000"/>
              <a:headEnd len="sm" w="sm" type="none"/>
              <a:tailEnd len="sm" w="sm" type="none"/>
            </a:ln>
          </p:spPr>
        </p:cxnSp>
        <p:cxnSp>
          <p:nvCxnSpPr>
            <p:cNvPr id="360" name="Google Shape;360;p28"/>
            <p:cNvCxnSpPr/>
            <p:nvPr/>
          </p:nvCxnSpPr>
          <p:spPr>
            <a:xfrm rot="10800000">
              <a:off x="52214" y="654128"/>
              <a:ext cx="0" cy="936547"/>
            </a:xfrm>
            <a:prstGeom prst="straightConnector1">
              <a:avLst/>
            </a:prstGeom>
            <a:noFill/>
            <a:ln cap="flat" cmpd="sng" w="38100">
              <a:solidFill>
                <a:srgbClr val="00F7FF"/>
              </a:solidFill>
              <a:prstDash val="solid"/>
              <a:miter lim="800000"/>
              <a:headEnd len="sm" w="sm" type="none"/>
              <a:tailEnd len="sm" w="sm" type="none"/>
            </a:ln>
          </p:spPr>
        </p:cxnSp>
      </p:grpSp>
      <p:sp>
        <p:nvSpPr>
          <p:cNvPr id="361" name="Google Shape;361;p28"/>
          <p:cNvSpPr/>
          <p:nvPr/>
        </p:nvSpPr>
        <p:spPr>
          <a:xfrm>
            <a:off x="11476383" y="6241089"/>
            <a:ext cx="715617" cy="616911"/>
          </a:xfrm>
          <a:prstGeom prst="triangle">
            <a:avLst>
              <a:gd fmla="val 100000" name="adj"/>
            </a:avLst>
          </a:prstGeom>
          <a:solidFill>
            <a:srgbClr val="00F7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62" name="Google Shape;362;p28"/>
          <p:cNvGrpSpPr/>
          <p:nvPr/>
        </p:nvGrpSpPr>
        <p:grpSpPr>
          <a:xfrm rot="10800000">
            <a:off x="9263702" y="5253677"/>
            <a:ext cx="2869771" cy="1563379"/>
            <a:chOff x="44879" y="27296"/>
            <a:chExt cx="2869771" cy="1563379"/>
          </a:xfrm>
        </p:grpSpPr>
        <p:cxnSp>
          <p:nvCxnSpPr>
            <p:cNvPr id="363" name="Google Shape;363;p28"/>
            <p:cNvCxnSpPr/>
            <p:nvPr/>
          </p:nvCxnSpPr>
          <p:spPr>
            <a:xfrm rot="10800000">
              <a:off x="766351" y="34631"/>
              <a:ext cx="2148299" cy="0"/>
            </a:xfrm>
            <a:prstGeom prst="straightConnector1">
              <a:avLst/>
            </a:prstGeom>
            <a:noFill/>
            <a:ln cap="rnd" cmpd="sng" w="38100">
              <a:solidFill>
                <a:srgbClr val="00F7FF"/>
              </a:solidFill>
              <a:prstDash val="solid"/>
              <a:round/>
              <a:headEnd len="sm" w="sm" type="none"/>
              <a:tailEnd len="sm" w="sm" type="none"/>
            </a:ln>
          </p:spPr>
        </p:cxnSp>
        <p:cxnSp>
          <p:nvCxnSpPr>
            <p:cNvPr id="364" name="Google Shape;364;p28"/>
            <p:cNvCxnSpPr/>
            <p:nvPr/>
          </p:nvCxnSpPr>
          <p:spPr>
            <a:xfrm flipH="1">
              <a:off x="44879" y="27296"/>
              <a:ext cx="737495" cy="644210"/>
            </a:xfrm>
            <a:prstGeom prst="straightConnector1">
              <a:avLst/>
            </a:prstGeom>
            <a:noFill/>
            <a:ln cap="rnd" cmpd="sng" w="38100">
              <a:solidFill>
                <a:srgbClr val="00F7FF"/>
              </a:solidFill>
              <a:prstDash val="solid"/>
              <a:round/>
              <a:headEnd len="sm" w="sm" type="none"/>
              <a:tailEnd len="sm" w="sm" type="none"/>
            </a:ln>
          </p:spPr>
        </p:cxnSp>
        <p:cxnSp>
          <p:nvCxnSpPr>
            <p:cNvPr id="365" name="Google Shape;365;p28"/>
            <p:cNvCxnSpPr/>
            <p:nvPr/>
          </p:nvCxnSpPr>
          <p:spPr>
            <a:xfrm rot="10800000">
              <a:off x="52214" y="654128"/>
              <a:ext cx="0" cy="936547"/>
            </a:xfrm>
            <a:prstGeom prst="straightConnector1">
              <a:avLst/>
            </a:prstGeom>
            <a:noFill/>
            <a:ln cap="rnd" cmpd="sng" w="38100">
              <a:solidFill>
                <a:srgbClr val="00F7FF"/>
              </a:solidFill>
              <a:prstDash val="solid"/>
              <a:round/>
              <a:headEnd len="sm" w="sm" type="none"/>
              <a:tailEnd len="sm" w="sm" type="none"/>
            </a:ln>
          </p:spPr>
        </p:cxnSp>
      </p:grpSp>
      <p:sp>
        <p:nvSpPr>
          <p:cNvPr id="366" name="Google Shape;366;p28"/>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28"/>
          <p:cNvSpPr txBox="1"/>
          <p:nvPr>
            <p:ph idx="5" type="sldNum"/>
          </p:nvPr>
        </p:nvSpPr>
        <p:spPr>
          <a:xfrm>
            <a:off x="11899392" y="6542216"/>
            <a:ext cx="292608" cy="315784"/>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368" name="Google Shape;368;p28"/>
          <p:cNvSpPr txBox="1"/>
          <p:nvPr>
            <p:ph idx="6" type="body"/>
          </p:nvPr>
        </p:nvSpPr>
        <p:spPr>
          <a:xfrm>
            <a:off x="1470930" y="2095027"/>
            <a:ext cx="6264164" cy="884656"/>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000"/>
              </a:spcBef>
              <a:spcAft>
                <a:spcPts val="0"/>
              </a:spcAft>
              <a:buClr>
                <a:srgbClr val="00F7FF"/>
              </a:buClr>
              <a:buSzPts val="4400"/>
              <a:buNone/>
              <a:defRPr b="1" sz="4400">
                <a:solidFill>
                  <a:srgbClr val="00F7FF"/>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9" name="Google Shape;369;p28"/>
          <p:cNvSpPr txBox="1"/>
          <p:nvPr>
            <p:ph idx="7" type="body"/>
          </p:nvPr>
        </p:nvSpPr>
        <p:spPr>
          <a:xfrm>
            <a:off x="1470930" y="3169159"/>
            <a:ext cx="8913813" cy="695175"/>
          </a:xfrm>
          <a:prstGeom prst="rect">
            <a:avLst/>
          </a:prstGeom>
          <a:noFill/>
          <a:ln>
            <a:noFill/>
          </a:ln>
        </p:spPr>
        <p:txBody>
          <a:bodyPr anchorCtr="0" anchor="ctr" bIns="45700" lIns="91425" spcFirstLastPara="1" rIns="91425" wrap="square" tIns="45700">
            <a:normAutofit/>
          </a:bodyPr>
          <a:lstStyle>
            <a:lvl1pPr indent="-228600" lvl="0" marL="457200" algn="l">
              <a:lnSpc>
                <a:spcPct val="90000"/>
              </a:lnSpc>
              <a:spcBef>
                <a:spcPts val="1000"/>
              </a:spcBef>
              <a:spcAft>
                <a:spcPts val="0"/>
              </a:spcAft>
              <a:buClr>
                <a:schemeClr val="lt1"/>
              </a:buClr>
              <a:buSzPts val="2800"/>
              <a:buNone/>
              <a:defRPr b="1" sz="2800">
                <a:solidFill>
                  <a:schemeClr val="lt1"/>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0" name="Google Shape;370;p28"/>
          <p:cNvSpPr txBox="1"/>
          <p:nvPr>
            <p:ph idx="8" type="body"/>
          </p:nvPr>
        </p:nvSpPr>
        <p:spPr>
          <a:xfrm>
            <a:off x="1470930" y="4137397"/>
            <a:ext cx="7147030" cy="916698"/>
          </a:xfrm>
          <a:prstGeom prst="rect">
            <a:avLst/>
          </a:prstGeom>
          <a:noFill/>
          <a:ln>
            <a:noFill/>
          </a:ln>
        </p:spPr>
        <p:txBody>
          <a:bodyPr anchorCtr="0" anchor="ctr" bIns="45700" lIns="91425" spcFirstLastPara="1" rIns="91425" wrap="square" tIns="45700">
            <a:normAutofit/>
          </a:bodyPr>
          <a:lstStyle>
            <a:lvl1pPr indent="-228600" lvl="0" marL="457200" algn="l">
              <a:lnSpc>
                <a:spcPct val="150000"/>
              </a:lnSpc>
              <a:spcBef>
                <a:spcPts val="1000"/>
              </a:spcBef>
              <a:spcAft>
                <a:spcPts val="0"/>
              </a:spcAft>
              <a:buClr>
                <a:srgbClr val="F2F2F2"/>
              </a:buClr>
              <a:buSzPts val="1000"/>
              <a:buNone/>
              <a:defRPr sz="1000">
                <a:solidFill>
                  <a:srgbClr val="F2F2F2"/>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371" name="Google Shape;371;p28"/>
          <p:cNvCxnSpPr/>
          <p:nvPr/>
        </p:nvCxnSpPr>
        <p:spPr>
          <a:xfrm>
            <a:off x="1574156" y="2979683"/>
            <a:ext cx="3565003" cy="0"/>
          </a:xfrm>
          <a:prstGeom prst="straightConnector1">
            <a:avLst/>
          </a:prstGeom>
          <a:noFill/>
          <a:ln cap="rnd" cmpd="sng" w="25400">
            <a:solidFill>
              <a:srgbClr val="00F7FF"/>
            </a:solidFill>
            <a:prstDash val="solid"/>
            <a:round/>
            <a:headEnd len="sm" w="sm" type="none"/>
            <a:tailEnd len="sm" w="sm"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 sanh 1">
  <p:cSld name="Two Content">
    <p:spTree>
      <p:nvGrpSpPr>
        <p:cNvPr id="372" name="Shape 372"/>
        <p:cNvGrpSpPr/>
        <p:nvPr/>
      </p:nvGrpSpPr>
      <p:grpSpPr>
        <a:xfrm>
          <a:off x="0" y="0"/>
          <a:ext cx="0" cy="0"/>
          <a:chOff x="0" y="0"/>
          <a:chExt cx="0" cy="0"/>
        </a:xfrm>
      </p:grpSpPr>
      <p:sp>
        <p:nvSpPr>
          <p:cNvPr id="373" name="Google Shape;373;p29"/>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4" name="Google Shape;374;p29"/>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75" name="Google Shape;375;p29"/>
          <p:cNvGrpSpPr/>
          <p:nvPr/>
        </p:nvGrpSpPr>
        <p:grpSpPr>
          <a:xfrm>
            <a:off x="58527" y="54292"/>
            <a:ext cx="2869771" cy="1563379"/>
            <a:chOff x="44879" y="27296"/>
            <a:chExt cx="2869771" cy="1563379"/>
          </a:xfrm>
        </p:grpSpPr>
        <p:cxnSp>
          <p:nvCxnSpPr>
            <p:cNvPr id="376" name="Google Shape;376;p29"/>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377" name="Google Shape;377;p29"/>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378" name="Google Shape;378;p29"/>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379" name="Google Shape;379;p29"/>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0" name="Google Shape;380;p29"/>
          <p:cNvSpPr txBox="1"/>
          <p:nvPr>
            <p:ph sz="half" idx="1"/>
          </p:nvPr>
        </p:nvSpPr>
        <p:spPr>
          <a:xfrm>
            <a:off x="774144" y="1233825"/>
            <a:ext cx="5202000" cy="4943139"/>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1" name="Google Shape;381;p29"/>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382" name="Google Shape;382;p29"/>
          <p:cNvGrpSpPr/>
          <p:nvPr/>
        </p:nvGrpSpPr>
        <p:grpSpPr>
          <a:xfrm>
            <a:off x="16026" y="4629289"/>
            <a:ext cx="434350" cy="2228711"/>
            <a:chOff x="16026" y="4629289"/>
            <a:chExt cx="434350" cy="2228711"/>
          </a:xfrm>
        </p:grpSpPr>
        <p:sp>
          <p:nvSpPr>
            <p:cNvPr id="383" name="Google Shape;383;p29"/>
            <p:cNvSpPr/>
            <p:nvPr/>
          </p:nvSpPr>
          <p:spPr>
            <a:xfrm>
              <a:off x="16026" y="4629289"/>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4" name="Google Shape;384;p29"/>
            <p:cNvSpPr/>
            <p:nvPr/>
          </p:nvSpPr>
          <p:spPr>
            <a:xfrm>
              <a:off x="16026" y="5005641"/>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5" name="Google Shape;385;p29"/>
            <p:cNvSpPr/>
            <p:nvPr/>
          </p:nvSpPr>
          <p:spPr>
            <a:xfrm>
              <a:off x="16026" y="5381993"/>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6" name="Google Shape;386;p29"/>
            <p:cNvSpPr/>
            <p:nvPr/>
          </p:nvSpPr>
          <p:spPr>
            <a:xfrm>
              <a:off x="16026" y="5758345"/>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7" name="Google Shape;387;p29"/>
            <p:cNvSpPr/>
            <p:nvPr/>
          </p:nvSpPr>
          <p:spPr>
            <a:xfrm>
              <a:off x="16026" y="6134697"/>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8" name="Google Shape;388;p29"/>
            <p:cNvSpPr/>
            <p:nvPr/>
          </p:nvSpPr>
          <p:spPr>
            <a:xfrm>
              <a:off x="16026" y="6511050"/>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389" name="Google Shape;389;p29"/>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0" name="Google Shape;390;p29"/>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29"/>
          <p:cNvSpPr/>
          <p:nvPr/>
        </p:nvSpPr>
        <p:spPr>
          <a:xfrm>
            <a:off x="92963" y="6542941"/>
            <a:ext cx="280476" cy="28047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392" name="Google Shape;392;p29"/>
          <p:cNvSpPr txBox="1"/>
          <p:nvPr>
            <p:ph idx="12" type="sldNum"/>
          </p:nvPr>
        </p:nvSpPr>
        <p:spPr>
          <a:xfrm>
            <a:off x="58380" y="6508358"/>
            <a:ext cx="349642" cy="349642"/>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grpSp>
        <p:nvGrpSpPr>
          <p:cNvPr id="393" name="Google Shape;393;p29"/>
          <p:cNvGrpSpPr/>
          <p:nvPr/>
        </p:nvGrpSpPr>
        <p:grpSpPr>
          <a:xfrm rot="10800000">
            <a:off x="9265363" y="5246044"/>
            <a:ext cx="2869771" cy="1563379"/>
            <a:chOff x="44879" y="27296"/>
            <a:chExt cx="2869771" cy="1563379"/>
          </a:xfrm>
        </p:grpSpPr>
        <p:cxnSp>
          <p:nvCxnSpPr>
            <p:cNvPr id="394" name="Google Shape;394;p29"/>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395" name="Google Shape;395;p29"/>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396" name="Google Shape;396;p29"/>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397" name="Google Shape;397;p29"/>
          <p:cNvSpPr txBox="1"/>
          <p:nvPr>
            <p:ph sz="half" idx="2"/>
          </p:nvPr>
        </p:nvSpPr>
        <p:spPr>
          <a:xfrm>
            <a:off x="6151800" y="1228490"/>
            <a:ext cx="5202000" cy="4943139"/>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98" name="Google Shape;398;p29"/>
          <p:cNvSpPr txBox="1"/>
          <p:nvPr>
            <p:ph type="title"/>
          </p:nvPr>
        </p:nvSpPr>
        <p:spPr>
          <a:xfrm>
            <a:off x="774145" y="223964"/>
            <a:ext cx="10579655" cy="785896"/>
          </a:xfrm>
          <a:prstGeom prst="rect">
            <a:avLst/>
          </a:prstGeom>
          <a:noFill/>
          <a:ln>
            <a:noFill/>
          </a:ln>
        </p:spPr>
        <p:txBody>
          <a:bodyPr anchorCtr="0" anchor="ctr" bIns="45700" lIns="91425" spcFirstLastPara="1" rIns="91425" wrap="square" tIns="45700">
            <a:normAutofit/>
          </a:bodyPr>
          <a:lstStyle>
            <a:lvl1pPr lvl="0" algn="l">
              <a:lnSpc>
                <a:spcPct val="120000"/>
              </a:lnSpc>
              <a:spcBef>
                <a:spcPts val="200"/>
              </a:spcBef>
              <a:spcAft>
                <a:spcPts val="0"/>
              </a:spcAft>
              <a:buClr>
                <a:srgbClr val="0072FF"/>
              </a:buClr>
              <a:buSzPts val="4400"/>
              <a:buFont typeface="Times New Roman"/>
              <a:buNone/>
              <a:defRPr sz="4400"/>
            </a:lvl1pPr>
            <a:lvl2pPr lvl="1">
              <a:spcBef>
                <a:spcPts val="2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 sanh 2">
  <p:cSld name="Comparison">
    <p:spTree>
      <p:nvGrpSpPr>
        <p:cNvPr id="399" name="Shape 399"/>
        <p:cNvGrpSpPr/>
        <p:nvPr/>
      </p:nvGrpSpPr>
      <p:grpSpPr>
        <a:xfrm>
          <a:off x="0" y="0"/>
          <a:ext cx="0" cy="0"/>
          <a:chOff x="0" y="0"/>
          <a:chExt cx="0" cy="0"/>
        </a:xfrm>
      </p:grpSpPr>
      <p:sp>
        <p:nvSpPr>
          <p:cNvPr id="400" name="Google Shape;400;p30"/>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1" name="Google Shape;401;p30"/>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02" name="Google Shape;402;p30"/>
          <p:cNvGrpSpPr/>
          <p:nvPr/>
        </p:nvGrpSpPr>
        <p:grpSpPr>
          <a:xfrm>
            <a:off x="58527" y="54292"/>
            <a:ext cx="2869771" cy="1563379"/>
            <a:chOff x="44879" y="27296"/>
            <a:chExt cx="2869771" cy="1563379"/>
          </a:xfrm>
        </p:grpSpPr>
        <p:cxnSp>
          <p:nvCxnSpPr>
            <p:cNvPr id="403" name="Google Shape;403;p30"/>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04" name="Google Shape;404;p30"/>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05" name="Google Shape;405;p30"/>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06" name="Google Shape;406;p30"/>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7" name="Google Shape;407;p30"/>
          <p:cNvSpPr txBox="1"/>
          <p:nvPr>
            <p:ph sz="half" idx="2"/>
          </p:nvPr>
        </p:nvSpPr>
        <p:spPr>
          <a:xfrm>
            <a:off x="774144" y="1962615"/>
            <a:ext cx="5202000" cy="4214349"/>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8" name="Google Shape;408;p30"/>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409" name="Google Shape;409;p30"/>
          <p:cNvGrpSpPr/>
          <p:nvPr/>
        </p:nvGrpSpPr>
        <p:grpSpPr>
          <a:xfrm>
            <a:off x="16026" y="4629289"/>
            <a:ext cx="434350" cy="2228711"/>
            <a:chOff x="16026" y="4629289"/>
            <a:chExt cx="434350" cy="2228711"/>
          </a:xfrm>
        </p:grpSpPr>
        <p:sp>
          <p:nvSpPr>
            <p:cNvPr id="410" name="Google Shape;410;p30"/>
            <p:cNvSpPr/>
            <p:nvPr/>
          </p:nvSpPr>
          <p:spPr>
            <a:xfrm>
              <a:off x="16026" y="4629289"/>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1" name="Google Shape;411;p30"/>
            <p:cNvSpPr/>
            <p:nvPr/>
          </p:nvSpPr>
          <p:spPr>
            <a:xfrm>
              <a:off x="16026" y="5005641"/>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2" name="Google Shape;412;p30"/>
            <p:cNvSpPr/>
            <p:nvPr/>
          </p:nvSpPr>
          <p:spPr>
            <a:xfrm>
              <a:off x="16026" y="5381993"/>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3" name="Google Shape;413;p30"/>
            <p:cNvSpPr/>
            <p:nvPr/>
          </p:nvSpPr>
          <p:spPr>
            <a:xfrm>
              <a:off x="16026" y="5758345"/>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4" name="Google Shape;414;p30"/>
            <p:cNvSpPr/>
            <p:nvPr/>
          </p:nvSpPr>
          <p:spPr>
            <a:xfrm>
              <a:off x="16026" y="6134697"/>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5" name="Google Shape;415;p30"/>
            <p:cNvSpPr/>
            <p:nvPr/>
          </p:nvSpPr>
          <p:spPr>
            <a:xfrm>
              <a:off x="16026" y="6511050"/>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416" name="Google Shape;416;p30"/>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7" name="Google Shape;417;p30"/>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30"/>
          <p:cNvSpPr/>
          <p:nvPr/>
        </p:nvSpPr>
        <p:spPr>
          <a:xfrm>
            <a:off x="92963" y="6542941"/>
            <a:ext cx="280476" cy="28047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419" name="Google Shape;419;p30"/>
          <p:cNvSpPr txBox="1"/>
          <p:nvPr>
            <p:ph idx="12" type="sldNum"/>
          </p:nvPr>
        </p:nvSpPr>
        <p:spPr>
          <a:xfrm>
            <a:off x="58380" y="6508358"/>
            <a:ext cx="349642" cy="349642"/>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grpSp>
        <p:nvGrpSpPr>
          <p:cNvPr id="420" name="Google Shape;420;p30"/>
          <p:cNvGrpSpPr/>
          <p:nvPr/>
        </p:nvGrpSpPr>
        <p:grpSpPr>
          <a:xfrm rot="10800000">
            <a:off x="9265363" y="5246044"/>
            <a:ext cx="2869771" cy="1563379"/>
            <a:chOff x="44879" y="27296"/>
            <a:chExt cx="2869771" cy="1563379"/>
          </a:xfrm>
        </p:grpSpPr>
        <p:cxnSp>
          <p:nvCxnSpPr>
            <p:cNvPr id="421" name="Google Shape;421;p30"/>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22" name="Google Shape;422;p30"/>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23" name="Google Shape;423;p30"/>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24" name="Google Shape;424;p30"/>
          <p:cNvSpPr txBox="1"/>
          <p:nvPr>
            <p:ph sz="quarter" idx="4"/>
          </p:nvPr>
        </p:nvSpPr>
        <p:spPr>
          <a:xfrm>
            <a:off x="6151800" y="1957280"/>
            <a:ext cx="5202000" cy="4214349"/>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5" name="Google Shape;425;p30"/>
          <p:cNvSpPr txBox="1"/>
          <p:nvPr>
            <p:ph type="body" idx="1"/>
          </p:nvPr>
        </p:nvSpPr>
        <p:spPr>
          <a:xfrm>
            <a:off x="774144" y="1233825"/>
            <a:ext cx="5202794" cy="504825"/>
          </a:xfrm>
          <a:prstGeom prst="rect">
            <a:avLst/>
          </a:prstGeom>
          <a:gradFill>
            <a:gsLst>
              <a:gs pos="0">
                <a:srgbClr val="0072FF"/>
              </a:gs>
              <a:gs pos="99000">
                <a:srgbClr val="00C6FF"/>
              </a:gs>
              <a:gs pos="100000">
                <a:srgbClr val="00C6FF"/>
              </a:gs>
            </a:gsLst>
            <a:lin ang="2700000" scaled="0"/>
          </a:gradFill>
          <a:ln>
            <a:noFill/>
          </a:ln>
        </p:spPr>
        <p:txBody>
          <a:bodyPr anchorCtr="0" anchor="t" bIns="45700" lIns="91425" spcFirstLastPara="1" rIns="91425" wrap="square" tIns="45700">
            <a:normAutofit/>
          </a:bodyPr>
          <a:lstStyle>
            <a:lvl1pPr indent="-228600" lvl="0" marL="457200" algn="ctr">
              <a:lnSpc>
                <a:spcPct val="120000"/>
              </a:lnSpc>
              <a:spcBef>
                <a:spcPts val="200"/>
              </a:spcBef>
              <a:spcAft>
                <a:spcPts val="0"/>
              </a:spcAft>
              <a:buClr>
                <a:schemeClr val="lt1"/>
              </a:buClr>
              <a:buSzPts val="2400"/>
              <a:buNone/>
              <a:defRPr b="1" i="0" sz="24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6" name="Google Shape;426;p30"/>
          <p:cNvSpPr txBox="1"/>
          <p:nvPr>
            <p:ph type="body" sz="quarter" idx="3"/>
          </p:nvPr>
        </p:nvSpPr>
        <p:spPr>
          <a:xfrm>
            <a:off x="6151006" y="1233825"/>
            <a:ext cx="5202794" cy="504825"/>
          </a:xfrm>
          <a:prstGeom prst="rect">
            <a:avLst/>
          </a:prstGeom>
          <a:gradFill>
            <a:gsLst>
              <a:gs pos="0">
                <a:srgbClr val="0072FF"/>
              </a:gs>
              <a:gs pos="99000">
                <a:srgbClr val="00C6FF"/>
              </a:gs>
              <a:gs pos="100000">
                <a:srgbClr val="00C6FF"/>
              </a:gs>
            </a:gsLst>
            <a:lin ang="2700000" scaled="0"/>
          </a:gradFill>
          <a:ln>
            <a:noFill/>
          </a:ln>
        </p:spPr>
        <p:txBody>
          <a:bodyPr anchorCtr="0" anchor="t" bIns="45700" lIns="91425" spcFirstLastPara="1" rIns="91425" wrap="square" tIns="45700">
            <a:normAutofit/>
          </a:bodyPr>
          <a:lstStyle>
            <a:lvl1pPr indent="-228600" lvl="0" marL="457200" algn="ctr">
              <a:lnSpc>
                <a:spcPct val="120000"/>
              </a:lnSpc>
              <a:spcBef>
                <a:spcPts val="200"/>
              </a:spcBef>
              <a:spcAft>
                <a:spcPts val="0"/>
              </a:spcAft>
              <a:buClr>
                <a:schemeClr val="lt1"/>
              </a:buClr>
              <a:buSzPts val="2400"/>
              <a:buNone/>
              <a:defRPr b="1" i="0" sz="2400">
                <a:solidFill>
                  <a:schemeClr val="lt1"/>
                </a:solidFill>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7" name="Google Shape;427;p30"/>
          <p:cNvSpPr txBox="1"/>
          <p:nvPr>
            <p:ph type="title"/>
          </p:nvPr>
        </p:nvSpPr>
        <p:spPr>
          <a:xfrm>
            <a:off x="774145" y="223964"/>
            <a:ext cx="10579655" cy="785896"/>
          </a:xfrm>
          <a:prstGeom prst="rect">
            <a:avLst/>
          </a:prstGeom>
          <a:noFill/>
          <a:ln>
            <a:noFill/>
          </a:ln>
        </p:spPr>
        <p:txBody>
          <a:bodyPr anchorCtr="0" anchor="ctr" bIns="45700" lIns="91425" spcFirstLastPara="1" rIns="91425" wrap="square" tIns="45700">
            <a:normAutofit/>
          </a:bodyPr>
          <a:lstStyle>
            <a:lvl1pPr lvl="0" algn="l">
              <a:lnSpc>
                <a:spcPct val="120000"/>
              </a:lnSpc>
              <a:spcBef>
                <a:spcPts val="200"/>
              </a:spcBef>
              <a:spcAft>
                <a:spcPts val="0"/>
              </a:spcAft>
              <a:buClr>
                <a:srgbClr val="0072FF"/>
              </a:buClr>
              <a:buSzPts val="4400"/>
              <a:buFont typeface="Times New Roman"/>
              <a:buNone/>
              <a:defRPr sz="4400"/>
            </a:lvl1pPr>
            <a:lvl2pPr lvl="1">
              <a:spcBef>
                <a:spcPts val="2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ình ảnh">
  <p:cSld name="Content with Caption">
    <p:spTree>
      <p:nvGrpSpPr>
        <p:cNvPr id="428" name="Shape 428"/>
        <p:cNvGrpSpPr/>
        <p:nvPr/>
      </p:nvGrpSpPr>
      <p:grpSpPr>
        <a:xfrm>
          <a:off x="0" y="0"/>
          <a:ext cx="0" cy="0"/>
          <a:chOff x="0" y="0"/>
          <a:chExt cx="0" cy="0"/>
        </a:xfrm>
      </p:grpSpPr>
      <p:sp>
        <p:nvSpPr>
          <p:cNvPr id="429" name="Google Shape;429;p31"/>
          <p:cNvSpPr/>
          <p:nvPr/>
        </p:nvSpPr>
        <p:spPr>
          <a:xfrm rot="10800000">
            <a:off x="-2" y="0"/>
            <a:ext cx="12192000" cy="6858000"/>
          </a:xfrm>
          <a:custGeom>
            <a:rect b="b" l="l" r="r" t="t"/>
            <a:pathLst>
              <a:path extrusionOk="0" h="6858000" w="12192000">
                <a:moveTo>
                  <a:pt x="0" y="616911"/>
                </a:moveTo>
                <a:lnTo>
                  <a:pt x="0" y="0"/>
                </a:lnTo>
                <a:lnTo>
                  <a:pt x="715617" y="0"/>
                </a:lnTo>
                <a:close/>
                <a:moveTo>
                  <a:pt x="12192000" y="6858000"/>
                </a:moveTo>
                <a:lnTo>
                  <a:pt x="11476383" y="6858000"/>
                </a:lnTo>
                <a:lnTo>
                  <a:pt x="12192000" y="6241089"/>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0" name="Google Shape;430;p31"/>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31" name="Google Shape;431;p31"/>
          <p:cNvGrpSpPr/>
          <p:nvPr/>
        </p:nvGrpSpPr>
        <p:grpSpPr>
          <a:xfrm>
            <a:off x="58527" y="54292"/>
            <a:ext cx="2869771" cy="1563379"/>
            <a:chOff x="44879" y="27296"/>
            <a:chExt cx="2869771" cy="1563379"/>
          </a:xfrm>
        </p:grpSpPr>
        <p:cxnSp>
          <p:nvCxnSpPr>
            <p:cNvPr id="432" name="Google Shape;432;p31"/>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33" name="Google Shape;433;p31"/>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34" name="Google Shape;434;p31"/>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35" name="Google Shape;435;p31"/>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6" name="Google Shape;436;p31"/>
          <p:cNvSpPr txBox="1"/>
          <p:nvPr>
            <p:ph type="title"/>
          </p:nvPr>
        </p:nvSpPr>
        <p:spPr>
          <a:xfrm>
            <a:off x="774146" y="202009"/>
            <a:ext cx="3932227" cy="1698043"/>
          </a:xfrm>
          <a:prstGeom prst="rect">
            <a:avLst/>
          </a:prstGeom>
          <a:noFill/>
          <a:ln>
            <a:noFill/>
          </a:ln>
        </p:spPr>
        <p:txBody>
          <a:bodyPr anchorCtr="0" anchor="ctr" bIns="45700" lIns="91425" spcFirstLastPara="1" rIns="91425" wrap="square" tIns="45700">
            <a:noAutofit/>
          </a:bodyPr>
          <a:lstStyle>
            <a:lvl1pPr lvl="0" algn="l">
              <a:lnSpc>
                <a:spcPct val="120000"/>
              </a:lnSpc>
              <a:spcBef>
                <a:spcPts val="200"/>
              </a:spcBef>
              <a:spcAft>
                <a:spcPts val="0"/>
              </a:spcAft>
              <a:buClr>
                <a:srgbClr val="0072FF"/>
              </a:buClr>
              <a:buSzPts val="4000"/>
              <a:buFont typeface="Times New Roman"/>
              <a:buNone/>
              <a:defRPr sz="4000"/>
            </a:lvl1pPr>
            <a:lvl2pPr lvl="1">
              <a:spcBef>
                <a:spcPts val="2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7" name="Google Shape;437;p31"/>
          <p:cNvSpPr txBox="1"/>
          <p:nvPr>
            <p:ph type="body" sz="half" idx="2"/>
          </p:nvPr>
        </p:nvSpPr>
        <p:spPr>
          <a:xfrm>
            <a:off x="774144" y="2113808"/>
            <a:ext cx="3932227" cy="4063156"/>
          </a:xfrm>
          <a:prstGeom prst="rect">
            <a:avLst/>
          </a:prstGeom>
          <a:noFill/>
          <a:ln>
            <a:noFill/>
          </a:ln>
        </p:spPr>
        <p:txBody>
          <a:bodyPr anchorCtr="0" anchor="t" bIns="45700" lIns="91425" spcFirstLastPara="1" rIns="91425" wrap="square" tIns="45700">
            <a:normAutofit/>
          </a:bodyPr>
          <a:lstStyle>
            <a:lvl1pPr indent="-406400" lvl="0" marL="457200" algn="just">
              <a:lnSpc>
                <a:spcPct val="130000"/>
              </a:lnSpc>
              <a:spcBef>
                <a:spcPts val="300"/>
              </a:spcBef>
              <a:spcAft>
                <a:spcPts val="0"/>
              </a:spcAft>
              <a:buClr>
                <a:schemeClr val="dk1"/>
              </a:buClr>
              <a:buSzPts val="2800"/>
              <a:buChar char="•"/>
              <a:defRPr>
                <a:latin typeface="Arial"/>
                <a:ea typeface="Arial"/>
                <a:cs typeface="Arial"/>
                <a:sym typeface="Arial"/>
              </a:defRPr>
            </a:lvl1pPr>
            <a:lvl2pPr indent="-381000" lvl="1" marL="914400" algn="just">
              <a:lnSpc>
                <a:spcPct val="130000"/>
              </a:lnSpc>
              <a:spcBef>
                <a:spcPts val="300"/>
              </a:spcBef>
              <a:spcAft>
                <a:spcPts val="0"/>
              </a:spcAft>
              <a:buClr>
                <a:schemeClr val="dk1"/>
              </a:buClr>
              <a:buSzPts val="2400"/>
              <a:buChar char="•"/>
              <a:defRPr>
                <a:latin typeface="Arial"/>
                <a:ea typeface="Arial"/>
                <a:cs typeface="Arial"/>
                <a:sym typeface="Arial"/>
              </a:defRPr>
            </a:lvl2pPr>
            <a:lvl3pPr indent="-355600" lvl="2" marL="1371600" algn="just">
              <a:lnSpc>
                <a:spcPct val="130000"/>
              </a:lnSpc>
              <a:spcBef>
                <a:spcPts val="300"/>
              </a:spcBef>
              <a:spcAft>
                <a:spcPts val="0"/>
              </a:spcAft>
              <a:buClr>
                <a:schemeClr val="dk1"/>
              </a:buClr>
              <a:buSzPts val="2000"/>
              <a:buChar char="•"/>
              <a:defRPr>
                <a:latin typeface="Arial"/>
                <a:ea typeface="Arial"/>
                <a:cs typeface="Arial"/>
                <a:sym typeface="Arial"/>
              </a:defRPr>
            </a:lvl3pPr>
            <a:lvl4pPr indent="-342900" lvl="3" marL="1828800" algn="just">
              <a:lnSpc>
                <a:spcPct val="130000"/>
              </a:lnSpc>
              <a:spcBef>
                <a:spcPts val="300"/>
              </a:spcBef>
              <a:spcAft>
                <a:spcPts val="0"/>
              </a:spcAft>
              <a:buClr>
                <a:schemeClr val="dk1"/>
              </a:buClr>
              <a:buSzPts val="1800"/>
              <a:buChar char="•"/>
              <a:defRPr>
                <a:latin typeface="Arial"/>
                <a:ea typeface="Arial"/>
                <a:cs typeface="Arial"/>
                <a:sym typeface="Arial"/>
              </a:defRPr>
            </a:lvl4pPr>
            <a:lvl5pPr indent="-342900" lvl="4" marL="2286000" algn="just">
              <a:lnSpc>
                <a:spcPct val="130000"/>
              </a:lnSpc>
              <a:spcBef>
                <a:spcPts val="3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8" name="Google Shape;438;p31"/>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grpSp>
        <p:nvGrpSpPr>
          <p:cNvPr id="439" name="Google Shape;439;p31"/>
          <p:cNvGrpSpPr/>
          <p:nvPr/>
        </p:nvGrpSpPr>
        <p:grpSpPr>
          <a:xfrm>
            <a:off x="16026" y="4629289"/>
            <a:ext cx="434350" cy="2228711"/>
            <a:chOff x="16026" y="4629289"/>
            <a:chExt cx="434350" cy="2228711"/>
          </a:xfrm>
        </p:grpSpPr>
        <p:sp>
          <p:nvSpPr>
            <p:cNvPr id="440" name="Google Shape;440;p31"/>
            <p:cNvSpPr/>
            <p:nvPr/>
          </p:nvSpPr>
          <p:spPr>
            <a:xfrm>
              <a:off x="16026" y="4629289"/>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1" name="Google Shape;441;p31"/>
            <p:cNvSpPr/>
            <p:nvPr/>
          </p:nvSpPr>
          <p:spPr>
            <a:xfrm>
              <a:off x="16026" y="5005641"/>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2" name="Google Shape;442;p31"/>
            <p:cNvSpPr/>
            <p:nvPr/>
          </p:nvSpPr>
          <p:spPr>
            <a:xfrm>
              <a:off x="16026" y="5381993"/>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3" name="Google Shape;443;p31"/>
            <p:cNvSpPr/>
            <p:nvPr/>
          </p:nvSpPr>
          <p:spPr>
            <a:xfrm>
              <a:off x="16026" y="5758345"/>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4" name="Google Shape;444;p31"/>
            <p:cNvSpPr/>
            <p:nvPr/>
          </p:nvSpPr>
          <p:spPr>
            <a:xfrm>
              <a:off x="16026" y="6134697"/>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5" name="Google Shape;445;p31"/>
            <p:cNvSpPr/>
            <p:nvPr/>
          </p:nvSpPr>
          <p:spPr>
            <a:xfrm>
              <a:off x="16026" y="6511050"/>
              <a:ext cx="434350" cy="346950"/>
            </a:xfrm>
            <a:prstGeom prst="rect">
              <a:avLst/>
            </a:prstGeom>
            <a:gradFill>
              <a:gsLst>
                <a:gs pos="0">
                  <a:srgbClr val="0072FF"/>
                </a:gs>
                <a:gs pos="100000">
                  <a:srgbClr val="00C6FF">
                    <a:alpha val="0"/>
                  </a:srgbClr>
                </a:gs>
              </a:gsLst>
              <a:lin ang="16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446" name="Google Shape;446;p31"/>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7" name="Google Shape;447;p31"/>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8" name="Google Shape;448;p31"/>
          <p:cNvSpPr/>
          <p:nvPr/>
        </p:nvSpPr>
        <p:spPr>
          <a:xfrm>
            <a:off x="92963" y="6542941"/>
            <a:ext cx="280476" cy="28047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449" name="Google Shape;449;p31"/>
          <p:cNvSpPr txBox="1"/>
          <p:nvPr>
            <p:ph idx="12" type="sldNum"/>
          </p:nvPr>
        </p:nvSpPr>
        <p:spPr>
          <a:xfrm>
            <a:off x="58380" y="6508358"/>
            <a:ext cx="349642" cy="349642"/>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dk1"/>
                </a:solidFill>
                <a:latin typeface="Arial"/>
                <a:ea typeface="Arial"/>
                <a:cs typeface="Arial"/>
                <a:sym typeface="Arial"/>
              </a:defRPr>
            </a:lvl1pPr>
            <a:lvl2pPr indent="0" lvl="1" marL="0" algn="ctr">
              <a:spcBef>
                <a:spcPts val="0"/>
              </a:spcBef>
              <a:buNone/>
              <a:defRPr sz="700">
                <a:solidFill>
                  <a:schemeClr val="dk1"/>
                </a:solidFill>
                <a:latin typeface="Arial"/>
                <a:ea typeface="Arial"/>
                <a:cs typeface="Arial"/>
                <a:sym typeface="Arial"/>
              </a:defRPr>
            </a:lvl2pPr>
            <a:lvl3pPr indent="0" lvl="2" marL="0" algn="ctr">
              <a:spcBef>
                <a:spcPts val="0"/>
              </a:spcBef>
              <a:buNone/>
              <a:defRPr sz="700">
                <a:solidFill>
                  <a:schemeClr val="dk1"/>
                </a:solidFill>
                <a:latin typeface="Arial"/>
                <a:ea typeface="Arial"/>
                <a:cs typeface="Arial"/>
                <a:sym typeface="Arial"/>
              </a:defRPr>
            </a:lvl3pPr>
            <a:lvl4pPr indent="0" lvl="3" marL="0" algn="ctr">
              <a:spcBef>
                <a:spcPts val="0"/>
              </a:spcBef>
              <a:buNone/>
              <a:defRPr sz="700">
                <a:solidFill>
                  <a:schemeClr val="dk1"/>
                </a:solidFill>
                <a:latin typeface="Arial"/>
                <a:ea typeface="Arial"/>
                <a:cs typeface="Arial"/>
                <a:sym typeface="Arial"/>
              </a:defRPr>
            </a:lvl4pPr>
            <a:lvl5pPr indent="0" lvl="4" marL="0" algn="ctr">
              <a:spcBef>
                <a:spcPts val="0"/>
              </a:spcBef>
              <a:buNone/>
              <a:defRPr sz="700">
                <a:solidFill>
                  <a:schemeClr val="dk1"/>
                </a:solidFill>
                <a:latin typeface="Arial"/>
                <a:ea typeface="Arial"/>
                <a:cs typeface="Arial"/>
                <a:sym typeface="Arial"/>
              </a:defRPr>
            </a:lvl5pPr>
            <a:lvl6pPr indent="0" lvl="5" marL="0" algn="ctr">
              <a:spcBef>
                <a:spcPts val="0"/>
              </a:spcBef>
              <a:buNone/>
              <a:defRPr sz="700">
                <a:solidFill>
                  <a:schemeClr val="dk1"/>
                </a:solidFill>
                <a:latin typeface="Arial"/>
                <a:ea typeface="Arial"/>
                <a:cs typeface="Arial"/>
                <a:sym typeface="Arial"/>
              </a:defRPr>
            </a:lvl6pPr>
            <a:lvl7pPr indent="0" lvl="6" marL="0" algn="ctr">
              <a:spcBef>
                <a:spcPts val="0"/>
              </a:spcBef>
              <a:buNone/>
              <a:defRPr sz="700">
                <a:solidFill>
                  <a:schemeClr val="dk1"/>
                </a:solidFill>
                <a:latin typeface="Arial"/>
                <a:ea typeface="Arial"/>
                <a:cs typeface="Arial"/>
                <a:sym typeface="Arial"/>
              </a:defRPr>
            </a:lvl7pPr>
            <a:lvl8pPr indent="0" lvl="7" marL="0" algn="ctr">
              <a:spcBef>
                <a:spcPts val="0"/>
              </a:spcBef>
              <a:buNone/>
              <a:defRPr sz="700">
                <a:solidFill>
                  <a:schemeClr val="dk1"/>
                </a:solidFill>
                <a:latin typeface="Arial"/>
                <a:ea typeface="Arial"/>
                <a:cs typeface="Arial"/>
                <a:sym typeface="Arial"/>
              </a:defRPr>
            </a:lvl8pPr>
            <a:lvl9pPr indent="0" lvl="8" marL="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grpSp>
        <p:nvGrpSpPr>
          <p:cNvPr id="450" name="Google Shape;450;p31"/>
          <p:cNvGrpSpPr/>
          <p:nvPr/>
        </p:nvGrpSpPr>
        <p:grpSpPr>
          <a:xfrm rot="10800000">
            <a:off x="9265363" y="5246044"/>
            <a:ext cx="2869771" cy="1563379"/>
            <a:chOff x="44879" y="27296"/>
            <a:chExt cx="2869771" cy="1563379"/>
          </a:xfrm>
        </p:grpSpPr>
        <p:cxnSp>
          <p:nvCxnSpPr>
            <p:cNvPr id="451" name="Google Shape;451;p31"/>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52" name="Google Shape;452;p31"/>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53" name="Google Shape;453;p31"/>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54" name="Google Shape;454;p31"/>
          <p:cNvSpPr/>
          <p:nvPr>
            <p:ph idx="1"/>
          </p:nvPr>
        </p:nvSpPr>
        <p:spPr>
          <a:xfrm>
            <a:off x="5160373" y="202009"/>
            <a:ext cx="6237261" cy="5976999"/>
          </a:xfrm>
          <a:prstGeom prst="roundRect">
            <a:avLst>
              <a:gd fmla="val 574" name="adj"/>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g trong 1">
  <p:cSld name="Trang trong 1">
    <p:spTree>
      <p:nvGrpSpPr>
        <p:cNvPr id="455" name="Shape 455"/>
        <p:cNvGrpSpPr/>
        <p:nvPr/>
      </p:nvGrpSpPr>
      <p:grpSpPr>
        <a:xfrm>
          <a:off x="0" y="0"/>
          <a:ext cx="0" cy="0"/>
          <a:chOff x="0" y="0"/>
          <a:chExt cx="0" cy="0"/>
        </a:xfrm>
      </p:grpSpPr>
      <p:sp>
        <p:nvSpPr>
          <p:cNvPr id="456" name="Google Shape;456;p32"/>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57" name="Google Shape;457;p32"/>
          <p:cNvGrpSpPr/>
          <p:nvPr/>
        </p:nvGrpSpPr>
        <p:grpSpPr>
          <a:xfrm rot="10800000">
            <a:off x="9263702" y="5930537"/>
            <a:ext cx="2869771" cy="886519"/>
            <a:chOff x="44879" y="27296"/>
            <a:chExt cx="2869771" cy="886519"/>
          </a:xfrm>
        </p:grpSpPr>
        <p:cxnSp>
          <p:nvCxnSpPr>
            <p:cNvPr id="458" name="Google Shape;458;p32"/>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459" name="Google Shape;459;p32"/>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460" name="Google Shape;460;p32"/>
            <p:cNvCxnSpPr/>
            <p:nvPr/>
          </p:nvCxnSpPr>
          <p:spPr>
            <a:xfrm rot="10800000">
              <a:off x="52214" y="654128"/>
              <a:ext cx="0" cy="259687"/>
            </a:xfrm>
            <a:prstGeom prst="straightConnector1">
              <a:avLst/>
            </a:prstGeom>
            <a:noFill/>
            <a:ln cap="rnd" cmpd="sng" w="38100">
              <a:solidFill>
                <a:srgbClr val="00C6FF"/>
              </a:solidFill>
              <a:prstDash val="solid"/>
              <a:round/>
              <a:headEnd len="sm" w="sm" type="none"/>
              <a:tailEnd len="sm" w="sm" type="none"/>
            </a:ln>
          </p:spPr>
        </p:cxnSp>
      </p:grpSp>
      <p:sp>
        <p:nvSpPr>
          <p:cNvPr id="461" name="Google Shape;461;p32"/>
          <p:cNvSpPr/>
          <p:nvPr/>
        </p:nvSpPr>
        <p:spPr>
          <a:xfrm>
            <a:off x="22186" y="6583140"/>
            <a:ext cx="233916" cy="233916"/>
          </a:xfrm>
          <a:prstGeom prst="ellipse">
            <a:avLst/>
          </a:prstGeom>
          <a:gradFill>
            <a:gsLst>
              <a:gs pos="0">
                <a:srgbClr val="0072FF"/>
              </a:gs>
              <a:gs pos="99000">
                <a:srgbClr val="00C6FF"/>
              </a:gs>
              <a:gs pos="100000">
                <a:srgbClr val="00C6FF"/>
              </a:gs>
            </a:gsLst>
            <a:lin ang="27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462" name="Google Shape;462;p32"/>
          <p:cNvSpPr txBox="1"/>
          <p:nvPr>
            <p:ph idx="12" type="sldNum"/>
          </p:nvPr>
        </p:nvSpPr>
        <p:spPr>
          <a:xfrm>
            <a:off x="-2005" y="6566400"/>
            <a:ext cx="291600" cy="291600"/>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lt1"/>
                </a:solidFill>
                <a:latin typeface="Arial"/>
                <a:ea typeface="Arial"/>
                <a:cs typeface="Arial"/>
                <a:sym typeface="Arial"/>
              </a:defRPr>
            </a:lvl1pPr>
            <a:lvl2pPr indent="0" lvl="1" marL="0" algn="ctr">
              <a:spcBef>
                <a:spcPts val="0"/>
              </a:spcBef>
              <a:buNone/>
              <a:defRPr sz="700">
                <a:solidFill>
                  <a:schemeClr val="lt1"/>
                </a:solidFill>
                <a:latin typeface="Arial"/>
                <a:ea typeface="Arial"/>
                <a:cs typeface="Arial"/>
                <a:sym typeface="Arial"/>
              </a:defRPr>
            </a:lvl2pPr>
            <a:lvl3pPr indent="0" lvl="2" marL="0" algn="ctr">
              <a:spcBef>
                <a:spcPts val="0"/>
              </a:spcBef>
              <a:buNone/>
              <a:defRPr sz="700">
                <a:solidFill>
                  <a:schemeClr val="lt1"/>
                </a:solidFill>
                <a:latin typeface="Arial"/>
                <a:ea typeface="Arial"/>
                <a:cs typeface="Arial"/>
                <a:sym typeface="Arial"/>
              </a:defRPr>
            </a:lvl3pPr>
            <a:lvl4pPr indent="0" lvl="3" marL="0" algn="ctr">
              <a:spcBef>
                <a:spcPts val="0"/>
              </a:spcBef>
              <a:buNone/>
              <a:defRPr sz="700">
                <a:solidFill>
                  <a:schemeClr val="lt1"/>
                </a:solidFill>
                <a:latin typeface="Arial"/>
                <a:ea typeface="Arial"/>
                <a:cs typeface="Arial"/>
                <a:sym typeface="Arial"/>
              </a:defRPr>
            </a:lvl4pPr>
            <a:lvl5pPr indent="0" lvl="4" marL="0" algn="ctr">
              <a:spcBef>
                <a:spcPts val="0"/>
              </a:spcBef>
              <a:buNone/>
              <a:defRPr sz="700">
                <a:solidFill>
                  <a:schemeClr val="lt1"/>
                </a:solidFill>
                <a:latin typeface="Arial"/>
                <a:ea typeface="Arial"/>
                <a:cs typeface="Arial"/>
                <a:sym typeface="Arial"/>
              </a:defRPr>
            </a:lvl5pPr>
            <a:lvl6pPr indent="0" lvl="5" marL="0" algn="ctr">
              <a:spcBef>
                <a:spcPts val="0"/>
              </a:spcBef>
              <a:buNone/>
              <a:defRPr sz="700">
                <a:solidFill>
                  <a:schemeClr val="lt1"/>
                </a:solidFill>
                <a:latin typeface="Arial"/>
                <a:ea typeface="Arial"/>
                <a:cs typeface="Arial"/>
                <a:sym typeface="Arial"/>
              </a:defRPr>
            </a:lvl6pPr>
            <a:lvl7pPr indent="0" lvl="6" marL="0" algn="ctr">
              <a:spcBef>
                <a:spcPts val="0"/>
              </a:spcBef>
              <a:buNone/>
              <a:defRPr sz="700">
                <a:solidFill>
                  <a:schemeClr val="lt1"/>
                </a:solidFill>
                <a:latin typeface="Arial"/>
                <a:ea typeface="Arial"/>
                <a:cs typeface="Arial"/>
                <a:sym typeface="Arial"/>
              </a:defRPr>
            </a:lvl7pPr>
            <a:lvl8pPr indent="0" lvl="7" marL="0" algn="ctr">
              <a:spcBef>
                <a:spcPts val="0"/>
              </a:spcBef>
              <a:buNone/>
              <a:defRPr sz="700">
                <a:solidFill>
                  <a:schemeClr val="lt1"/>
                </a:solidFill>
                <a:latin typeface="Arial"/>
                <a:ea typeface="Arial"/>
                <a:cs typeface="Arial"/>
                <a:sym typeface="Arial"/>
              </a:defRPr>
            </a:lvl8pPr>
            <a:lvl9pPr indent="0" lvl="8" marL="0" algn="ctr">
              <a:spcBef>
                <a:spcPts val="0"/>
              </a:spcBef>
              <a:buNone/>
              <a:defRPr sz="700">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463" name="Google Shape;463;p32"/>
          <p:cNvSpPr/>
          <p:nvPr/>
        </p:nvSpPr>
        <p:spPr>
          <a:xfrm rot="10800000">
            <a:off x="0" y="0"/>
            <a:ext cx="715617" cy="616911"/>
          </a:xfrm>
          <a:prstGeom prst="triangle">
            <a:avLst>
              <a:gd fmla="val 100000" name="adj"/>
            </a:avLst>
          </a:prstGeom>
          <a:solidFill>
            <a:srgbClr val="0072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64" name="Google Shape;464;p32"/>
          <p:cNvGrpSpPr/>
          <p:nvPr/>
        </p:nvGrpSpPr>
        <p:grpSpPr>
          <a:xfrm>
            <a:off x="58527" y="40944"/>
            <a:ext cx="2869771" cy="886519"/>
            <a:chOff x="44879" y="27296"/>
            <a:chExt cx="2869771" cy="886519"/>
          </a:xfrm>
        </p:grpSpPr>
        <p:cxnSp>
          <p:nvCxnSpPr>
            <p:cNvPr id="465" name="Google Shape;465;p32"/>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66" name="Google Shape;466;p32"/>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67" name="Google Shape;467;p32"/>
            <p:cNvCxnSpPr/>
            <p:nvPr/>
          </p:nvCxnSpPr>
          <p:spPr>
            <a:xfrm rot="10800000">
              <a:off x="52214" y="654128"/>
              <a:ext cx="0" cy="259687"/>
            </a:xfrm>
            <a:prstGeom prst="straightConnector1">
              <a:avLst/>
            </a:prstGeom>
            <a:noFill/>
            <a:ln cap="flat" cmpd="sng" w="38100">
              <a:solidFill>
                <a:srgbClr val="00C6FF"/>
              </a:solidFill>
              <a:prstDash val="solid"/>
              <a:miter lim="800000"/>
              <a:headEnd len="sm" w="sm" type="none"/>
              <a:tailEnd len="sm" w="sm" type="none"/>
            </a:ln>
          </p:spPr>
        </p:cxnSp>
      </p:grpSp>
      <p:sp>
        <p:nvSpPr>
          <p:cNvPr id="468" name="Google Shape;468;p32"/>
          <p:cNvSpPr/>
          <p:nvPr/>
        </p:nvSpPr>
        <p:spPr>
          <a:xfrm>
            <a:off x="11589537" y="105878"/>
            <a:ext cx="489307" cy="405155"/>
          </a:xfrm>
          <a:custGeom>
            <a:rect b="b" l="l" r="r" t="t"/>
            <a:pathLst>
              <a:path extrusionOk="0" h="405155" w="489307">
                <a:moveTo>
                  <a:pt x="278290" y="349616"/>
                </a:moveTo>
                <a:lnTo>
                  <a:pt x="277683" y="349811"/>
                </a:lnTo>
                <a:lnTo>
                  <a:pt x="277976" y="349743"/>
                </a:lnTo>
                <a:close/>
                <a:moveTo>
                  <a:pt x="173116" y="214928"/>
                </a:moveTo>
                <a:cubicBezTo>
                  <a:pt x="186639" y="218079"/>
                  <a:pt x="199843" y="222476"/>
                  <a:pt x="212561" y="228062"/>
                </a:cubicBezTo>
                <a:cubicBezTo>
                  <a:pt x="213178" y="228246"/>
                  <a:pt x="213754" y="228547"/>
                  <a:pt x="214259" y="228947"/>
                </a:cubicBezTo>
                <a:cubicBezTo>
                  <a:pt x="214217" y="229557"/>
                  <a:pt x="213672" y="229599"/>
                  <a:pt x="213316" y="229788"/>
                </a:cubicBezTo>
                <a:cubicBezTo>
                  <a:pt x="202362" y="236025"/>
                  <a:pt x="191918" y="243127"/>
                  <a:pt x="182086" y="251026"/>
                </a:cubicBezTo>
                <a:cubicBezTo>
                  <a:pt x="181512" y="251550"/>
                  <a:pt x="180766" y="251843"/>
                  <a:pt x="179990" y="251847"/>
                </a:cubicBezTo>
                <a:lnTo>
                  <a:pt x="156055" y="251847"/>
                </a:lnTo>
                <a:cubicBezTo>
                  <a:pt x="155735" y="251891"/>
                  <a:pt x="155409" y="251824"/>
                  <a:pt x="155132" y="251658"/>
                </a:cubicBezTo>
                <a:cubicBezTo>
                  <a:pt x="155074" y="251207"/>
                  <a:pt x="155162" y="250748"/>
                  <a:pt x="155384" y="250353"/>
                </a:cubicBezTo>
                <a:cubicBezTo>
                  <a:pt x="159232" y="238513"/>
                  <a:pt x="164239" y="227084"/>
                  <a:pt x="170328" y="216233"/>
                </a:cubicBezTo>
                <a:cubicBezTo>
                  <a:pt x="171292" y="214507"/>
                  <a:pt x="171313" y="214507"/>
                  <a:pt x="173116" y="214928"/>
                </a:cubicBezTo>
                <a:close/>
                <a:moveTo>
                  <a:pt x="277908" y="214851"/>
                </a:moveTo>
                <a:cubicBezTo>
                  <a:pt x="278730" y="214533"/>
                  <a:pt x="279652" y="214946"/>
                  <a:pt x="279966" y="215771"/>
                </a:cubicBezTo>
                <a:cubicBezTo>
                  <a:pt x="286223" y="226906"/>
                  <a:pt x="291362" y="238640"/>
                  <a:pt x="295308" y="250795"/>
                </a:cubicBezTo>
                <a:cubicBezTo>
                  <a:pt x="295455" y="251088"/>
                  <a:pt x="295499" y="251423"/>
                  <a:pt x="295434" y="251743"/>
                </a:cubicBezTo>
                <a:cubicBezTo>
                  <a:pt x="294948" y="251907"/>
                  <a:pt x="294432" y="251957"/>
                  <a:pt x="293925" y="251890"/>
                </a:cubicBezTo>
                <a:cubicBezTo>
                  <a:pt x="286191" y="251890"/>
                  <a:pt x="278520" y="251890"/>
                  <a:pt x="270870" y="251890"/>
                </a:cubicBezTo>
                <a:cubicBezTo>
                  <a:pt x="269914" y="251905"/>
                  <a:pt x="268985" y="251576"/>
                  <a:pt x="268250" y="250964"/>
                </a:cubicBezTo>
                <a:cubicBezTo>
                  <a:pt x="258573" y="243178"/>
                  <a:pt x="248290" y="236182"/>
                  <a:pt x="237502" y="230042"/>
                </a:cubicBezTo>
                <a:cubicBezTo>
                  <a:pt x="237020" y="229859"/>
                  <a:pt x="236588" y="229564"/>
                  <a:pt x="236245" y="229179"/>
                </a:cubicBezTo>
                <a:cubicBezTo>
                  <a:pt x="236350" y="228589"/>
                  <a:pt x="236874" y="228547"/>
                  <a:pt x="237251" y="228400"/>
                </a:cubicBezTo>
                <a:cubicBezTo>
                  <a:pt x="250332" y="222603"/>
                  <a:pt x="263932" y="218072"/>
                  <a:pt x="277870" y="214866"/>
                </a:cubicBezTo>
                <a:cubicBezTo>
                  <a:pt x="277883" y="214862"/>
                  <a:pt x="277895" y="214856"/>
                  <a:pt x="277908" y="214851"/>
                </a:cubicBezTo>
                <a:close/>
                <a:moveTo>
                  <a:pt x="151422" y="211056"/>
                </a:moveTo>
                <a:cubicBezTo>
                  <a:pt x="154692" y="211561"/>
                  <a:pt x="157982" y="212024"/>
                  <a:pt x="161566" y="212550"/>
                </a:cubicBezTo>
                <a:cubicBezTo>
                  <a:pt x="159177" y="217160"/>
                  <a:pt x="156830" y="221622"/>
                  <a:pt x="154797" y="226084"/>
                </a:cubicBezTo>
                <a:cubicBezTo>
                  <a:pt x="152764" y="230546"/>
                  <a:pt x="150982" y="235114"/>
                  <a:pt x="148886" y="239639"/>
                </a:cubicBezTo>
                <a:cubicBezTo>
                  <a:pt x="148760" y="238250"/>
                  <a:pt x="148530" y="236840"/>
                  <a:pt x="148530" y="235429"/>
                </a:cubicBezTo>
                <a:cubicBezTo>
                  <a:pt x="148302" y="227778"/>
                  <a:pt x="148673" y="220121"/>
                  <a:pt x="149641" y="212529"/>
                </a:cubicBezTo>
                <a:cubicBezTo>
                  <a:pt x="149850" y="210908"/>
                  <a:pt x="149913" y="210845"/>
                  <a:pt x="151422" y="211056"/>
                </a:cubicBezTo>
                <a:close/>
                <a:moveTo>
                  <a:pt x="299584" y="210929"/>
                </a:moveTo>
                <a:cubicBezTo>
                  <a:pt x="300465" y="210803"/>
                  <a:pt x="300800" y="211224"/>
                  <a:pt x="300800" y="212003"/>
                </a:cubicBezTo>
                <a:cubicBezTo>
                  <a:pt x="301093" y="214655"/>
                  <a:pt x="301492" y="217328"/>
                  <a:pt x="301680" y="219980"/>
                </a:cubicBezTo>
                <a:cubicBezTo>
                  <a:pt x="302219" y="226164"/>
                  <a:pt x="302227" y="232382"/>
                  <a:pt x="301701" y="238566"/>
                </a:cubicBezTo>
                <a:cubicBezTo>
                  <a:pt x="301825" y="238991"/>
                  <a:pt x="301825" y="239445"/>
                  <a:pt x="301701" y="239871"/>
                </a:cubicBezTo>
                <a:cubicBezTo>
                  <a:pt x="301093" y="239765"/>
                  <a:pt x="301093" y="239344"/>
                  <a:pt x="301093" y="238923"/>
                </a:cubicBezTo>
                <a:cubicBezTo>
                  <a:pt x="297648" y="229900"/>
                  <a:pt x="293609" y="221117"/>
                  <a:pt x="289000" y="212634"/>
                </a:cubicBezTo>
                <a:cubicBezTo>
                  <a:pt x="292647" y="211813"/>
                  <a:pt x="296126" y="211455"/>
                  <a:pt x="299584" y="210929"/>
                </a:cubicBezTo>
                <a:close/>
                <a:moveTo>
                  <a:pt x="112605" y="209436"/>
                </a:moveTo>
                <a:cubicBezTo>
                  <a:pt x="121492" y="209225"/>
                  <a:pt x="130358" y="209162"/>
                  <a:pt x="139224" y="209814"/>
                </a:cubicBezTo>
                <a:cubicBezTo>
                  <a:pt x="140397" y="209899"/>
                  <a:pt x="140544" y="209920"/>
                  <a:pt x="140397" y="211204"/>
                </a:cubicBezTo>
                <a:cubicBezTo>
                  <a:pt x="140041" y="214445"/>
                  <a:pt x="139685" y="217707"/>
                  <a:pt x="139475" y="220970"/>
                </a:cubicBezTo>
                <a:cubicBezTo>
                  <a:pt x="139059" y="227242"/>
                  <a:pt x="139052" y="233536"/>
                  <a:pt x="139454" y="239808"/>
                </a:cubicBezTo>
                <a:cubicBezTo>
                  <a:pt x="139706" y="243786"/>
                  <a:pt x="140167" y="247722"/>
                  <a:pt x="140670" y="251616"/>
                </a:cubicBezTo>
                <a:cubicBezTo>
                  <a:pt x="140179" y="251869"/>
                  <a:pt x="139621" y="251957"/>
                  <a:pt x="139077" y="251869"/>
                </a:cubicBezTo>
                <a:cubicBezTo>
                  <a:pt x="131615" y="251869"/>
                  <a:pt x="124133" y="251869"/>
                  <a:pt x="116671" y="251869"/>
                </a:cubicBezTo>
                <a:cubicBezTo>
                  <a:pt x="115649" y="251976"/>
                  <a:pt x="114660" y="251463"/>
                  <a:pt x="114156" y="250564"/>
                </a:cubicBezTo>
                <a:cubicBezTo>
                  <a:pt x="106186" y="238977"/>
                  <a:pt x="104682" y="224098"/>
                  <a:pt x="110174" y="211140"/>
                </a:cubicBezTo>
                <a:cubicBezTo>
                  <a:pt x="110472" y="210061"/>
                  <a:pt x="111492" y="209345"/>
                  <a:pt x="112605" y="209436"/>
                </a:cubicBezTo>
                <a:close/>
                <a:moveTo>
                  <a:pt x="337584" y="209372"/>
                </a:moveTo>
                <a:cubicBezTo>
                  <a:pt x="338953" y="209237"/>
                  <a:pt x="340213" y="210134"/>
                  <a:pt x="340539" y="211477"/>
                </a:cubicBezTo>
                <a:cubicBezTo>
                  <a:pt x="345851" y="224367"/>
                  <a:pt x="344272" y="239083"/>
                  <a:pt x="336348" y="250542"/>
                </a:cubicBezTo>
                <a:cubicBezTo>
                  <a:pt x="335962" y="251350"/>
                  <a:pt x="335145" y="251860"/>
                  <a:pt x="334252" y="251847"/>
                </a:cubicBezTo>
                <a:cubicBezTo>
                  <a:pt x="326518" y="251847"/>
                  <a:pt x="318805" y="251847"/>
                  <a:pt x="311070" y="251847"/>
                </a:cubicBezTo>
                <a:cubicBezTo>
                  <a:pt x="310666" y="251921"/>
                  <a:pt x="310247" y="251822"/>
                  <a:pt x="309918" y="251574"/>
                </a:cubicBezTo>
                <a:cubicBezTo>
                  <a:pt x="310190" y="249090"/>
                  <a:pt x="310463" y="246564"/>
                  <a:pt x="310735" y="244038"/>
                </a:cubicBezTo>
                <a:cubicBezTo>
                  <a:pt x="311452" y="236806"/>
                  <a:pt x="311592" y="229528"/>
                  <a:pt x="311154" y="222274"/>
                </a:cubicBezTo>
                <a:cubicBezTo>
                  <a:pt x="310945" y="218612"/>
                  <a:pt x="310567" y="214992"/>
                  <a:pt x="310169" y="211350"/>
                </a:cubicBezTo>
                <a:cubicBezTo>
                  <a:pt x="310023" y="209919"/>
                  <a:pt x="310043" y="209814"/>
                  <a:pt x="311343" y="209814"/>
                </a:cubicBezTo>
                <a:cubicBezTo>
                  <a:pt x="320083" y="209161"/>
                  <a:pt x="328823" y="209245"/>
                  <a:pt x="337584" y="209372"/>
                </a:cubicBezTo>
                <a:close/>
                <a:moveTo>
                  <a:pt x="223837" y="156099"/>
                </a:moveTo>
                <a:cubicBezTo>
                  <a:pt x="225577" y="154857"/>
                  <a:pt x="225137" y="154920"/>
                  <a:pt x="226772" y="156099"/>
                </a:cubicBezTo>
                <a:cubicBezTo>
                  <a:pt x="245080" y="169370"/>
                  <a:pt x="260831" y="185874"/>
                  <a:pt x="273260" y="204805"/>
                </a:cubicBezTo>
                <a:lnTo>
                  <a:pt x="273909" y="205920"/>
                </a:lnTo>
                <a:lnTo>
                  <a:pt x="270220" y="206888"/>
                </a:lnTo>
                <a:cubicBezTo>
                  <a:pt x="255205" y="210723"/>
                  <a:pt x="240613" y="216070"/>
                  <a:pt x="226667" y="222843"/>
                </a:cubicBezTo>
                <a:cubicBezTo>
                  <a:pt x="225843" y="223317"/>
                  <a:pt x="224829" y="223317"/>
                  <a:pt x="224005" y="222843"/>
                </a:cubicBezTo>
                <a:cubicBezTo>
                  <a:pt x="209195" y="215638"/>
                  <a:pt x="193660" y="210050"/>
                  <a:pt x="177664" y="206173"/>
                </a:cubicBezTo>
                <a:cubicBezTo>
                  <a:pt x="177441" y="206099"/>
                  <a:pt x="177223" y="206006"/>
                  <a:pt x="177014" y="205899"/>
                </a:cubicBezTo>
                <a:cubicBezTo>
                  <a:pt x="176783" y="205289"/>
                  <a:pt x="177202" y="204994"/>
                  <a:pt x="177433" y="204636"/>
                </a:cubicBezTo>
                <a:cubicBezTo>
                  <a:pt x="189845" y="185766"/>
                  <a:pt x="205569" y="169321"/>
                  <a:pt x="223837" y="156099"/>
                </a:cubicBezTo>
                <a:close/>
                <a:moveTo>
                  <a:pt x="190281" y="135577"/>
                </a:moveTo>
                <a:cubicBezTo>
                  <a:pt x="198967" y="139281"/>
                  <a:pt x="207373" y="143615"/>
                  <a:pt x="215432" y="148542"/>
                </a:cubicBezTo>
                <a:cubicBezTo>
                  <a:pt x="215810" y="148774"/>
                  <a:pt x="216166" y="149048"/>
                  <a:pt x="216732" y="149426"/>
                </a:cubicBezTo>
                <a:cubicBezTo>
                  <a:pt x="214196" y="151426"/>
                  <a:pt x="211806" y="153278"/>
                  <a:pt x="209459" y="155194"/>
                </a:cubicBezTo>
                <a:cubicBezTo>
                  <a:pt x="193209" y="168404"/>
                  <a:pt x="179212" y="184185"/>
                  <a:pt x="168022" y="201921"/>
                </a:cubicBezTo>
                <a:cubicBezTo>
                  <a:pt x="167418" y="203270"/>
                  <a:pt x="165893" y="203935"/>
                  <a:pt x="164501" y="203457"/>
                </a:cubicBezTo>
                <a:cubicBezTo>
                  <a:pt x="160875" y="202721"/>
                  <a:pt x="157186" y="202215"/>
                  <a:pt x="153539" y="201626"/>
                </a:cubicBezTo>
                <a:cubicBezTo>
                  <a:pt x="151653" y="201331"/>
                  <a:pt x="151653" y="201331"/>
                  <a:pt x="152051" y="199521"/>
                </a:cubicBezTo>
                <a:cubicBezTo>
                  <a:pt x="153707" y="192399"/>
                  <a:pt x="155957" y="185427"/>
                  <a:pt x="158779" y="178683"/>
                </a:cubicBezTo>
                <a:cubicBezTo>
                  <a:pt x="165364" y="162853"/>
                  <a:pt x="174937" y="148450"/>
                  <a:pt x="186969" y="136271"/>
                </a:cubicBezTo>
                <a:cubicBezTo>
                  <a:pt x="187741" y="135236"/>
                  <a:pt x="189160" y="134937"/>
                  <a:pt x="190281" y="135577"/>
                </a:cubicBezTo>
                <a:close/>
                <a:moveTo>
                  <a:pt x="260223" y="135514"/>
                </a:moveTo>
                <a:cubicBezTo>
                  <a:pt x="261329" y="134828"/>
                  <a:pt x="262773" y="135102"/>
                  <a:pt x="263555" y="136146"/>
                </a:cubicBezTo>
                <a:cubicBezTo>
                  <a:pt x="279501" y="152309"/>
                  <a:pt x="291048" y="172311"/>
                  <a:pt x="297090" y="194239"/>
                </a:cubicBezTo>
                <a:cubicBezTo>
                  <a:pt x="297614" y="196133"/>
                  <a:pt x="298075" y="198027"/>
                  <a:pt x="298536" y="199943"/>
                </a:cubicBezTo>
                <a:cubicBezTo>
                  <a:pt x="298830" y="201248"/>
                  <a:pt x="298788" y="201269"/>
                  <a:pt x="297384" y="201479"/>
                </a:cubicBezTo>
                <a:cubicBezTo>
                  <a:pt x="293297" y="202237"/>
                  <a:pt x="289189" y="202848"/>
                  <a:pt x="285101" y="203584"/>
                </a:cubicBezTo>
                <a:cubicBezTo>
                  <a:pt x="284261" y="203820"/>
                  <a:pt x="283374" y="203412"/>
                  <a:pt x="283006" y="202616"/>
                </a:cubicBezTo>
                <a:cubicBezTo>
                  <a:pt x="277902" y="194481"/>
                  <a:pt x="272199" y="186741"/>
                  <a:pt x="265945" y="179463"/>
                </a:cubicBezTo>
                <a:cubicBezTo>
                  <a:pt x="257022" y="169004"/>
                  <a:pt x="247027" y="159522"/>
                  <a:pt x="236119" y="151174"/>
                </a:cubicBezTo>
                <a:lnTo>
                  <a:pt x="233793" y="149364"/>
                </a:lnTo>
                <a:cubicBezTo>
                  <a:pt x="235813" y="147960"/>
                  <a:pt x="237911" y="146674"/>
                  <a:pt x="240081" y="145512"/>
                </a:cubicBezTo>
                <a:cubicBezTo>
                  <a:pt x="246591" y="141782"/>
                  <a:pt x="253316" y="138444"/>
                  <a:pt x="260223" y="135514"/>
                </a:cubicBezTo>
                <a:close/>
                <a:moveTo>
                  <a:pt x="322955" y="47469"/>
                </a:moveTo>
                <a:cubicBezTo>
                  <a:pt x="300264" y="54570"/>
                  <a:pt x="278009" y="63003"/>
                  <a:pt x="256303" y="72727"/>
                </a:cubicBezTo>
                <a:cubicBezTo>
                  <a:pt x="245153" y="77799"/>
                  <a:pt x="234128" y="83145"/>
                  <a:pt x="223376" y="89060"/>
                </a:cubicBezTo>
                <a:cubicBezTo>
                  <a:pt x="197303" y="103220"/>
                  <a:pt x="172759" y="120058"/>
                  <a:pt x="150144" y="139302"/>
                </a:cubicBezTo>
                <a:cubicBezTo>
                  <a:pt x="120830" y="164358"/>
                  <a:pt x="95293" y="193554"/>
                  <a:pt x="74334" y="225979"/>
                </a:cubicBezTo>
                <a:cubicBezTo>
                  <a:pt x="65749" y="239223"/>
                  <a:pt x="58928" y="253537"/>
                  <a:pt x="54045" y="268560"/>
                </a:cubicBezTo>
                <a:cubicBezTo>
                  <a:pt x="50376" y="279928"/>
                  <a:pt x="48876" y="291889"/>
                  <a:pt x="49622" y="303815"/>
                </a:cubicBezTo>
                <a:cubicBezTo>
                  <a:pt x="50381" y="318010"/>
                  <a:pt x="55442" y="331635"/>
                  <a:pt x="64126" y="342860"/>
                </a:cubicBezTo>
                <a:cubicBezTo>
                  <a:pt x="69755" y="349890"/>
                  <a:pt x="76705" y="355742"/>
                  <a:pt x="84583" y="360077"/>
                </a:cubicBezTo>
                <a:cubicBezTo>
                  <a:pt x="99400" y="368204"/>
                  <a:pt x="115709" y="373216"/>
                  <a:pt x="132517" y="374811"/>
                </a:cubicBezTo>
                <a:cubicBezTo>
                  <a:pt x="140389" y="375666"/>
                  <a:pt x="148317" y="375870"/>
                  <a:pt x="156222" y="375422"/>
                </a:cubicBezTo>
                <a:cubicBezTo>
                  <a:pt x="168209" y="374761"/>
                  <a:pt x="180147" y="373405"/>
                  <a:pt x="191979" y="371359"/>
                </a:cubicBezTo>
                <a:cubicBezTo>
                  <a:pt x="209438" y="368413"/>
                  <a:pt x="226814" y="365024"/>
                  <a:pt x="244000" y="360604"/>
                </a:cubicBezTo>
                <a:lnTo>
                  <a:pt x="277680" y="349812"/>
                </a:lnTo>
                <a:lnTo>
                  <a:pt x="247375" y="356815"/>
                </a:lnTo>
                <a:cubicBezTo>
                  <a:pt x="237369" y="358185"/>
                  <a:pt x="227256" y="358602"/>
                  <a:pt x="217172" y="358057"/>
                </a:cubicBezTo>
                <a:cubicBezTo>
                  <a:pt x="196093" y="356998"/>
                  <a:pt x="175394" y="352001"/>
                  <a:pt x="156138" y="343323"/>
                </a:cubicBezTo>
                <a:cubicBezTo>
                  <a:pt x="127518" y="330429"/>
                  <a:pt x="102944" y="309934"/>
                  <a:pt x="85065" y="284051"/>
                </a:cubicBezTo>
                <a:cubicBezTo>
                  <a:pt x="84876" y="283777"/>
                  <a:pt x="84667" y="283525"/>
                  <a:pt x="84499" y="283251"/>
                </a:cubicBezTo>
                <a:cubicBezTo>
                  <a:pt x="83388" y="281462"/>
                  <a:pt x="83702" y="280768"/>
                  <a:pt x="85798" y="280768"/>
                </a:cubicBezTo>
                <a:cubicBezTo>
                  <a:pt x="97955" y="280768"/>
                  <a:pt x="110090" y="280768"/>
                  <a:pt x="122226" y="280768"/>
                </a:cubicBezTo>
                <a:cubicBezTo>
                  <a:pt x="123646" y="280875"/>
                  <a:pt x="124955" y="281578"/>
                  <a:pt x="125831" y="282704"/>
                </a:cubicBezTo>
                <a:cubicBezTo>
                  <a:pt x="133821" y="290881"/>
                  <a:pt x="142741" y="298088"/>
                  <a:pt x="152407" y="304173"/>
                </a:cubicBezTo>
                <a:cubicBezTo>
                  <a:pt x="168993" y="314500"/>
                  <a:pt x="187563" y="321191"/>
                  <a:pt x="206902" y="323811"/>
                </a:cubicBezTo>
                <a:cubicBezTo>
                  <a:pt x="203192" y="321138"/>
                  <a:pt x="199902" y="318507"/>
                  <a:pt x="196548" y="316002"/>
                </a:cubicBezTo>
                <a:cubicBezTo>
                  <a:pt x="186802" y="308699"/>
                  <a:pt x="177119" y="301290"/>
                  <a:pt x="167393" y="293965"/>
                </a:cubicBezTo>
                <a:cubicBezTo>
                  <a:pt x="154168" y="283904"/>
                  <a:pt x="140901" y="273780"/>
                  <a:pt x="127571" y="263740"/>
                </a:cubicBezTo>
                <a:cubicBezTo>
                  <a:pt x="126795" y="263150"/>
                  <a:pt x="125433" y="262687"/>
                  <a:pt x="125789" y="261466"/>
                </a:cubicBezTo>
                <a:cubicBezTo>
                  <a:pt x="126145" y="260246"/>
                  <a:pt x="127529" y="260666"/>
                  <a:pt x="128472" y="260666"/>
                </a:cubicBezTo>
                <a:cubicBezTo>
                  <a:pt x="143751" y="260666"/>
                  <a:pt x="159010" y="260666"/>
                  <a:pt x="174289" y="260666"/>
                </a:cubicBezTo>
                <a:cubicBezTo>
                  <a:pt x="176224" y="260587"/>
                  <a:pt x="178058" y="261538"/>
                  <a:pt x="179110" y="263171"/>
                </a:cubicBezTo>
                <a:cubicBezTo>
                  <a:pt x="193928" y="283378"/>
                  <a:pt x="208914" y="303289"/>
                  <a:pt x="223795" y="323369"/>
                </a:cubicBezTo>
                <a:cubicBezTo>
                  <a:pt x="225221" y="325348"/>
                  <a:pt x="225304" y="325327"/>
                  <a:pt x="226772" y="323369"/>
                </a:cubicBezTo>
                <a:cubicBezTo>
                  <a:pt x="241584" y="303557"/>
                  <a:pt x="256310" y="283742"/>
                  <a:pt x="270954" y="263929"/>
                </a:cubicBezTo>
                <a:cubicBezTo>
                  <a:pt x="272283" y="261856"/>
                  <a:pt x="274624" y="260664"/>
                  <a:pt x="277074" y="260814"/>
                </a:cubicBezTo>
                <a:cubicBezTo>
                  <a:pt x="292018" y="260814"/>
                  <a:pt x="306983" y="260814"/>
                  <a:pt x="321928" y="260814"/>
                </a:cubicBezTo>
                <a:cubicBezTo>
                  <a:pt x="322934" y="260814"/>
                  <a:pt x="324568" y="260498"/>
                  <a:pt x="324799" y="261614"/>
                </a:cubicBezTo>
                <a:cubicBezTo>
                  <a:pt x="325030" y="262729"/>
                  <a:pt x="323730" y="263234"/>
                  <a:pt x="322934" y="263824"/>
                </a:cubicBezTo>
                <a:lnTo>
                  <a:pt x="269298" y="304447"/>
                </a:lnTo>
                <a:cubicBezTo>
                  <a:pt x="261082" y="310677"/>
                  <a:pt x="252803" y="316844"/>
                  <a:pt x="244650" y="323159"/>
                </a:cubicBezTo>
                <a:cubicBezTo>
                  <a:pt x="244342" y="323331"/>
                  <a:pt x="244088" y="323586"/>
                  <a:pt x="243916" y="323895"/>
                </a:cubicBezTo>
                <a:cubicBezTo>
                  <a:pt x="268192" y="320507"/>
                  <a:pt x="291142" y="310734"/>
                  <a:pt x="310442" y="295565"/>
                </a:cubicBezTo>
                <a:cubicBezTo>
                  <a:pt x="315749" y="291353"/>
                  <a:pt x="320762" y="286781"/>
                  <a:pt x="325449" y="281883"/>
                </a:cubicBezTo>
                <a:cubicBezTo>
                  <a:pt x="326298" y="281079"/>
                  <a:pt x="327455" y="280694"/>
                  <a:pt x="328614" y="280831"/>
                </a:cubicBezTo>
                <a:cubicBezTo>
                  <a:pt x="337710" y="280831"/>
                  <a:pt x="346785" y="280704"/>
                  <a:pt x="355861" y="280831"/>
                </a:cubicBezTo>
                <a:cubicBezTo>
                  <a:pt x="357919" y="281003"/>
                  <a:pt x="359891" y="279961"/>
                  <a:pt x="360912" y="278158"/>
                </a:cubicBezTo>
                <a:cubicBezTo>
                  <a:pt x="371568" y="262456"/>
                  <a:pt x="379537" y="245076"/>
                  <a:pt x="384491" y="226737"/>
                </a:cubicBezTo>
                <a:cubicBezTo>
                  <a:pt x="387315" y="216183"/>
                  <a:pt x="389153" y="205387"/>
                  <a:pt x="389983" y="194491"/>
                </a:cubicBezTo>
                <a:cubicBezTo>
                  <a:pt x="390318" y="190281"/>
                  <a:pt x="390507" y="186071"/>
                  <a:pt x="390507" y="181862"/>
                </a:cubicBezTo>
                <a:cubicBezTo>
                  <a:pt x="390501" y="172251"/>
                  <a:pt x="389715" y="162655"/>
                  <a:pt x="388159" y="153173"/>
                </a:cubicBezTo>
                <a:cubicBezTo>
                  <a:pt x="385212" y="135768"/>
                  <a:pt x="379650" y="118913"/>
                  <a:pt x="371664" y="103183"/>
                </a:cubicBezTo>
                <a:cubicBezTo>
                  <a:pt x="365936" y="91914"/>
                  <a:pt x="358969" y="81324"/>
                  <a:pt x="350893" y="71611"/>
                </a:cubicBezTo>
                <a:cubicBezTo>
                  <a:pt x="343746" y="63084"/>
                  <a:pt x="335794" y="55274"/>
                  <a:pt x="327146" y="48289"/>
                </a:cubicBezTo>
                <a:cubicBezTo>
                  <a:pt x="326002" y="47268"/>
                  <a:pt x="324397" y="46953"/>
                  <a:pt x="322955" y="47469"/>
                </a:cubicBezTo>
                <a:close/>
                <a:moveTo>
                  <a:pt x="279044" y="15391"/>
                </a:moveTo>
                <a:cubicBezTo>
                  <a:pt x="280107" y="14960"/>
                  <a:pt x="281293" y="14960"/>
                  <a:pt x="282356" y="15391"/>
                </a:cubicBezTo>
                <a:cubicBezTo>
                  <a:pt x="284473" y="16296"/>
                  <a:pt x="286694" y="17075"/>
                  <a:pt x="288790" y="17896"/>
                </a:cubicBezTo>
                <a:cubicBezTo>
                  <a:pt x="288958" y="17959"/>
                  <a:pt x="289126" y="18085"/>
                  <a:pt x="289650" y="18380"/>
                </a:cubicBezTo>
                <a:cubicBezTo>
                  <a:pt x="281266" y="21200"/>
                  <a:pt x="273217" y="23852"/>
                  <a:pt x="265211" y="26947"/>
                </a:cubicBezTo>
                <a:cubicBezTo>
                  <a:pt x="257204" y="30041"/>
                  <a:pt x="249282" y="33282"/>
                  <a:pt x="241422" y="36755"/>
                </a:cubicBezTo>
                <a:cubicBezTo>
                  <a:pt x="233562" y="40228"/>
                  <a:pt x="225807" y="43911"/>
                  <a:pt x="218115" y="47742"/>
                </a:cubicBezTo>
                <a:cubicBezTo>
                  <a:pt x="210429" y="51601"/>
                  <a:pt x="202835" y="55635"/>
                  <a:pt x="195332" y="59845"/>
                </a:cubicBezTo>
                <a:cubicBezTo>
                  <a:pt x="187814" y="64069"/>
                  <a:pt x="180403" y="68454"/>
                  <a:pt x="173094" y="73000"/>
                </a:cubicBezTo>
                <a:cubicBezTo>
                  <a:pt x="165785" y="77547"/>
                  <a:pt x="158569" y="82254"/>
                  <a:pt x="151443" y="87124"/>
                </a:cubicBezTo>
                <a:cubicBezTo>
                  <a:pt x="144373" y="92007"/>
                  <a:pt x="137386" y="97044"/>
                  <a:pt x="130483" y="102236"/>
                </a:cubicBezTo>
                <a:cubicBezTo>
                  <a:pt x="123581" y="107428"/>
                  <a:pt x="116804" y="112781"/>
                  <a:pt x="110153" y="118296"/>
                </a:cubicBezTo>
                <a:cubicBezTo>
                  <a:pt x="103516" y="123796"/>
                  <a:pt x="96990" y="129466"/>
                  <a:pt x="90577" y="135303"/>
                </a:cubicBezTo>
                <a:cubicBezTo>
                  <a:pt x="84163" y="141140"/>
                  <a:pt x="77910" y="147132"/>
                  <a:pt x="71818" y="153278"/>
                </a:cubicBezTo>
                <a:cubicBezTo>
                  <a:pt x="65740" y="159424"/>
                  <a:pt x="59850" y="165739"/>
                  <a:pt x="53814" y="172474"/>
                </a:cubicBezTo>
                <a:cubicBezTo>
                  <a:pt x="53793" y="170496"/>
                  <a:pt x="53940" y="169043"/>
                  <a:pt x="53940" y="167612"/>
                </a:cubicBezTo>
                <a:cubicBezTo>
                  <a:pt x="53730" y="163739"/>
                  <a:pt x="55616" y="161129"/>
                  <a:pt x="58131" y="158456"/>
                </a:cubicBezTo>
                <a:cubicBezTo>
                  <a:pt x="80821" y="134501"/>
                  <a:pt x="105627" y="112661"/>
                  <a:pt x="132244" y="93206"/>
                </a:cubicBezTo>
                <a:cubicBezTo>
                  <a:pt x="156774" y="75183"/>
                  <a:pt x="182675" y="59123"/>
                  <a:pt x="209710" y="45174"/>
                </a:cubicBezTo>
                <a:cubicBezTo>
                  <a:pt x="232078" y="33585"/>
                  <a:pt x="255249" y="23631"/>
                  <a:pt x="279044" y="15391"/>
                </a:cubicBezTo>
                <a:close/>
                <a:moveTo>
                  <a:pt x="261648" y="9456"/>
                </a:moveTo>
                <a:cubicBezTo>
                  <a:pt x="264037" y="10193"/>
                  <a:pt x="266469" y="10698"/>
                  <a:pt x="268900" y="11287"/>
                </a:cubicBezTo>
                <a:cubicBezTo>
                  <a:pt x="269067" y="11351"/>
                  <a:pt x="269227" y="11429"/>
                  <a:pt x="269382" y="11519"/>
                </a:cubicBezTo>
                <a:cubicBezTo>
                  <a:pt x="269005" y="12087"/>
                  <a:pt x="268376" y="12108"/>
                  <a:pt x="267852" y="12298"/>
                </a:cubicBezTo>
                <a:cubicBezTo>
                  <a:pt x="242275" y="21696"/>
                  <a:pt x="217451" y="33038"/>
                  <a:pt x="193593" y="46227"/>
                </a:cubicBezTo>
                <a:cubicBezTo>
                  <a:pt x="177984" y="54843"/>
                  <a:pt x="162747" y="64161"/>
                  <a:pt x="147880" y="74180"/>
                </a:cubicBezTo>
                <a:cubicBezTo>
                  <a:pt x="131120" y="85503"/>
                  <a:pt x="114947" y="97678"/>
                  <a:pt x="99422" y="110656"/>
                </a:cubicBezTo>
                <a:cubicBezTo>
                  <a:pt x="90437" y="118219"/>
                  <a:pt x="81690" y="126057"/>
                  <a:pt x="73180" y="134167"/>
                </a:cubicBezTo>
                <a:cubicBezTo>
                  <a:pt x="67605" y="139471"/>
                  <a:pt x="62261" y="145007"/>
                  <a:pt x="56853" y="150479"/>
                </a:cubicBezTo>
                <a:cubicBezTo>
                  <a:pt x="56769" y="150732"/>
                  <a:pt x="56602" y="150985"/>
                  <a:pt x="56371" y="150985"/>
                </a:cubicBezTo>
                <a:cubicBezTo>
                  <a:pt x="56015" y="151027"/>
                  <a:pt x="56036" y="150690"/>
                  <a:pt x="56057" y="150458"/>
                </a:cubicBezTo>
                <a:cubicBezTo>
                  <a:pt x="56043" y="150016"/>
                  <a:pt x="56167" y="149583"/>
                  <a:pt x="56413" y="149217"/>
                </a:cubicBezTo>
                <a:cubicBezTo>
                  <a:pt x="56806" y="146377"/>
                  <a:pt x="57380" y="143563"/>
                  <a:pt x="58132" y="140797"/>
                </a:cubicBezTo>
                <a:cubicBezTo>
                  <a:pt x="58380" y="140120"/>
                  <a:pt x="58808" y="139524"/>
                  <a:pt x="59368" y="139071"/>
                </a:cubicBezTo>
                <a:cubicBezTo>
                  <a:pt x="66760" y="131690"/>
                  <a:pt x="74354" y="124491"/>
                  <a:pt x="82151" y="117476"/>
                </a:cubicBezTo>
                <a:cubicBezTo>
                  <a:pt x="101750" y="100000"/>
                  <a:pt x="122497" y="83868"/>
                  <a:pt x="144254" y="69191"/>
                </a:cubicBezTo>
                <a:cubicBezTo>
                  <a:pt x="163134" y="56408"/>
                  <a:pt x="182729" y="44722"/>
                  <a:pt x="202940" y="34188"/>
                </a:cubicBezTo>
                <a:cubicBezTo>
                  <a:pt x="220404" y="25119"/>
                  <a:pt x="238335" y="16989"/>
                  <a:pt x="256660" y="9835"/>
                </a:cubicBezTo>
                <a:cubicBezTo>
                  <a:pt x="258227" y="9124"/>
                  <a:pt x="259992" y="8990"/>
                  <a:pt x="261648" y="9456"/>
                </a:cubicBezTo>
                <a:close/>
                <a:moveTo>
                  <a:pt x="245404" y="6677"/>
                </a:moveTo>
                <a:cubicBezTo>
                  <a:pt x="245634" y="6614"/>
                  <a:pt x="246158" y="6256"/>
                  <a:pt x="246033" y="6825"/>
                </a:cubicBezTo>
                <a:cubicBezTo>
                  <a:pt x="245907" y="7393"/>
                  <a:pt x="245488" y="7393"/>
                  <a:pt x="245027" y="7393"/>
                </a:cubicBezTo>
                <a:cubicBezTo>
                  <a:pt x="236643" y="10887"/>
                  <a:pt x="228301" y="14528"/>
                  <a:pt x="220064" y="18401"/>
                </a:cubicBezTo>
                <a:cubicBezTo>
                  <a:pt x="203994" y="25993"/>
                  <a:pt x="188275" y="34293"/>
                  <a:pt x="172905" y="43301"/>
                </a:cubicBezTo>
                <a:cubicBezTo>
                  <a:pt x="147433" y="58287"/>
                  <a:pt x="123089" y="75129"/>
                  <a:pt x="100071" y="93691"/>
                </a:cubicBezTo>
                <a:cubicBezTo>
                  <a:pt x="88166" y="103268"/>
                  <a:pt x="76638" y="113308"/>
                  <a:pt x="65572" y="123916"/>
                </a:cubicBezTo>
                <a:lnTo>
                  <a:pt x="62407" y="126842"/>
                </a:lnTo>
                <a:cubicBezTo>
                  <a:pt x="62176" y="122148"/>
                  <a:pt x="74501" y="95754"/>
                  <a:pt x="82507" y="83546"/>
                </a:cubicBezTo>
                <a:cubicBezTo>
                  <a:pt x="91237" y="70196"/>
                  <a:pt x="101729" y="58095"/>
                  <a:pt x="113695" y="47574"/>
                </a:cubicBezTo>
                <a:cubicBezTo>
                  <a:pt x="125704" y="37085"/>
                  <a:pt x="139107" y="28323"/>
                  <a:pt x="153518" y="21538"/>
                </a:cubicBezTo>
                <a:cubicBezTo>
                  <a:pt x="167768" y="14781"/>
                  <a:pt x="182897" y="10076"/>
                  <a:pt x="198455" y="7561"/>
                </a:cubicBezTo>
                <a:cubicBezTo>
                  <a:pt x="213981" y="5016"/>
                  <a:pt x="229793" y="4718"/>
                  <a:pt x="245404" y="6677"/>
                </a:cubicBezTo>
                <a:close/>
                <a:moveTo>
                  <a:pt x="416266" y="131"/>
                </a:moveTo>
                <a:cubicBezTo>
                  <a:pt x="431122" y="1575"/>
                  <a:pt x="442595" y="13881"/>
                  <a:pt x="443052" y="28862"/>
                </a:cubicBezTo>
                <a:cubicBezTo>
                  <a:pt x="442977" y="30144"/>
                  <a:pt x="443767" y="31318"/>
                  <a:pt x="444980" y="31724"/>
                </a:cubicBezTo>
                <a:cubicBezTo>
                  <a:pt x="453519" y="35548"/>
                  <a:pt x="461323" y="40849"/>
                  <a:pt x="468036" y="47384"/>
                </a:cubicBezTo>
                <a:cubicBezTo>
                  <a:pt x="477738" y="56923"/>
                  <a:pt x="484430" y="69119"/>
                  <a:pt x="487277" y="82451"/>
                </a:cubicBezTo>
                <a:cubicBezTo>
                  <a:pt x="489207" y="91549"/>
                  <a:pt x="489767" y="100886"/>
                  <a:pt x="488932" y="110150"/>
                </a:cubicBezTo>
                <a:cubicBezTo>
                  <a:pt x="487807" y="123049"/>
                  <a:pt x="484952" y="135737"/>
                  <a:pt x="480444" y="147869"/>
                </a:cubicBezTo>
                <a:cubicBezTo>
                  <a:pt x="475168" y="162253"/>
                  <a:pt x="468476" y="176074"/>
                  <a:pt x="460470" y="189123"/>
                </a:cubicBezTo>
                <a:cubicBezTo>
                  <a:pt x="453762" y="200176"/>
                  <a:pt x="446414" y="210824"/>
                  <a:pt x="438462" y="221012"/>
                </a:cubicBezTo>
                <a:cubicBezTo>
                  <a:pt x="438190" y="221369"/>
                  <a:pt x="437854" y="221685"/>
                  <a:pt x="437561" y="222022"/>
                </a:cubicBezTo>
                <a:cubicBezTo>
                  <a:pt x="436599" y="223510"/>
                  <a:pt x="435519" y="224918"/>
                  <a:pt x="434333" y="226232"/>
                </a:cubicBezTo>
                <a:cubicBezTo>
                  <a:pt x="434023" y="226802"/>
                  <a:pt x="433635" y="227326"/>
                  <a:pt x="433180" y="227789"/>
                </a:cubicBezTo>
                <a:cubicBezTo>
                  <a:pt x="432837" y="228469"/>
                  <a:pt x="432323" y="229050"/>
                  <a:pt x="431692" y="229473"/>
                </a:cubicBezTo>
                <a:cubicBezTo>
                  <a:pt x="431650" y="230083"/>
                  <a:pt x="431315" y="230483"/>
                  <a:pt x="430539" y="230799"/>
                </a:cubicBezTo>
                <a:cubicBezTo>
                  <a:pt x="430770" y="230115"/>
                  <a:pt x="431158" y="229494"/>
                  <a:pt x="431671" y="228989"/>
                </a:cubicBezTo>
                <a:lnTo>
                  <a:pt x="432803" y="227389"/>
                </a:lnTo>
                <a:cubicBezTo>
                  <a:pt x="433067" y="226783"/>
                  <a:pt x="433453" y="226240"/>
                  <a:pt x="433935" y="225789"/>
                </a:cubicBezTo>
                <a:cubicBezTo>
                  <a:pt x="434851" y="224165"/>
                  <a:pt x="435897" y="222615"/>
                  <a:pt x="437058" y="221159"/>
                </a:cubicBezTo>
                <a:cubicBezTo>
                  <a:pt x="439929" y="216423"/>
                  <a:pt x="443136" y="211940"/>
                  <a:pt x="445945" y="207183"/>
                </a:cubicBezTo>
                <a:cubicBezTo>
                  <a:pt x="453589" y="194691"/>
                  <a:pt x="460524" y="181775"/>
                  <a:pt x="466715" y="168496"/>
                </a:cubicBezTo>
                <a:cubicBezTo>
                  <a:pt x="471721" y="157743"/>
                  <a:pt x="475462" y="146442"/>
                  <a:pt x="477866" y="134819"/>
                </a:cubicBezTo>
                <a:cubicBezTo>
                  <a:pt x="479557" y="126606"/>
                  <a:pt x="480261" y="118216"/>
                  <a:pt x="479962" y="109835"/>
                </a:cubicBezTo>
                <a:cubicBezTo>
                  <a:pt x="479685" y="98430"/>
                  <a:pt x="477082" y="87205"/>
                  <a:pt x="472312" y="76852"/>
                </a:cubicBezTo>
                <a:cubicBezTo>
                  <a:pt x="467095" y="66064"/>
                  <a:pt x="458969" y="56963"/>
                  <a:pt x="448858" y="50584"/>
                </a:cubicBezTo>
                <a:cubicBezTo>
                  <a:pt x="446272" y="48900"/>
                  <a:pt x="443593" y="47368"/>
                  <a:pt x="440831" y="45995"/>
                </a:cubicBezTo>
                <a:cubicBezTo>
                  <a:pt x="439384" y="45280"/>
                  <a:pt x="439384" y="45301"/>
                  <a:pt x="438462" y="46732"/>
                </a:cubicBezTo>
                <a:cubicBezTo>
                  <a:pt x="434377" y="53474"/>
                  <a:pt x="427664" y="58185"/>
                  <a:pt x="419955" y="59719"/>
                </a:cubicBezTo>
                <a:cubicBezTo>
                  <a:pt x="404254" y="63069"/>
                  <a:pt x="388759" y="53219"/>
                  <a:pt x="385057" y="37534"/>
                </a:cubicBezTo>
                <a:cubicBezTo>
                  <a:pt x="384659" y="36039"/>
                  <a:pt x="384659" y="36039"/>
                  <a:pt x="383087" y="36039"/>
                </a:cubicBezTo>
                <a:cubicBezTo>
                  <a:pt x="374729" y="36508"/>
                  <a:pt x="366408" y="37485"/>
                  <a:pt x="358166" y="38965"/>
                </a:cubicBezTo>
                <a:cubicBezTo>
                  <a:pt x="349971" y="40270"/>
                  <a:pt x="341839" y="41912"/>
                  <a:pt x="333707" y="43575"/>
                </a:cubicBezTo>
                <a:cubicBezTo>
                  <a:pt x="333378" y="43576"/>
                  <a:pt x="333074" y="43752"/>
                  <a:pt x="332910" y="44038"/>
                </a:cubicBezTo>
                <a:cubicBezTo>
                  <a:pt x="333015" y="44627"/>
                  <a:pt x="333665" y="44901"/>
                  <a:pt x="334105" y="45280"/>
                </a:cubicBezTo>
                <a:cubicBezTo>
                  <a:pt x="353098" y="61237"/>
                  <a:pt x="368476" y="81087"/>
                  <a:pt x="379210" y="103499"/>
                </a:cubicBezTo>
                <a:cubicBezTo>
                  <a:pt x="386818" y="119273"/>
                  <a:pt x="392085" y="136078"/>
                  <a:pt x="394845" y="153383"/>
                </a:cubicBezTo>
                <a:cubicBezTo>
                  <a:pt x="396864" y="165903"/>
                  <a:pt x="397509" y="178608"/>
                  <a:pt x="396774" y="191270"/>
                </a:cubicBezTo>
                <a:cubicBezTo>
                  <a:pt x="395223" y="221224"/>
                  <a:pt x="386128" y="250294"/>
                  <a:pt x="370344" y="275758"/>
                </a:cubicBezTo>
                <a:cubicBezTo>
                  <a:pt x="360587" y="291612"/>
                  <a:pt x="348334" y="305773"/>
                  <a:pt x="334063" y="317686"/>
                </a:cubicBezTo>
                <a:cubicBezTo>
                  <a:pt x="329242" y="321706"/>
                  <a:pt x="324233" y="325432"/>
                  <a:pt x="319098" y="328968"/>
                </a:cubicBezTo>
                <a:cubicBezTo>
                  <a:pt x="317337" y="330147"/>
                  <a:pt x="315325" y="330884"/>
                  <a:pt x="313670" y="332252"/>
                </a:cubicBezTo>
                <a:cubicBezTo>
                  <a:pt x="313552" y="332694"/>
                  <a:pt x="313265" y="333073"/>
                  <a:pt x="312873" y="333304"/>
                </a:cubicBezTo>
                <a:lnTo>
                  <a:pt x="307549" y="336630"/>
                </a:lnTo>
                <a:lnTo>
                  <a:pt x="304846" y="338166"/>
                </a:lnTo>
                <a:lnTo>
                  <a:pt x="301408" y="340145"/>
                </a:lnTo>
                <a:cubicBezTo>
                  <a:pt x="300323" y="340905"/>
                  <a:pt x="299172" y="341568"/>
                  <a:pt x="297971" y="342123"/>
                </a:cubicBezTo>
                <a:cubicBezTo>
                  <a:pt x="297321" y="342687"/>
                  <a:pt x="296567" y="343117"/>
                  <a:pt x="295749" y="343386"/>
                </a:cubicBezTo>
                <a:cubicBezTo>
                  <a:pt x="295676" y="343576"/>
                  <a:pt x="295489" y="343696"/>
                  <a:pt x="295288" y="343681"/>
                </a:cubicBezTo>
                <a:cubicBezTo>
                  <a:pt x="295141" y="343946"/>
                  <a:pt x="294856" y="344102"/>
                  <a:pt x="294554" y="344081"/>
                </a:cubicBezTo>
                <a:cubicBezTo>
                  <a:pt x="294399" y="344352"/>
                  <a:pt x="294112" y="344521"/>
                  <a:pt x="293800" y="344523"/>
                </a:cubicBezTo>
                <a:cubicBezTo>
                  <a:pt x="293655" y="344792"/>
                  <a:pt x="293370" y="344956"/>
                  <a:pt x="293066" y="344944"/>
                </a:cubicBezTo>
                <a:cubicBezTo>
                  <a:pt x="292995" y="345125"/>
                  <a:pt x="292819" y="345243"/>
                  <a:pt x="292626" y="345238"/>
                </a:cubicBezTo>
                <a:cubicBezTo>
                  <a:pt x="287994" y="348122"/>
                  <a:pt x="283174" y="350711"/>
                  <a:pt x="278395" y="353300"/>
                </a:cubicBezTo>
                <a:cubicBezTo>
                  <a:pt x="256599" y="365194"/>
                  <a:pt x="233948" y="375438"/>
                  <a:pt x="210633" y="383946"/>
                </a:cubicBezTo>
                <a:cubicBezTo>
                  <a:pt x="192968" y="390402"/>
                  <a:pt x="174859" y="395565"/>
                  <a:pt x="156453" y="399396"/>
                </a:cubicBezTo>
                <a:cubicBezTo>
                  <a:pt x="147817" y="401220"/>
                  <a:pt x="139119" y="402622"/>
                  <a:pt x="130358" y="403605"/>
                </a:cubicBezTo>
                <a:cubicBezTo>
                  <a:pt x="118577" y="404992"/>
                  <a:pt x="106705" y="405449"/>
                  <a:pt x="94853" y="404973"/>
                </a:cubicBezTo>
                <a:cubicBezTo>
                  <a:pt x="80530" y="404529"/>
                  <a:pt x="66356" y="401917"/>
                  <a:pt x="52808" y="397228"/>
                </a:cubicBezTo>
                <a:cubicBezTo>
                  <a:pt x="41327" y="393306"/>
                  <a:pt x="30799" y="386994"/>
                  <a:pt x="21914" y="378705"/>
                </a:cubicBezTo>
                <a:cubicBezTo>
                  <a:pt x="11426" y="368621"/>
                  <a:pt x="4352" y="355489"/>
                  <a:pt x="1688" y="341155"/>
                </a:cubicBezTo>
                <a:cubicBezTo>
                  <a:pt x="-172" y="331366"/>
                  <a:pt x="-498" y="321347"/>
                  <a:pt x="724" y="311456"/>
                </a:cubicBezTo>
                <a:cubicBezTo>
                  <a:pt x="2699" y="295445"/>
                  <a:pt x="7095" y="279829"/>
                  <a:pt x="13761" y="265150"/>
                </a:cubicBezTo>
                <a:cubicBezTo>
                  <a:pt x="21442" y="247897"/>
                  <a:pt x="30904" y="231502"/>
                  <a:pt x="41993" y="216234"/>
                </a:cubicBezTo>
                <a:cubicBezTo>
                  <a:pt x="55802" y="197029"/>
                  <a:pt x="71229" y="179050"/>
                  <a:pt x="88104" y="162497"/>
                </a:cubicBezTo>
                <a:cubicBezTo>
                  <a:pt x="113892" y="137157"/>
                  <a:pt x="142171" y="114505"/>
                  <a:pt x="172508" y="94890"/>
                </a:cubicBezTo>
                <a:cubicBezTo>
                  <a:pt x="195316" y="79990"/>
                  <a:pt x="219207" y="66833"/>
                  <a:pt x="243979" y="55530"/>
                </a:cubicBezTo>
                <a:cubicBezTo>
                  <a:pt x="267374" y="44765"/>
                  <a:pt x="291670" y="36095"/>
                  <a:pt x="316583" y="29620"/>
                </a:cubicBezTo>
                <a:cubicBezTo>
                  <a:pt x="330194" y="26085"/>
                  <a:pt x="344033" y="23497"/>
                  <a:pt x="357999" y="21874"/>
                </a:cubicBezTo>
                <a:cubicBezTo>
                  <a:pt x="366053" y="20902"/>
                  <a:pt x="374156" y="20382"/>
                  <a:pt x="382270" y="20316"/>
                </a:cubicBezTo>
                <a:cubicBezTo>
                  <a:pt x="382521" y="20316"/>
                  <a:pt x="382773" y="20316"/>
                  <a:pt x="383024" y="20316"/>
                </a:cubicBezTo>
                <a:cubicBezTo>
                  <a:pt x="385015" y="20443"/>
                  <a:pt x="386043" y="19622"/>
                  <a:pt x="386923" y="17622"/>
                </a:cubicBezTo>
                <a:cubicBezTo>
                  <a:pt x="391878" y="6006"/>
                  <a:pt x="403739" y="-1064"/>
                  <a:pt x="416266" y="131"/>
                </a:cubicBezTo>
                <a:close/>
              </a:path>
            </a:pathLst>
          </a:custGeom>
          <a:solidFill>
            <a:srgbClr val="376DB5"/>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2"/>
          <p:cNvSpPr txBox="1"/>
          <p:nvPr>
            <p:ph idx="11" type="ftr"/>
          </p:nvPr>
        </p:nvSpPr>
        <p:spPr>
          <a:xfrm>
            <a:off x="774146" y="6475620"/>
            <a:ext cx="4311788" cy="26311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0" name="Google Shape;470;p32"/>
          <p:cNvSpPr txBox="1"/>
          <p:nvPr>
            <p:ph idx="10" type="dt"/>
          </p:nvPr>
        </p:nvSpPr>
        <p:spPr>
          <a:xfrm>
            <a:off x="6447446" y="6475620"/>
            <a:ext cx="2090098" cy="26311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g trong 2">
  <p:cSld name="Trang trong 2">
    <p:spTree>
      <p:nvGrpSpPr>
        <p:cNvPr id="471" name="Shape 471"/>
        <p:cNvGrpSpPr/>
        <p:nvPr/>
      </p:nvGrpSpPr>
      <p:grpSpPr>
        <a:xfrm>
          <a:off x="0" y="0"/>
          <a:ext cx="0" cy="0"/>
          <a:chOff x="0" y="0"/>
          <a:chExt cx="0" cy="0"/>
        </a:xfrm>
      </p:grpSpPr>
      <p:sp>
        <p:nvSpPr>
          <p:cNvPr id="472" name="Google Shape;472;p33"/>
          <p:cNvSpPr/>
          <p:nvPr/>
        </p:nvSpPr>
        <p:spPr>
          <a:xfrm>
            <a:off x="22186" y="6583140"/>
            <a:ext cx="233916" cy="233916"/>
          </a:xfrm>
          <a:prstGeom prst="ellipse">
            <a:avLst/>
          </a:prstGeom>
          <a:gradFill>
            <a:gsLst>
              <a:gs pos="0">
                <a:srgbClr val="0072FF"/>
              </a:gs>
              <a:gs pos="99000">
                <a:srgbClr val="00C6FF"/>
              </a:gs>
              <a:gs pos="100000">
                <a:srgbClr val="00C6FF"/>
              </a:gs>
            </a:gsLst>
            <a:lin ang="27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473" name="Google Shape;473;p33"/>
          <p:cNvSpPr txBox="1"/>
          <p:nvPr>
            <p:ph idx="12" type="sldNum"/>
          </p:nvPr>
        </p:nvSpPr>
        <p:spPr>
          <a:xfrm>
            <a:off x="-2005" y="6566400"/>
            <a:ext cx="291600" cy="291600"/>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sz="700">
                <a:solidFill>
                  <a:schemeClr val="lt1"/>
                </a:solidFill>
                <a:latin typeface="Arial"/>
                <a:ea typeface="Arial"/>
                <a:cs typeface="Arial"/>
                <a:sym typeface="Arial"/>
              </a:defRPr>
            </a:lvl1pPr>
            <a:lvl2pPr indent="0" lvl="1" marL="0" algn="ctr">
              <a:spcBef>
                <a:spcPts val="0"/>
              </a:spcBef>
              <a:buNone/>
              <a:defRPr sz="700">
                <a:solidFill>
                  <a:schemeClr val="lt1"/>
                </a:solidFill>
                <a:latin typeface="Arial"/>
                <a:ea typeface="Arial"/>
                <a:cs typeface="Arial"/>
                <a:sym typeface="Arial"/>
              </a:defRPr>
            </a:lvl2pPr>
            <a:lvl3pPr indent="0" lvl="2" marL="0" algn="ctr">
              <a:spcBef>
                <a:spcPts val="0"/>
              </a:spcBef>
              <a:buNone/>
              <a:defRPr sz="700">
                <a:solidFill>
                  <a:schemeClr val="lt1"/>
                </a:solidFill>
                <a:latin typeface="Arial"/>
                <a:ea typeface="Arial"/>
                <a:cs typeface="Arial"/>
                <a:sym typeface="Arial"/>
              </a:defRPr>
            </a:lvl3pPr>
            <a:lvl4pPr indent="0" lvl="3" marL="0" algn="ctr">
              <a:spcBef>
                <a:spcPts val="0"/>
              </a:spcBef>
              <a:buNone/>
              <a:defRPr sz="700">
                <a:solidFill>
                  <a:schemeClr val="lt1"/>
                </a:solidFill>
                <a:latin typeface="Arial"/>
                <a:ea typeface="Arial"/>
                <a:cs typeface="Arial"/>
                <a:sym typeface="Arial"/>
              </a:defRPr>
            </a:lvl4pPr>
            <a:lvl5pPr indent="0" lvl="4" marL="0" algn="ctr">
              <a:spcBef>
                <a:spcPts val="0"/>
              </a:spcBef>
              <a:buNone/>
              <a:defRPr sz="700">
                <a:solidFill>
                  <a:schemeClr val="lt1"/>
                </a:solidFill>
                <a:latin typeface="Arial"/>
                <a:ea typeface="Arial"/>
                <a:cs typeface="Arial"/>
                <a:sym typeface="Arial"/>
              </a:defRPr>
            </a:lvl5pPr>
            <a:lvl6pPr indent="0" lvl="5" marL="0" algn="ctr">
              <a:spcBef>
                <a:spcPts val="0"/>
              </a:spcBef>
              <a:buNone/>
              <a:defRPr sz="700">
                <a:solidFill>
                  <a:schemeClr val="lt1"/>
                </a:solidFill>
                <a:latin typeface="Arial"/>
                <a:ea typeface="Arial"/>
                <a:cs typeface="Arial"/>
                <a:sym typeface="Arial"/>
              </a:defRPr>
            </a:lvl6pPr>
            <a:lvl7pPr indent="0" lvl="6" marL="0" algn="ctr">
              <a:spcBef>
                <a:spcPts val="0"/>
              </a:spcBef>
              <a:buNone/>
              <a:defRPr sz="700">
                <a:solidFill>
                  <a:schemeClr val="lt1"/>
                </a:solidFill>
                <a:latin typeface="Arial"/>
                <a:ea typeface="Arial"/>
                <a:cs typeface="Arial"/>
                <a:sym typeface="Arial"/>
              </a:defRPr>
            </a:lvl7pPr>
            <a:lvl8pPr indent="0" lvl="7" marL="0" algn="ctr">
              <a:spcBef>
                <a:spcPts val="0"/>
              </a:spcBef>
              <a:buNone/>
              <a:defRPr sz="700">
                <a:solidFill>
                  <a:schemeClr val="lt1"/>
                </a:solidFill>
                <a:latin typeface="Arial"/>
                <a:ea typeface="Arial"/>
                <a:cs typeface="Arial"/>
                <a:sym typeface="Arial"/>
              </a:defRPr>
            </a:lvl8pPr>
            <a:lvl9pPr indent="0" lvl="8" marL="0" algn="ctr">
              <a:spcBef>
                <a:spcPts val="0"/>
              </a:spcBef>
              <a:buNone/>
              <a:defRPr sz="700">
                <a:solidFill>
                  <a:schemeClr val="lt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êu đề">
  <p:cSld name="1_Tiêu đề">
    <p:spTree>
      <p:nvGrpSpPr>
        <p:cNvPr id="474" name="Shape 474"/>
        <p:cNvGrpSpPr/>
        <p:nvPr/>
      </p:nvGrpSpPr>
      <p:grpSpPr>
        <a:xfrm>
          <a:off x="0" y="0"/>
          <a:ext cx="0" cy="0"/>
          <a:chOff x="0" y="0"/>
          <a:chExt cx="0" cy="0"/>
        </a:xfrm>
      </p:grpSpPr>
      <p:sp>
        <p:nvSpPr>
          <p:cNvPr id="475" name="Google Shape;475;p34"/>
          <p:cNvSpPr txBox="1"/>
          <p:nvPr>
            <p:ph idx="11" type="ftr"/>
          </p:nvPr>
        </p:nvSpPr>
        <p:spPr>
          <a:xfrm>
            <a:off x="2353680" y="6480629"/>
            <a:ext cx="4288103" cy="23677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6" name="Google Shape;476;p34"/>
          <p:cNvSpPr/>
          <p:nvPr/>
        </p:nvSpPr>
        <p:spPr>
          <a:xfrm rot="10800000">
            <a:off x="-1" y="0"/>
            <a:ext cx="12192000" cy="6858000"/>
          </a:xfrm>
          <a:custGeom>
            <a:rect b="b" l="l" r="r" t="t"/>
            <a:pathLst>
              <a:path extrusionOk="0" h="6858000" w="12192000">
                <a:moveTo>
                  <a:pt x="12192000" y="304800"/>
                </a:moveTo>
                <a:lnTo>
                  <a:pt x="9909279" y="304800"/>
                </a:lnTo>
                <a:lnTo>
                  <a:pt x="9732789" y="152400"/>
                </a:lnTo>
                <a:lnTo>
                  <a:pt x="5617499" y="152400"/>
                </a:lnTo>
                <a:lnTo>
                  <a:pt x="5441009" y="0"/>
                </a:lnTo>
                <a:lnTo>
                  <a:pt x="12192000" y="0"/>
                </a:lnTo>
                <a:close/>
                <a:moveTo>
                  <a:pt x="0" y="616911"/>
                </a:moveTo>
                <a:lnTo>
                  <a:pt x="0" y="0"/>
                </a:lnTo>
                <a:lnTo>
                  <a:pt x="715617" y="0"/>
                </a:lnTo>
                <a:close/>
                <a:moveTo>
                  <a:pt x="12191999" y="6858000"/>
                </a:moveTo>
                <a:lnTo>
                  <a:pt x="11476382" y="6858000"/>
                </a:lnTo>
                <a:lnTo>
                  <a:pt x="12191999" y="6241089"/>
                </a:lnTo>
                <a:close/>
                <a:moveTo>
                  <a:pt x="6750991" y="6858000"/>
                </a:moveTo>
                <a:lnTo>
                  <a:pt x="0" y="6858000"/>
                </a:lnTo>
                <a:lnTo>
                  <a:pt x="0" y="6553200"/>
                </a:lnTo>
                <a:lnTo>
                  <a:pt x="2282721" y="6553200"/>
                </a:lnTo>
                <a:lnTo>
                  <a:pt x="2459211" y="6705600"/>
                </a:lnTo>
                <a:lnTo>
                  <a:pt x="6574500" y="6705600"/>
                </a:lnTo>
                <a:close/>
              </a:path>
            </a:pathLst>
          </a:custGeom>
          <a:blipFill rotWithShape="1">
            <a:blip r:embed="rId2">
              <a:alphaModFix/>
            </a:blip>
            <a:stretch>
              <a:fillRect b="0" l="0" r="0" t="0"/>
            </a:stretch>
          </a:blip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77" name="Google Shape;477;p34"/>
          <p:cNvSpPr/>
          <p:nvPr/>
        </p:nvSpPr>
        <p:spPr>
          <a:xfrm rot="10800000">
            <a:off x="0" y="0"/>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78" name="Google Shape;478;p34"/>
          <p:cNvGrpSpPr/>
          <p:nvPr/>
        </p:nvGrpSpPr>
        <p:grpSpPr>
          <a:xfrm>
            <a:off x="58527" y="40944"/>
            <a:ext cx="2869771" cy="1563379"/>
            <a:chOff x="44879" y="27296"/>
            <a:chExt cx="2869771" cy="1563379"/>
          </a:xfrm>
        </p:grpSpPr>
        <p:cxnSp>
          <p:nvCxnSpPr>
            <p:cNvPr id="479" name="Google Shape;479;p34"/>
            <p:cNvCxnSpPr/>
            <p:nvPr/>
          </p:nvCxnSpPr>
          <p:spPr>
            <a:xfrm rot="10800000">
              <a:off x="766351" y="34631"/>
              <a:ext cx="2148299" cy="0"/>
            </a:xfrm>
            <a:prstGeom prst="straightConnector1">
              <a:avLst/>
            </a:prstGeom>
            <a:noFill/>
            <a:ln cap="flat" cmpd="sng" w="38100">
              <a:solidFill>
                <a:srgbClr val="00C6FF"/>
              </a:solidFill>
              <a:prstDash val="solid"/>
              <a:miter lim="800000"/>
              <a:headEnd len="sm" w="sm" type="none"/>
              <a:tailEnd len="sm" w="sm" type="none"/>
            </a:ln>
          </p:spPr>
        </p:cxnSp>
        <p:cxnSp>
          <p:nvCxnSpPr>
            <p:cNvPr id="480" name="Google Shape;480;p34"/>
            <p:cNvCxnSpPr/>
            <p:nvPr/>
          </p:nvCxnSpPr>
          <p:spPr>
            <a:xfrm flipH="1">
              <a:off x="44879" y="27296"/>
              <a:ext cx="737495" cy="644210"/>
            </a:xfrm>
            <a:prstGeom prst="straightConnector1">
              <a:avLst/>
            </a:prstGeom>
            <a:noFill/>
            <a:ln cap="flat" cmpd="sng" w="38100">
              <a:solidFill>
                <a:srgbClr val="00C6FF"/>
              </a:solidFill>
              <a:prstDash val="solid"/>
              <a:miter lim="800000"/>
              <a:headEnd len="sm" w="sm" type="none"/>
              <a:tailEnd len="sm" w="sm" type="none"/>
            </a:ln>
          </p:spPr>
        </p:cxnSp>
        <p:cxnSp>
          <p:nvCxnSpPr>
            <p:cNvPr id="481" name="Google Shape;481;p34"/>
            <p:cNvCxnSpPr/>
            <p:nvPr/>
          </p:nvCxnSpPr>
          <p:spPr>
            <a:xfrm rot="10800000">
              <a:off x="52214" y="654128"/>
              <a:ext cx="0" cy="936547"/>
            </a:xfrm>
            <a:prstGeom prst="straightConnector1">
              <a:avLst/>
            </a:prstGeom>
            <a:noFill/>
            <a:ln cap="flat" cmpd="sng" w="38100">
              <a:solidFill>
                <a:srgbClr val="00C6FF"/>
              </a:solidFill>
              <a:prstDash val="solid"/>
              <a:miter lim="800000"/>
              <a:headEnd len="sm" w="sm" type="none"/>
              <a:tailEnd len="sm" w="sm" type="none"/>
            </a:ln>
          </p:spPr>
        </p:cxnSp>
      </p:grpSp>
      <p:sp>
        <p:nvSpPr>
          <p:cNvPr id="482" name="Google Shape;482;p34"/>
          <p:cNvSpPr/>
          <p:nvPr/>
        </p:nvSpPr>
        <p:spPr>
          <a:xfrm>
            <a:off x="11476383" y="6241089"/>
            <a:ext cx="715617" cy="616911"/>
          </a:xfrm>
          <a:prstGeom prst="triangle">
            <a:avLst>
              <a:gd fmla="val 100000" name="adj"/>
            </a:avLst>
          </a:prstGeom>
          <a:solidFill>
            <a:srgbClr val="0072FF">
              <a:alpha val="8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83" name="Google Shape;483;p34"/>
          <p:cNvGrpSpPr/>
          <p:nvPr/>
        </p:nvGrpSpPr>
        <p:grpSpPr>
          <a:xfrm rot="10800000">
            <a:off x="9263702" y="5253677"/>
            <a:ext cx="2869771" cy="1563379"/>
            <a:chOff x="44879" y="27296"/>
            <a:chExt cx="2869771" cy="1563379"/>
          </a:xfrm>
        </p:grpSpPr>
        <p:cxnSp>
          <p:nvCxnSpPr>
            <p:cNvPr id="484" name="Google Shape;484;p34"/>
            <p:cNvCxnSpPr/>
            <p:nvPr/>
          </p:nvCxnSpPr>
          <p:spPr>
            <a:xfrm rot="10800000">
              <a:off x="766351" y="34631"/>
              <a:ext cx="2148299" cy="0"/>
            </a:xfrm>
            <a:prstGeom prst="straightConnector1">
              <a:avLst/>
            </a:prstGeom>
            <a:noFill/>
            <a:ln cap="rnd" cmpd="sng" w="38100">
              <a:solidFill>
                <a:srgbClr val="00C6FF"/>
              </a:solidFill>
              <a:prstDash val="solid"/>
              <a:round/>
              <a:headEnd len="sm" w="sm" type="none"/>
              <a:tailEnd len="sm" w="sm" type="none"/>
            </a:ln>
          </p:spPr>
        </p:cxnSp>
        <p:cxnSp>
          <p:nvCxnSpPr>
            <p:cNvPr id="485" name="Google Shape;485;p34"/>
            <p:cNvCxnSpPr/>
            <p:nvPr/>
          </p:nvCxnSpPr>
          <p:spPr>
            <a:xfrm flipH="1">
              <a:off x="44879" y="27296"/>
              <a:ext cx="737495" cy="644210"/>
            </a:xfrm>
            <a:prstGeom prst="straightConnector1">
              <a:avLst/>
            </a:prstGeom>
            <a:noFill/>
            <a:ln cap="rnd" cmpd="sng" w="38100">
              <a:solidFill>
                <a:srgbClr val="00C6FF"/>
              </a:solidFill>
              <a:prstDash val="solid"/>
              <a:round/>
              <a:headEnd len="sm" w="sm" type="none"/>
              <a:tailEnd len="sm" w="sm" type="none"/>
            </a:ln>
          </p:spPr>
        </p:cxnSp>
        <p:cxnSp>
          <p:nvCxnSpPr>
            <p:cNvPr id="486" name="Google Shape;486;p34"/>
            <p:cNvCxnSpPr/>
            <p:nvPr/>
          </p:nvCxnSpPr>
          <p:spPr>
            <a:xfrm rot="10800000">
              <a:off x="52214" y="654128"/>
              <a:ext cx="0" cy="936547"/>
            </a:xfrm>
            <a:prstGeom prst="straightConnector1">
              <a:avLst/>
            </a:prstGeom>
            <a:noFill/>
            <a:ln cap="rnd" cmpd="sng" w="38100">
              <a:solidFill>
                <a:srgbClr val="00C6FF"/>
              </a:solidFill>
              <a:prstDash val="solid"/>
              <a:round/>
              <a:headEnd len="sm" w="sm" type="none"/>
              <a:tailEnd len="sm" w="sm" type="none"/>
            </a:ln>
          </p:spPr>
        </p:cxnSp>
      </p:grpSp>
      <p:sp>
        <p:nvSpPr>
          <p:cNvPr id="487" name="Google Shape;487;p34"/>
          <p:cNvSpPr/>
          <p:nvPr/>
        </p:nvSpPr>
        <p:spPr>
          <a:xfrm flipH="1">
            <a:off x="5441009" y="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8" name="Google Shape;488;p34"/>
          <p:cNvSpPr/>
          <p:nvPr/>
        </p:nvSpPr>
        <p:spPr>
          <a:xfrm flipH="1" rot="10800000">
            <a:off x="0" y="6553200"/>
            <a:ext cx="6750991" cy="304800"/>
          </a:xfrm>
          <a:custGeom>
            <a:rect b="b" l="l" r="r" t="t"/>
            <a:pathLst>
              <a:path extrusionOk="0" h="304800" w="6750991">
                <a:moveTo>
                  <a:pt x="0" y="0"/>
                </a:moveTo>
                <a:lnTo>
                  <a:pt x="6750991" y="0"/>
                </a:lnTo>
                <a:lnTo>
                  <a:pt x="6574501" y="152400"/>
                </a:lnTo>
                <a:lnTo>
                  <a:pt x="2459211" y="152400"/>
                </a:lnTo>
                <a:lnTo>
                  <a:pt x="2282721" y="304800"/>
                </a:lnTo>
                <a:lnTo>
                  <a:pt x="0" y="304800"/>
                </a:lnTo>
                <a:close/>
              </a:path>
            </a:pathLst>
          </a:custGeom>
          <a:gradFill>
            <a:gsLst>
              <a:gs pos="0">
                <a:srgbClr val="0072FF">
                  <a:alpha val="80000"/>
                </a:srgbClr>
              </a:gs>
              <a:gs pos="100000">
                <a:srgbClr val="00C6FF">
                  <a:alpha val="85098"/>
                </a:srgbClr>
              </a:gs>
            </a:gsLst>
            <a:lin ang="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descr="A picture containing clipart, vector graphics&#10;&#10;Description automatically generated" id="489" name="Google Shape;489;p34"/>
          <p:cNvPicPr preferRelativeResize="0"/>
          <p:nvPr/>
        </p:nvPicPr>
        <p:blipFill rotWithShape="1">
          <a:blip r:embed="rId3">
            <a:alphaModFix/>
          </a:blip>
          <a:srcRect b="0" l="0" r="0" t="0"/>
          <a:stretch/>
        </p:blipFill>
        <p:spPr>
          <a:xfrm>
            <a:off x="412638" y="362637"/>
            <a:ext cx="544288" cy="450213"/>
          </a:xfrm>
          <a:prstGeom prst="rect">
            <a:avLst/>
          </a:prstGeom>
          <a:noFill/>
          <a:ln>
            <a:noFill/>
          </a:ln>
        </p:spPr>
      </p:pic>
      <p:sp>
        <p:nvSpPr>
          <p:cNvPr id="490" name="Google Shape;490;p34"/>
          <p:cNvSpPr txBox="1"/>
          <p:nvPr/>
        </p:nvSpPr>
        <p:spPr>
          <a:xfrm>
            <a:off x="956926" y="326133"/>
            <a:ext cx="3996607" cy="52322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lang="en-US" sz="1400">
                <a:solidFill>
                  <a:srgbClr val="000046"/>
                </a:solidFill>
                <a:latin typeface="Arial"/>
                <a:ea typeface="Arial"/>
                <a:cs typeface="Arial"/>
                <a:sym typeface="Arial"/>
              </a:rPr>
              <a:t>ĐẠI HỌC QUỐC GIA TP. HỒ CHÍ MINH</a:t>
            </a:r>
            <a:endParaRPr/>
          </a:p>
          <a:p>
            <a:pPr indent="0" lvl="0" marL="0" marR="0" rtl="0" algn="l">
              <a:spcBef>
                <a:spcPts val="0"/>
              </a:spcBef>
              <a:spcAft>
                <a:spcPts val="0"/>
              </a:spcAft>
              <a:buNone/>
            </a:pPr>
            <a:r>
              <a:rPr b="1" lang="en-US" sz="1400">
                <a:solidFill>
                  <a:srgbClr val="000046"/>
                </a:solidFill>
                <a:latin typeface="Arial"/>
                <a:ea typeface="Arial"/>
                <a:cs typeface="Arial"/>
                <a:sym typeface="Arial"/>
              </a:rPr>
              <a:t>TRƯỜNG ĐẠI HỌC CÔNG NGHỆ THÔNG TIN</a:t>
            </a:r>
            <a:endParaRPr/>
          </a:p>
        </p:txBody>
      </p:sp>
      <p:sp>
        <p:nvSpPr>
          <p:cNvPr id="491" name="Google Shape;491;p34"/>
          <p:cNvSpPr/>
          <p:nvPr/>
        </p:nvSpPr>
        <p:spPr>
          <a:xfrm>
            <a:off x="11924591" y="6583140"/>
            <a:ext cx="233916" cy="233916"/>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00">
              <a:solidFill>
                <a:schemeClr val="lt1"/>
              </a:solidFill>
              <a:latin typeface="Arial"/>
              <a:ea typeface="Arial"/>
              <a:cs typeface="Arial"/>
              <a:sym typeface="Arial"/>
            </a:endParaRPr>
          </a:p>
        </p:txBody>
      </p:sp>
      <p:sp>
        <p:nvSpPr>
          <p:cNvPr id="492" name="Google Shape;492;p34"/>
          <p:cNvSpPr txBox="1"/>
          <p:nvPr>
            <p:ph idx="12" type="sldNum"/>
          </p:nvPr>
        </p:nvSpPr>
        <p:spPr>
          <a:xfrm>
            <a:off x="11894359" y="6566401"/>
            <a:ext cx="291600" cy="291600"/>
          </a:xfrm>
          <a:prstGeom prst="rect">
            <a:avLst/>
          </a:prstGeom>
          <a:noFill/>
          <a:ln>
            <a:noFill/>
          </a:ln>
        </p:spPr>
        <p:txBody>
          <a:bodyPr anchorCtr="0" anchor="ctr" bIns="45700" lIns="91425" spcFirstLastPara="1" rIns="91425" wrap="square" tIns="45700">
            <a:noAutofit/>
          </a:bodyPr>
          <a:lstStyle>
            <a:lvl1pPr indent="0" lvl="0" marL="0" marR="0" algn="ctr">
              <a:spcBef>
                <a:spcPts val="0"/>
              </a:spcBef>
              <a:buNone/>
              <a:defRPr sz="700">
                <a:solidFill>
                  <a:schemeClr val="dk1"/>
                </a:solidFill>
                <a:latin typeface="Arial"/>
                <a:ea typeface="Arial"/>
                <a:cs typeface="Arial"/>
                <a:sym typeface="Arial"/>
              </a:defRPr>
            </a:lvl1pPr>
            <a:lvl2pPr indent="0" lvl="1" marL="0" marR="0" algn="ctr">
              <a:spcBef>
                <a:spcPts val="0"/>
              </a:spcBef>
              <a:buNone/>
              <a:defRPr sz="700">
                <a:solidFill>
                  <a:schemeClr val="dk1"/>
                </a:solidFill>
                <a:latin typeface="Arial"/>
                <a:ea typeface="Arial"/>
                <a:cs typeface="Arial"/>
                <a:sym typeface="Arial"/>
              </a:defRPr>
            </a:lvl2pPr>
            <a:lvl3pPr indent="0" lvl="2" marL="0" marR="0" algn="ctr">
              <a:spcBef>
                <a:spcPts val="0"/>
              </a:spcBef>
              <a:buNone/>
              <a:defRPr sz="700">
                <a:solidFill>
                  <a:schemeClr val="dk1"/>
                </a:solidFill>
                <a:latin typeface="Arial"/>
                <a:ea typeface="Arial"/>
                <a:cs typeface="Arial"/>
                <a:sym typeface="Arial"/>
              </a:defRPr>
            </a:lvl3pPr>
            <a:lvl4pPr indent="0" lvl="3" marL="0" marR="0" algn="ctr">
              <a:spcBef>
                <a:spcPts val="0"/>
              </a:spcBef>
              <a:buNone/>
              <a:defRPr sz="700">
                <a:solidFill>
                  <a:schemeClr val="dk1"/>
                </a:solidFill>
                <a:latin typeface="Arial"/>
                <a:ea typeface="Arial"/>
                <a:cs typeface="Arial"/>
                <a:sym typeface="Arial"/>
              </a:defRPr>
            </a:lvl4pPr>
            <a:lvl5pPr indent="0" lvl="4" marL="0" marR="0" algn="ctr">
              <a:spcBef>
                <a:spcPts val="0"/>
              </a:spcBef>
              <a:buNone/>
              <a:defRPr sz="700">
                <a:solidFill>
                  <a:schemeClr val="dk1"/>
                </a:solidFill>
                <a:latin typeface="Arial"/>
                <a:ea typeface="Arial"/>
                <a:cs typeface="Arial"/>
                <a:sym typeface="Arial"/>
              </a:defRPr>
            </a:lvl5pPr>
            <a:lvl6pPr indent="0" lvl="5" marL="0" marR="0" algn="ctr">
              <a:spcBef>
                <a:spcPts val="0"/>
              </a:spcBef>
              <a:buNone/>
              <a:defRPr sz="700">
                <a:solidFill>
                  <a:schemeClr val="dk1"/>
                </a:solidFill>
                <a:latin typeface="Arial"/>
                <a:ea typeface="Arial"/>
                <a:cs typeface="Arial"/>
                <a:sym typeface="Arial"/>
              </a:defRPr>
            </a:lvl6pPr>
            <a:lvl7pPr indent="0" lvl="6" marL="0" marR="0" algn="ctr">
              <a:spcBef>
                <a:spcPts val="0"/>
              </a:spcBef>
              <a:buNone/>
              <a:defRPr sz="700">
                <a:solidFill>
                  <a:schemeClr val="dk1"/>
                </a:solidFill>
                <a:latin typeface="Arial"/>
                <a:ea typeface="Arial"/>
                <a:cs typeface="Arial"/>
                <a:sym typeface="Arial"/>
              </a:defRPr>
            </a:lvl7pPr>
            <a:lvl8pPr indent="0" lvl="7" marL="0" marR="0" algn="ctr">
              <a:spcBef>
                <a:spcPts val="0"/>
              </a:spcBef>
              <a:buNone/>
              <a:defRPr sz="700">
                <a:solidFill>
                  <a:schemeClr val="dk1"/>
                </a:solidFill>
                <a:latin typeface="Arial"/>
                <a:ea typeface="Arial"/>
                <a:cs typeface="Arial"/>
                <a:sym typeface="Arial"/>
              </a:defRPr>
            </a:lvl8pPr>
            <a:lvl9pPr indent="0" lvl="8" marL="0" marR="0" algn="ctr">
              <a:spcBef>
                <a:spcPts val="0"/>
              </a:spcBef>
              <a:buNone/>
              <a:defRPr sz="700">
                <a:solidFill>
                  <a:schemeClr val="dk1"/>
                </a:solidFill>
                <a:latin typeface="Arial"/>
                <a:ea typeface="Arial"/>
                <a:cs typeface="Arial"/>
                <a:sym typeface="Arial"/>
              </a:defRPr>
            </a:lvl9pPr>
          </a:lstStyle>
          <a:p>
            <a:pPr indent="0" lvl="0" marL="0" rtl="0" algn="ctr">
              <a:spcBef>
                <a:spcPts val="0"/>
              </a:spcBef>
              <a:spcAft>
                <a:spcPts val="0"/>
              </a:spcAft>
              <a:buNone/>
            </a:pPr>
            <a:fld id="{00000000-1234-1234-1234-123412341234}" type="slidenum">
              <a:rPr lang="en-US"/>
              <a:t>‹#›</a:t>
            </a:fld>
            <a:endParaRPr/>
          </a:p>
        </p:txBody>
      </p:sp>
      <p:sp>
        <p:nvSpPr>
          <p:cNvPr id="493" name="Google Shape;493;p34"/>
          <p:cNvSpPr txBox="1"/>
          <p:nvPr>
            <p:ph idx="1" type="body"/>
          </p:nvPr>
        </p:nvSpPr>
        <p:spPr>
          <a:xfrm>
            <a:off x="1850807" y="2208158"/>
            <a:ext cx="8490387" cy="696165"/>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SzPts val="4400"/>
              <a:buNone/>
              <a:defRPr b="1" sz="4400">
                <a:latin typeface="Arial"/>
                <a:ea typeface="Arial"/>
                <a:cs typeface="Arial"/>
                <a:sym typeface="Aria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4" name="Google Shape;494;p34"/>
          <p:cNvSpPr txBox="1"/>
          <p:nvPr>
            <p:ph idx="2" type="body"/>
          </p:nvPr>
        </p:nvSpPr>
        <p:spPr>
          <a:xfrm>
            <a:off x="876991" y="3039455"/>
            <a:ext cx="10438019" cy="459447"/>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rgbClr val="000046"/>
              </a:buClr>
              <a:buSzPts val="2000"/>
              <a:buNone/>
              <a:defRPr b="1" sz="2000">
                <a:solidFill>
                  <a:srgbClr val="000046"/>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5" name="Google Shape;495;p34"/>
          <p:cNvSpPr txBox="1"/>
          <p:nvPr>
            <p:ph idx="3" type="body"/>
          </p:nvPr>
        </p:nvSpPr>
        <p:spPr>
          <a:xfrm>
            <a:off x="4680970" y="4963048"/>
            <a:ext cx="2830058" cy="345005"/>
          </a:xfrm>
          <a:prstGeom prst="rect">
            <a:avLst/>
          </a:prstGeom>
          <a:gradFill>
            <a:gsLst>
              <a:gs pos="0">
                <a:srgbClr val="0072FF"/>
              </a:gs>
              <a:gs pos="100000">
                <a:srgbClr val="00C6FF"/>
              </a:gs>
            </a:gsLst>
            <a:lin ang="2700000" scaled="0"/>
          </a:grad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chemeClr val="lt1"/>
              </a:buClr>
              <a:buSzPts val="1400"/>
              <a:buNone/>
              <a:defRPr b="1" i="0" sz="1400">
                <a:solidFill>
                  <a:schemeClr val="lt1"/>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6" name="Google Shape;496;p34"/>
          <p:cNvSpPr txBox="1"/>
          <p:nvPr>
            <p:ph idx="4" type="body"/>
          </p:nvPr>
        </p:nvSpPr>
        <p:spPr>
          <a:xfrm>
            <a:off x="1850807" y="3630811"/>
            <a:ext cx="8490387" cy="644210"/>
          </a:xfrm>
          <a:prstGeom prst="rect">
            <a:avLst/>
          </a:prstGeom>
          <a:noFill/>
          <a:ln>
            <a:noFill/>
          </a:ln>
        </p:spPr>
        <p:txBody>
          <a:bodyPr anchorCtr="0" anchor="ctr" bIns="45700" lIns="91425" spcFirstLastPara="1" rIns="91425" wrap="square" tIns="45700">
            <a:normAutofit/>
          </a:bodyPr>
          <a:lstStyle>
            <a:lvl1pPr indent="-228600" lvl="0" marL="457200" algn="ctr">
              <a:lnSpc>
                <a:spcPct val="90000"/>
              </a:lnSpc>
              <a:spcBef>
                <a:spcPts val="1000"/>
              </a:spcBef>
              <a:spcAft>
                <a:spcPts val="0"/>
              </a:spcAft>
              <a:buClr>
                <a:srgbClr val="BFBFBF"/>
              </a:buClr>
              <a:buSzPts val="1200"/>
              <a:buNone/>
              <a:defRPr sz="1200">
                <a:solidFill>
                  <a:srgbClr val="BFBFBF"/>
                </a:solidFill>
                <a:latin typeface="Times New Roman"/>
                <a:ea typeface="Times New Roman"/>
                <a:cs typeface="Times New Roman"/>
                <a:sym typeface="Times New Roman"/>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7" name="Google Shape;497;p34"/>
          <p:cNvSpPr txBox="1"/>
          <p:nvPr>
            <p:ph idx="10" type="dt"/>
          </p:nvPr>
        </p:nvSpPr>
        <p:spPr>
          <a:xfrm>
            <a:off x="6767806" y="6476999"/>
            <a:ext cx="2495896" cy="236763"/>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rgbClr val="8B8C95"/>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Masters/_rels/slideMaster1.xml.rels><?xml version="1.0" encoding="UTF-8"?><Relationships xmlns="http://schemas.openxmlformats.org/package/2006/relationships"><Relationship Id="rId11" Target="../slideLayouts/slideLayout11.xml" Type="http://schemas.openxmlformats.org/officeDocument/2006/relationships/slideLayout" /><Relationship Id="rId10" Target="../slideLayouts/slideLayout10.xml" Type="http://schemas.openxmlformats.org/officeDocument/2006/relationships/slideLayout" /><Relationship Id="rId13" Target="../slideLayouts/slideLayout13.xml" Type="http://schemas.openxmlformats.org/officeDocument/2006/relationships/slideLayout" /><Relationship Id="rId12" Target="../slideLayouts/slideLayout12.xml" Type="http://schemas.openxmlformats.org/officeDocument/2006/relationships/slideLayout" /><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5" Target="../theme/theme1.xml" Type="http://schemas.openxmlformats.org/officeDocument/2006/relationships/theme" /><Relationship Id="rId14" Target="../slideLayouts/slideLayout1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s>
</file>

<file path=ppt/slideMasters/slideMaster1.xml><?xml version="1.0" encoding="utf-8"?>
<p:sldMaster xmlns:a="http://schemas.openxmlformats.org/drawingml/2006/main" xmlns:ahyp="http://schemas.microsoft.com/office/drawing/2018/hyperlinkcolor" xmlns:c="http://schemas.openxmlformats.org/drawingml/2006/chart" xmlns:com="http://schemas.openxmlformats.org/drawingml/2006/compatibility" xmlns:dgm="http://schemas.openxmlformats.org/drawingml/2006/diagram" xmlns:mc="http://schemas.openxmlformats.org/markup-compatibility/2006" xmlns:mv="urn:schemas-microsoft-com:mac:vml" xmlns:o="urn:schemas-microsoft-com:office:office" xmlns:p="http://schemas.openxmlformats.org/presentationml/2006/main" xmlns:p14="http://schemas.microsoft.com/office/powerpoint/2010/main" xmlns:p15="http://schemas.microsoft.com/office/powerpoint/2012/main" xmlns:pvml="urn:schemas-microsoft-com:office:powerpoint" xmlns:r="http://schemas.openxmlformats.org/officeDocument/2006/relationships" xmlns:v="urn:schemas-microsoft-com:vml">
  <p:cSld>
    <p:bg>
      <p:bgPr>
        <a:solidFill>
          <a:schemeClr val="lt1"/>
        </a:solidFill>
      </p:bgPr>
    </p:bg>
    <p:spTree>
      <p:nvGrpSpPr>
        <p:cNvPr id="9" name="Shape 9"/>
        <p:cNvGrpSpPr/>
        <p:nvPr/>
      </p:nvGrpSpPr>
      <p:grpSpPr>
        <a:xfrm>
          <a:off x="0" y="0"/>
          <a:ext cx="0" cy="0"/>
          <a:chOff x="0" y="0"/>
          <a:chExt cx="0" cy="0"/>
        </a:xfrm>
      </p:grpSpPr>
      <p:sp>
        <p:nvSpPr>
          <p:cNvPr id="10" name="Google Shape;10;p20"/>
          <p:cNvSpPr txBox="1"/>
          <p:nvPr>
            <p:ph type="title"/>
          </p:nvPr>
        </p:nvSpPr>
        <p:spPr>
          <a:xfrm>
            <a:off x="838200" y="365125"/>
            <a:ext cx="10515600" cy="1325563"/>
          </a:xfrm>
          <a:prstGeom prst="rect">
            <a:avLst/>
          </a:prstGeom>
          <a:noFill/>
          <a:ln>
            <a:noFill/>
          </a:ln>
        </p:spPr>
        <p:txBody>
          <a:bodyPr anchor="ctr" anchorCtr="0" bIns="45700" lIns="91425" rIns="91425" spcFirstLastPara="1" tIns="45700" wrap="square">
            <a:normAutofit/>
          </a:bodyPr>
          <a:lstStyle>
            <a:lvl1pPr algn="l" lvl="0" marR="0" rtl="0">
              <a:lnSpc>
                <a:spcPct val="90000"/>
              </a:lnSpc>
              <a:spcBef>
                <a:spcPts val="0"/>
              </a:spcBef>
              <a:spcAft>
                <a:spcPts val="0"/>
              </a:spcAft>
              <a:buClr>
                <a:srgbClr val="0072FF"/>
              </a:buClr>
              <a:buSzPts val="4000"/>
              <a:buFont typeface="Times New Roman"/>
              <a:buNone/>
              <a:defRPr b="1" cap="none" i="0" strike="noStrike" sz="4000" u="none">
                <a:solidFill>
                  <a:srgbClr val="0072FF"/>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0"/>
          <p:cNvSpPr txBox="1"/>
          <p:nvPr>
            <p:ph idx="1" type="body"/>
          </p:nvPr>
        </p:nvSpPr>
        <p:spPr>
          <a:xfrm>
            <a:off x="838200" y="1825625"/>
            <a:ext cx="10515600" cy="4351338"/>
          </a:xfrm>
          <a:prstGeom prst="rect">
            <a:avLst/>
          </a:prstGeom>
          <a:noFill/>
          <a:ln>
            <a:noFill/>
          </a:ln>
        </p:spPr>
        <p:txBody>
          <a:bodyPr anchor="t" anchorCtr="0" bIns="45700" lIns="91425" rIns="91425" spcFirstLastPara="1" tIns="45700" wrap="square">
            <a:normAutofit/>
          </a:bodyPr>
          <a:lstStyle>
            <a:lvl1pPr algn="l" indent="-406400" lvl="0" marL="457200" marR="0" rtl="0">
              <a:lnSpc>
                <a:spcPct val="90000"/>
              </a:lnSpc>
              <a:spcBef>
                <a:spcPts val="1000"/>
              </a:spcBef>
              <a:spcAft>
                <a:spcPts val="0"/>
              </a:spcAft>
              <a:buClr>
                <a:schemeClr val="dk1"/>
              </a:buClr>
              <a:buSzPts val="2800"/>
              <a:buFont typeface="Arial"/>
              <a:buChar char="•"/>
              <a:defRPr b="0" cap="none" i="0" strike="noStrike" sz="2800" u="none">
                <a:solidFill>
                  <a:schemeClr val="dk1"/>
                </a:solidFill>
                <a:latin typeface="Calibri"/>
                <a:ea typeface="Calibri"/>
                <a:cs typeface="Calibri"/>
                <a:sym typeface="Calibri"/>
              </a:defRPr>
            </a:lvl1pPr>
            <a:lvl2pPr algn="l" indent="-381000" lvl="1" marL="914400" marR="0" rtl="0">
              <a:lnSpc>
                <a:spcPct val="90000"/>
              </a:lnSpc>
              <a:spcBef>
                <a:spcPts val="500"/>
              </a:spcBef>
              <a:spcAft>
                <a:spcPts val="0"/>
              </a:spcAft>
              <a:buClr>
                <a:schemeClr val="dk1"/>
              </a:buClr>
              <a:buSzPts val="2400"/>
              <a:buFont typeface="Arial"/>
              <a:buChar char="•"/>
              <a:defRPr b="0" cap="none" i="0" strike="noStrike" sz="2400" u="none">
                <a:solidFill>
                  <a:schemeClr val="dk1"/>
                </a:solidFill>
                <a:latin typeface="Calibri"/>
                <a:ea typeface="Calibri"/>
                <a:cs typeface="Calibri"/>
                <a:sym typeface="Calibri"/>
              </a:defRPr>
            </a:lvl2pPr>
            <a:lvl3pPr algn="l" indent="-355600" lvl="2" marL="1371600" marR="0" rtl="0">
              <a:lnSpc>
                <a:spcPct val="90000"/>
              </a:lnSpc>
              <a:spcBef>
                <a:spcPts val="500"/>
              </a:spcBef>
              <a:spcAft>
                <a:spcPts val="0"/>
              </a:spcAft>
              <a:buClr>
                <a:schemeClr val="dk1"/>
              </a:buClr>
              <a:buSzPts val="2000"/>
              <a:buFont typeface="Arial"/>
              <a:buChar char="•"/>
              <a:defRPr b="0" cap="none" i="0" strike="noStrike" sz="2000" u="none">
                <a:solidFill>
                  <a:schemeClr val="dk1"/>
                </a:solidFill>
                <a:latin typeface="Calibri"/>
                <a:ea typeface="Calibri"/>
                <a:cs typeface="Calibri"/>
                <a:sym typeface="Calibri"/>
              </a:defRPr>
            </a:lvl3pPr>
            <a:lvl4pPr algn="l" indent="-342900" lvl="3" marL="18288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4pPr>
            <a:lvl5pPr algn="l" indent="-342900" lvl="4" marL="22860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5pPr>
            <a:lvl6pPr algn="l" indent="-342900" lvl="5" marL="27432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6pPr>
            <a:lvl7pPr algn="l" indent="-342900" lvl="6" marL="32004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7pPr>
            <a:lvl8pPr algn="l" indent="-342900" lvl="7" marL="36576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8pPr>
            <a:lvl9pPr algn="l" indent="-342900" lvl="8" marL="4114800" marR="0" rtl="0">
              <a:lnSpc>
                <a:spcPct val="90000"/>
              </a:lnSpc>
              <a:spcBef>
                <a:spcPts val="500"/>
              </a:spcBef>
              <a:spcAft>
                <a:spcPts val="0"/>
              </a:spcAft>
              <a:buClr>
                <a:schemeClr val="dk1"/>
              </a:buClr>
              <a:buSzPts val="1800"/>
              <a:buFont typeface="Arial"/>
              <a:buChar char="•"/>
              <a:defRPr b="0" cap="none" i="0" strike="noStrike" sz="1800" u="none">
                <a:solidFill>
                  <a:schemeClr val="dk1"/>
                </a:solidFill>
                <a:latin typeface="Calibri"/>
                <a:ea typeface="Calibri"/>
                <a:cs typeface="Calibri"/>
                <a:sym typeface="Calibri"/>
              </a:defRPr>
            </a:lvl9pPr>
          </a:lstStyle>
          <a:p/>
        </p:txBody>
      </p:sp>
      <p:sp>
        <p:nvSpPr>
          <p:cNvPr id="12" name="Google Shape;12;p20"/>
          <p:cNvSpPr txBox="1"/>
          <p:nvPr>
            <p:ph idx="10" type="dt"/>
          </p:nvPr>
        </p:nvSpPr>
        <p:spPr>
          <a:xfrm>
            <a:off x="838200" y="6356350"/>
            <a:ext cx="2743200" cy="365125"/>
          </a:xfrm>
          <a:prstGeom prst="rect">
            <a:avLst/>
          </a:prstGeom>
          <a:noFill/>
          <a:ln>
            <a:noFill/>
          </a:ln>
        </p:spPr>
        <p:txBody>
          <a:bodyPr anchor="ctr" anchorCtr="0" bIns="45700" lIns="91425" rIns="91425" spcFirstLastPara="1" tIns="45700" wrap="square">
            <a:noAutofit/>
          </a:bodyPr>
          <a:lstStyle>
            <a:lvl1pPr algn="l" lvl="0" marR="0" rtl="0">
              <a:spcBef>
                <a:spcPts val="0"/>
              </a:spcBef>
              <a:spcAft>
                <a:spcPts val="0"/>
              </a:spcAft>
              <a:buSzPts val="1400"/>
              <a:buNone/>
              <a:defRPr b="0" cap="none" i="0" strike="noStrike" sz="1200" u="none">
                <a:solidFill>
                  <a:srgbClr val="8B8C95"/>
                </a:solidFill>
                <a:latin typeface="Calibri"/>
                <a:ea typeface="Calibri"/>
                <a:cs typeface="Calibri"/>
                <a:sym typeface="Calibri"/>
              </a:defRPr>
            </a:lvl1pPr>
            <a:lvl2pPr algn="l" lvl="1"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2pPr>
            <a:lvl3pPr algn="l" lvl="2"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3pPr>
            <a:lvl4pPr algn="l" lvl="3"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4pPr>
            <a:lvl5pPr algn="l" lvl="4"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5pPr>
            <a:lvl6pPr algn="l" lvl="5"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6pPr>
            <a:lvl7pPr algn="l" lvl="6"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7pPr>
            <a:lvl8pPr algn="l" lvl="7"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8pPr>
            <a:lvl9pPr algn="l" lvl="8"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9pPr>
          </a:lstStyle>
          <a:p/>
        </p:txBody>
      </p:sp>
      <p:sp>
        <p:nvSpPr>
          <p:cNvPr id="13" name="Google Shape;13;p20"/>
          <p:cNvSpPr txBox="1"/>
          <p:nvPr>
            <p:ph idx="11" type="ftr"/>
          </p:nvPr>
        </p:nvSpPr>
        <p:spPr>
          <a:xfrm>
            <a:off x="4038600" y="6356350"/>
            <a:ext cx="4114800" cy="365125"/>
          </a:xfrm>
          <a:prstGeom prst="rect">
            <a:avLst/>
          </a:prstGeom>
          <a:noFill/>
          <a:ln>
            <a:noFill/>
          </a:ln>
        </p:spPr>
        <p:txBody>
          <a:bodyPr anchor="ctr" anchorCtr="0" bIns="45700" lIns="91425" rIns="91425" spcFirstLastPara="1" tIns="45700" wrap="square">
            <a:noAutofit/>
          </a:bodyPr>
          <a:lstStyle>
            <a:lvl1pPr algn="ctr" lvl="0" marR="0" rtl="0">
              <a:spcBef>
                <a:spcPts val="0"/>
              </a:spcBef>
              <a:spcAft>
                <a:spcPts val="0"/>
              </a:spcAft>
              <a:buSzPts val="1400"/>
              <a:buNone/>
              <a:defRPr b="0" cap="none" i="0" strike="noStrike" sz="1200" u="none">
                <a:solidFill>
                  <a:srgbClr val="8B8C95"/>
                </a:solidFill>
                <a:latin typeface="Calibri"/>
                <a:ea typeface="Calibri"/>
                <a:cs typeface="Calibri"/>
                <a:sym typeface="Calibri"/>
              </a:defRPr>
            </a:lvl1pPr>
            <a:lvl2pPr algn="l" lvl="1"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2pPr>
            <a:lvl3pPr algn="l" lvl="2"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3pPr>
            <a:lvl4pPr algn="l" lvl="3"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4pPr>
            <a:lvl5pPr algn="l" lvl="4"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5pPr>
            <a:lvl6pPr algn="l" lvl="5"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6pPr>
            <a:lvl7pPr algn="l" lvl="6"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7pPr>
            <a:lvl8pPr algn="l" lvl="7"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8pPr>
            <a:lvl9pPr algn="l" lvl="8" marR="0" rtl="0">
              <a:spcBef>
                <a:spcPts val="0"/>
              </a:spcBef>
              <a:spcAft>
                <a:spcPts val="0"/>
              </a:spcAft>
              <a:buSzPts val="1400"/>
              <a:buNone/>
              <a:defRPr b="0" cap="none" i="0" strike="noStrike" sz="1800" u="none">
                <a:solidFill>
                  <a:schemeClr val="dk1"/>
                </a:solidFill>
                <a:latin typeface="Calibri"/>
                <a:ea typeface="Calibri"/>
                <a:cs typeface="Calibri"/>
                <a:sym typeface="Calibri"/>
              </a:defRPr>
            </a:lvl9pPr>
          </a:lstStyle>
          <a:p/>
        </p:txBody>
      </p:sp>
      <p:sp>
        <p:nvSpPr>
          <p:cNvPr id="14" name="Google Shape;14;p20"/>
          <p:cNvSpPr txBox="1"/>
          <p:nvPr>
            <p:ph idx="12" type="sldNum"/>
          </p:nvPr>
        </p:nvSpPr>
        <p:spPr>
          <a:xfrm>
            <a:off x="8610600" y="6356350"/>
            <a:ext cx="2743200" cy="365125"/>
          </a:xfrm>
          <a:prstGeom prst="rect">
            <a:avLst/>
          </a:prstGeom>
          <a:noFill/>
          <a:ln>
            <a:noFill/>
          </a:ln>
        </p:spPr>
        <p:txBody>
          <a:bodyPr anchor="ctr" anchorCtr="0" bIns="45700" lIns="91425" rIns="91425" spcFirstLastPara="1" tIns="45700" wrap="square">
            <a:noAutofit/>
          </a:bodyPr>
          <a:lstStyle>
            <a:lvl1pPr algn="r" indent="0" lvl="0" marL="0" marR="0" rtl="0">
              <a:spcBef>
                <a:spcPts val="0"/>
              </a:spcBef>
              <a:buNone/>
              <a:defRPr b="0" cap="none" i="0" strike="noStrike" sz="1200" u="none">
                <a:solidFill>
                  <a:srgbClr val="8B8C95"/>
                </a:solidFill>
                <a:latin typeface="Calibri"/>
                <a:ea typeface="Calibri"/>
                <a:cs typeface="Calibri"/>
                <a:sym typeface="Calibri"/>
              </a:defRPr>
            </a:lvl1pPr>
            <a:lvl2pPr algn="r" indent="0" lvl="1" marL="0" marR="0" rtl="0">
              <a:spcBef>
                <a:spcPts val="0"/>
              </a:spcBef>
              <a:buNone/>
              <a:defRPr b="0" cap="none" i="0" strike="noStrike" sz="1200" u="none">
                <a:solidFill>
                  <a:srgbClr val="8B8C95"/>
                </a:solidFill>
                <a:latin typeface="Calibri"/>
                <a:ea typeface="Calibri"/>
                <a:cs typeface="Calibri"/>
                <a:sym typeface="Calibri"/>
              </a:defRPr>
            </a:lvl2pPr>
            <a:lvl3pPr algn="r" indent="0" lvl="2" marL="0" marR="0" rtl="0">
              <a:spcBef>
                <a:spcPts val="0"/>
              </a:spcBef>
              <a:buNone/>
              <a:defRPr b="0" cap="none" i="0" strike="noStrike" sz="1200" u="none">
                <a:solidFill>
                  <a:srgbClr val="8B8C95"/>
                </a:solidFill>
                <a:latin typeface="Calibri"/>
                <a:ea typeface="Calibri"/>
                <a:cs typeface="Calibri"/>
                <a:sym typeface="Calibri"/>
              </a:defRPr>
            </a:lvl3pPr>
            <a:lvl4pPr algn="r" indent="0" lvl="3" marL="0" marR="0" rtl="0">
              <a:spcBef>
                <a:spcPts val="0"/>
              </a:spcBef>
              <a:buNone/>
              <a:defRPr b="0" cap="none" i="0" strike="noStrike" sz="1200" u="none">
                <a:solidFill>
                  <a:srgbClr val="8B8C95"/>
                </a:solidFill>
                <a:latin typeface="Calibri"/>
                <a:ea typeface="Calibri"/>
                <a:cs typeface="Calibri"/>
                <a:sym typeface="Calibri"/>
              </a:defRPr>
            </a:lvl4pPr>
            <a:lvl5pPr algn="r" indent="0" lvl="4" marL="0" marR="0" rtl="0">
              <a:spcBef>
                <a:spcPts val="0"/>
              </a:spcBef>
              <a:buNone/>
              <a:defRPr b="0" cap="none" i="0" strike="noStrike" sz="1200" u="none">
                <a:solidFill>
                  <a:srgbClr val="8B8C95"/>
                </a:solidFill>
                <a:latin typeface="Calibri"/>
                <a:ea typeface="Calibri"/>
                <a:cs typeface="Calibri"/>
                <a:sym typeface="Calibri"/>
              </a:defRPr>
            </a:lvl5pPr>
            <a:lvl6pPr algn="r" indent="0" lvl="5" marL="0" marR="0" rtl="0">
              <a:spcBef>
                <a:spcPts val="0"/>
              </a:spcBef>
              <a:buNone/>
              <a:defRPr b="0" cap="none" i="0" strike="noStrike" sz="1200" u="none">
                <a:solidFill>
                  <a:srgbClr val="8B8C95"/>
                </a:solidFill>
                <a:latin typeface="Calibri"/>
                <a:ea typeface="Calibri"/>
                <a:cs typeface="Calibri"/>
                <a:sym typeface="Calibri"/>
              </a:defRPr>
            </a:lvl6pPr>
            <a:lvl7pPr algn="r" indent="0" lvl="6" marL="0" marR="0" rtl="0">
              <a:spcBef>
                <a:spcPts val="0"/>
              </a:spcBef>
              <a:buNone/>
              <a:defRPr b="0" cap="none" i="0" strike="noStrike" sz="1200" u="none">
                <a:solidFill>
                  <a:srgbClr val="8B8C95"/>
                </a:solidFill>
                <a:latin typeface="Calibri"/>
                <a:ea typeface="Calibri"/>
                <a:cs typeface="Calibri"/>
                <a:sym typeface="Calibri"/>
              </a:defRPr>
            </a:lvl7pPr>
            <a:lvl8pPr algn="r" indent="0" lvl="7" marL="0" marR="0" rtl="0">
              <a:spcBef>
                <a:spcPts val="0"/>
              </a:spcBef>
              <a:buNone/>
              <a:defRPr b="0" cap="none" i="0" strike="noStrike" sz="1200" u="none">
                <a:solidFill>
                  <a:srgbClr val="8B8C95"/>
                </a:solidFill>
                <a:latin typeface="Calibri"/>
                <a:ea typeface="Calibri"/>
                <a:cs typeface="Calibri"/>
                <a:sym typeface="Calibri"/>
              </a:defRPr>
            </a:lvl8pPr>
            <a:lvl9pPr algn="r" indent="0" lvl="8" marL="0" marR="0" rtl="0">
              <a:spcBef>
                <a:spcPts val="0"/>
              </a:spcBef>
              <a:buNone/>
              <a:defRPr b="0" cap="none" i="0" strike="noStrike" sz="1200" u="none">
                <a:solidFill>
                  <a:srgbClr val="8B8C95"/>
                </a:solidFill>
                <a:latin typeface="Calibri"/>
                <a:ea typeface="Calibri"/>
                <a:cs typeface="Calibri"/>
                <a:sym typeface="Calibri"/>
              </a:defRPr>
            </a:lvl9pPr>
          </a:lstStyle>
          <a:p>
            <a:pPr algn="r" indent="0" lvl="0" marL="0" rtl="0">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folHlink="folHlink" hlink="hlink" tx1="dk1" tx2="lt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dt="0" ftr="0" hdr="0"/>
  <p:txStyles>
    <p:title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titleStyle>
    <p:body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bodyStyle>
    <p:otherStyle>
      <a:defPPr algn="l" lvl="0" marR="0" rtl="0">
        <a:lnSpc>
          <a:spcPct val="100000"/>
        </a:lnSpc>
        <a:spcBef>
          <a:spcPts val="0"/>
        </a:spcBef>
        <a:spcAft>
          <a:spcPts val="0"/>
        </a:spcAft>
      </a:defPPr>
      <a:lvl1pPr algn="l" lvl="0"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1pPr>
      <a:lvl2pPr algn="l" lvl="1"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2pPr>
      <a:lvl3pPr algn="l" lvl="2"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3pPr>
      <a:lvl4pPr algn="l" lvl="3"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4pPr>
      <a:lvl5pPr algn="l" lvl="4"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5pPr>
      <a:lvl6pPr algn="l" lvl="5"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6pPr>
      <a:lvl7pPr algn="l" lvl="6"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7pPr>
      <a:lvl8pPr algn="l" lvl="7"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8pPr>
      <a:lvl9pPr algn="l" lvl="8" marR="0" rtl="0">
        <a:lnSpc>
          <a:spcPct val="100000"/>
        </a:lnSpc>
        <a:spcBef>
          <a:spcPts val="0"/>
        </a:spcBef>
        <a:spcAft>
          <a:spcPts val="0"/>
        </a:spcAft>
        <a:buClr>
          <a:srgbClr val="000000"/>
        </a:buClr>
        <a:buFont typeface="Arial"/>
        <a:defRPr b="0" cap="none" i="0" strike="noStrike" sz="1400" u="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11.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hyperlink" Target="../reports/07-benchmark-p1-resolved.json" TargetMode="External" /></Relationships>
</file>

<file path=ppt/slides/_rels/slide44.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1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1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5" name="Shape 15"/>
        <p:cNvGrpSpPr/>
        <p:nvPr/>
      </p:nvGrpSpPr>
      <p:grpSpPr>
        <a:xfrm>
          <a:off x="0" y="0"/>
          <a:ext cx="0" cy="0"/>
          <a:chOff x="0" y="0"/>
          <a:chExt cx="0" cy="0"/>
        </a:xfrm>
      </p:grpSpPr>
      <p:sp>
        <p:nvSpPr>
          <p:cNvPr id="34" name="Google Shape;34;p21"/>
          <p:cNvSpPr txBox="1"/>
          <p:nvPr>
            <p:ph type="ctrTitle"/>
          </p:nvPr>
        </p:nvSpPr>
        <p:spPr>
          <a:xfrm>
            <a:off x="952500" y="1333500"/>
            <a:ext cx="10287000" cy="1905000"/>
          </a:xfrm>
          <a:prstGeom prst="rect">
            <a:avLst/>
          </a:prstGeom>
          <a:noFill/>
          <a:ln>
            <a:noFill/>
          </a:ln>
        </p:spPr>
        <p:txBody>
          <a:bodyPr/>
          <a:lstStyle/>
          <a:p>
            <a:pPr lvl="0" indent="0" marL="0">
              <a:buNone/>
            </a:pPr>
            <a:r>
              <a:rPr/>
              <a:t>Xây dựng hệ thống nhận dạng biển số xe bằng Trí tuệ nhân tạo</a:t>
            </a:r>
          </a:p>
        </p:txBody>
      </p:sp>
      <p:sp>
        <p:nvSpPr>
          <p:cNvPr id="35" name="Google Shape;35;p21"/>
          <p:cNvSpPr txBox="1"/>
          <p:nvPr>
            <p:ph idx="1" type="subTitle"/>
          </p:nvPr>
        </p:nvSpPr>
        <p:spPr>
          <a:xfrm>
            <a:off x="952500" y="3524250"/>
            <a:ext cx="10287000" cy="2000250"/>
          </a:xfrm>
          <a:prstGeom prst="rect">
            <a:avLst/>
          </a:prstGeom>
          <a:noFill/>
          <a:ln>
            <a:noFill/>
          </a:ln>
        </p:spPr>
        <p:txBody>
          <a:bodyPr/>
          <a:lstStyle/>
          <a:p>
            <a:pPr lvl="0" indent="0" marL="0">
              <a:buNone/>
            </a:pPr>
            <a:r>
              <a:rPr/>
              <a:t>Đồ án tốt nghiệp đại học · Trường Đại học Công nghệ Thông tin, ĐHQG-HCM</a:t>
            </a:r>
            <a:br/>
            <a:br/>
            <a:r>
              <a:rPr/>
              <a:t>Phạm Công Thành — 25410013 · Nguyễn Minh Hiếu — 25410007</a:t>
            </a:r>
            <a:br/>
            <a:r>
              <a:rPr/>
              <a:t>GVHD: ThS. Cáp Phạm Đình Thăng</a:t>
            </a:r>
          </a:p>
        </p:txBody>
      </p:sp>
      <p:sp>
        <p:nvSpPr>
          <p:cNvPr id="38" name="Google Shape;38;p21"/>
          <p:cNvSpPr txBox="1"/>
          <p:nvPr>
            <p:ph idx="10" type="dt"/>
          </p:nvPr>
        </p:nvSpPr>
        <p:spPr>
          <a:xfrm>
            <a:off x="6767806" y="6476999"/>
            <a:ext cx="2495896" cy="236763"/>
          </a:xfrm>
          <a:prstGeom prst="rect">
            <a:avLst/>
          </a:prstGeom>
          <a:noFill/>
          <a:ln>
            <a:noFill/>
          </a:ln>
        </p:spPr>
        <p:txBody>
          <a:bodyPr/>
          <a:lstStyle/>
          <a:p>
            <a:pPr lvl="0" indent="0" marL="0">
              <a:buNone/>
            </a:pPr>
            <a:r>
              <a:rPr/>
              <a:t>Tháng 9 năm 2026</a:t>
            </a:r>
          </a:p>
        </p:txBody>
      </p:sp>
      <p:sp>
        <p:nvSpPr>
          <p:cNvPr id="33" name="Google Shape;33;p21"/>
          <p:cNvSpPr txBox="1"/>
          <p:nvPr>
            <p:ph idx="12" type="sldNum"/>
          </p:nvPr>
        </p:nvSpPr>
        <p:spPr>
          <a:xfrm>
            <a:off x="75604" y="6587552"/>
            <a:ext cx="291600" cy="291600"/>
          </a:xfrm>
          <a:prstGeom prst="rect">
            <a:avLst/>
          </a:prstGeom>
          <a:noFill/>
          <a:ln>
            <a:noFill/>
          </a:ln>
        </p:spPr>
        <p:txBody>
          <a:bodyPr anchor="ctr" anchorCtr="0" bIns="45700" lIns="91425" rIns="91425" spcFirstLastPara="1" tIns="45700" wrap="square">
            <a:noAutofit/>
          </a:bodyPr>
          <a:lstStyle>
            <a:lvl1pPr algn="ctr" indent="0" lvl="0" marL="0" marR="0">
              <a:spcBef>
                <a:spcPts val="0"/>
              </a:spcBef>
              <a:buNone/>
              <a:defRPr b="0" cap="none" i="0" strike="noStrike" sz="700" u="none">
                <a:solidFill>
                  <a:schemeClr val="dk1"/>
                </a:solidFill>
                <a:latin typeface="Arial"/>
                <a:ea typeface="Arial"/>
                <a:cs typeface="Arial"/>
                <a:sym typeface="Arial"/>
              </a:defRPr>
            </a:lvl1pPr>
            <a:lvl2pPr algn="ctr" indent="0" lvl="1" marL="0" marR="0">
              <a:spcBef>
                <a:spcPts val="0"/>
              </a:spcBef>
              <a:buNone/>
              <a:defRPr b="0" cap="none" i="0" strike="noStrike" sz="700" u="none">
                <a:solidFill>
                  <a:schemeClr val="dk1"/>
                </a:solidFill>
                <a:latin typeface="Arial"/>
                <a:ea typeface="Arial"/>
                <a:cs typeface="Arial"/>
                <a:sym typeface="Arial"/>
              </a:defRPr>
            </a:lvl2pPr>
            <a:lvl3pPr algn="ctr" indent="0" lvl="2" marL="0" marR="0">
              <a:spcBef>
                <a:spcPts val="0"/>
              </a:spcBef>
              <a:buNone/>
              <a:defRPr b="0" cap="none" i="0" strike="noStrike" sz="700" u="none">
                <a:solidFill>
                  <a:schemeClr val="dk1"/>
                </a:solidFill>
                <a:latin typeface="Arial"/>
                <a:ea typeface="Arial"/>
                <a:cs typeface="Arial"/>
                <a:sym typeface="Arial"/>
              </a:defRPr>
            </a:lvl3pPr>
            <a:lvl4pPr algn="ctr" indent="0" lvl="3" marL="0" marR="0">
              <a:spcBef>
                <a:spcPts val="0"/>
              </a:spcBef>
              <a:buNone/>
              <a:defRPr b="0" cap="none" i="0" strike="noStrike" sz="700" u="none">
                <a:solidFill>
                  <a:schemeClr val="dk1"/>
                </a:solidFill>
                <a:latin typeface="Arial"/>
                <a:ea typeface="Arial"/>
                <a:cs typeface="Arial"/>
                <a:sym typeface="Arial"/>
              </a:defRPr>
            </a:lvl4pPr>
            <a:lvl5pPr algn="ctr" indent="0" lvl="4" marL="0" marR="0">
              <a:spcBef>
                <a:spcPts val="0"/>
              </a:spcBef>
              <a:buNone/>
              <a:defRPr b="0" cap="none" i="0" strike="noStrike" sz="700" u="none">
                <a:solidFill>
                  <a:schemeClr val="dk1"/>
                </a:solidFill>
                <a:latin typeface="Arial"/>
                <a:ea typeface="Arial"/>
                <a:cs typeface="Arial"/>
                <a:sym typeface="Arial"/>
              </a:defRPr>
            </a:lvl5pPr>
            <a:lvl6pPr algn="ctr" indent="0" lvl="5" marL="0" marR="0">
              <a:spcBef>
                <a:spcPts val="0"/>
              </a:spcBef>
              <a:buNone/>
              <a:defRPr b="0" cap="none" i="0" strike="noStrike" sz="700" u="none">
                <a:solidFill>
                  <a:schemeClr val="dk1"/>
                </a:solidFill>
                <a:latin typeface="Arial"/>
                <a:ea typeface="Arial"/>
                <a:cs typeface="Arial"/>
                <a:sym typeface="Arial"/>
              </a:defRPr>
            </a:lvl6pPr>
            <a:lvl7pPr algn="ctr" indent="0" lvl="6" marL="0" marR="0">
              <a:spcBef>
                <a:spcPts val="0"/>
              </a:spcBef>
              <a:buNone/>
              <a:defRPr b="0" cap="none" i="0" strike="noStrike" sz="700" u="none">
                <a:solidFill>
                  <a:schemeClr val="dk1"/>
                </a:solidFill>
                <a:latin typeface="Arial"/>
                <a:ea typeface="Arial"/>
                <a:cs typeface="Arial"/>
                <a:sym typeface="Arial"/>
              </a:defRPr>
            </a:lvl7pPr>
            <a:lvl8pPr algn="ctr" indent="0" lvl="7" marL="0" marR="0">
              <a:spcBef>
                <a:spcPts val="0"/>
              </a:spcBef>
              <a:buNone/>
              <a:defRPr b="0" cap="none" i="0" strike="noStrike" sz="700" u="none">
                <a:solidFill>
                  <a:schemeClr val="dk1"/>
                </a:solidFill>
                <a:latin typeface="Arial"/>
                <a:ea typeface="Arial"/>
                <a:cs typeface="Arial"/>
                <a:sym typeface="Arial"/>
              </a:defRPr>
            </a:lvl8pPr>
            <a:lvl9pPr algn="ctr" indent="0" lvl="8" marL="0" marR="0">
              <a:spcBef>
                <a:spcPts val="0"/>
              </a:spcBef>
              <a:buNone/>
              <a:defRPr b="0" cap="none" i="0" strike="noStrike" sz="700" u="none">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2" name="Google Shape;142;p23"/>
          <p:cNvSpPr txBox="1"/>
          <p:nvPr>
            <p:ph type="title"/>
          </p:nvPr>
        </p:nvSpPr>
        <p:spPr>
          <a:xfrm>
            <a:off x="774145" y="223964"/>
            <a:ext cx="10579655" cy="785896"/>
          </a:xfrm>
          <a:prstGeom prst="rect">
            <a:avLst/>
          </a:prstGeom>
          <a:noFill/>
          <a:ln>
            <a:noFill/>
          </a:ln>
        </p:spPr>
        <p:txBody>
          <a:bodyPr/>
          <a:lstStyle/>
          <a:p>
            <a:pPr lvl="0" indent="0" marL="0">
              <a:buNone/>
            </a:pPr>
            <a:r>
              <a:rPr/>
              <a:t>Khung slide bảo vệ đồ án tốt nghiệp</a:t>
            </a:r>
          </a:p>
        </p:txBody>
      </p:sp>
      <p:sp>
        <p:nvSpPr>
          <p:cNvPr id="143" name="Google Shape;143;p23"/>
          <p:cNvSpPr txBox="1"/>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Cách dùng tài liệu này</a:t>
            </a:r>
          </a:p>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3111500"/>
                <a:gridCol w="31115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spcBef>
                <a:spcPts val="3000"/>
              </a:spcBef>
              <a:buNone/>
            </a:pPr>
            <a:r>
              <a:rPr b="1"/>
              <a:t>Ba nguyên tắc trình bày</a:t>
            </a:r>
          </a:p>
          <a:p>
            <a:pPr lvl="0" indent="0" marL="347663">
              <a:buAutoNum type="arabicPeriod"/>
            </a:pPr>
            <a:r>
              <a:rPr b="1"/>
              <a:t>Không đọc slide.</a:t>
            </a:r>
            <a:r>
              <a:rPr/>
              <a:t> Slide là chỗ dựa thị giác; lời nói mang nội dung.</a:t>
            </a:r>
          </a:p>
          <a:p>
            <a:pPr lvl="0" indent="0" marL="347663">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0" marL="347663">
              <a:buAutoNum type="arabicPeriod"/>
            </a:pPr>
            <a:r>
              <a:rPr b="1"/>
              <a:t>Mọi con số hiệu năng đọc kèm phần cứng.</a:t>
            </a:r>
            <a:r>
              <a:rPr/>
              <a:t> Nói "mAP 0,983" phải kèm "trên tập test v3, imgsz 640, </a:t>
            </a:r>
            <a:r>
              <a:rPr>
                <a:latin typeface="Courier"/>
              </a:rPr>
              <a:t>best.pt</a:t>
            </a:r>
            <a:r>
              <a:rPr/>
              <a:t>".</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Bảng trạng thái dữ liệu của bộ slide</a:t>
            </a:r>
          </a:p>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 </a:t>
                      </a:r>
                      <a:r>
                        <a:rPr b="1"/>
                        <a:t>cần chụp lại</a:t>
                      </a:r>
                    </a:p>
                  </a:txBody>
                </a:tc>
                <a:tc>
                  <a:txBody>
                    <a:bodyPr/>
                    <a:lstStyle/>
                    <a:p>
                      <a:pPr lvl="0" indent="0" marL="0">
                        <a:buNone/>
                      </a:pPr>
                      <a:r>
                        <a:rPr/>
                        <a:t>Còn </a:t>
                      </a:r>
                      <a:r>
                        <a:rPr b="1"/>
                        <a:t>3 ảnh dùng được</a:t>
                      </a:r>
                      <a:r>
                        <a:rPr/>
                        <a:t> trong </a:t>
                      </a:r>
                      <a:r>
                        <a:rPr>
                          <a:latin typeface="Courier"/>
                        </a:rPr>
                        <a:t>docs/screenshots/</a:t>
                      </a:r>
                      <a:r>
                        <a:rPr/>
                        <a:t> (</a:t>
                      </a:r>
                      <a:r>
                        <a:rPr>
                          <a:latin typeface="Courier"/>
                        </a:rPr>
                        <a:t>image-detection</a:t>
                      </a:r>
                      <a:r>
                        <a:rPr/>
                        <a:t> · </a:t>
                      </a:r>
                      <a:r>
                        <a:rPr>
                          <a:latin typeface="Courier"/>
                        </a:rPr>
                        <a:t>video-detection</a:t>
                      </a:r>
                      <a:r>
                        <a:rPr/>
                        <a:t> · </a:t>
                      </a:r>
                      <a:r>
                        <a:rPr>
                          <a:latin typeface="Courier"/>
                        </a:rPr>
                        <a:t>history</a:t>
                      </a:r>
                      <a:r>
                        <a:rPr/>
                        <a:t>). </a:t>
                      </a:r>
                      <a:r>
                        <a:rPr>
                          <a:latin typeface="Courier"/>
                        </a:rPr>
                        <a:t>dashboard.png</a:t>
                      </a:r>
                      <a:r>
                        <a:rPr/>
                        <a:t> </a:t>
                      </a:r>
                      <a:r>
                        <a:rPr b="1"/>
                        <a:t>bỏ</a:t>
                      </a:r>
                      <a:r>
                        <a:rPr/>
                        <a:t> — trang Tổng quan đã gỡ 2026-07-20. Cả 3 ảnh chụp khi sidebar còn 5 mục và trang chủ còn là Tổng quan ⇒ </a:t>
                      </a:r>
                      <a:r>
                        <a:rPr b="1"/>
                        <a:t>chụp lại trước khi nộp</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2" name="Google Shape;142;p23"/>
          <p:cNvSpPr txBox="1"/>
          <p:nvPr>
            <p:ph type="title"/>
          </p:nvPr>
        </p:nvSpPr>
        <p:spPr>
          <a:xfrm>
            <a:off x="774145" y="223964"/>
            <a:ext cx="10579655" cy="785896"/>
          </a:xfrm>
          <a:prstGeom prst="rect">
            <a:avLst/>
          </a:prstGeom>
          <a:noFill/>
          <a:ln>
            <a:noFill/>
          </a:ln>
        </p:spPr>
        <p:txBody>
          <a:bodyPr/>
          <a:lstStyle/>
          <a:p>
            <a:pPr lvl="0" indent="0" marL="0">
              <a:buNone/>
            </a:pPr>
            <a:r>
              <a:rPr/>
              <a:t>PHẦN A — MỞ ĐẦU</a:t>
            </a:r>
          </a:p>
        </p:txBody>
      </p:sp>
      <p:sp>
        <p:nvSpPr>
          <p:cNvPr id="143" name="Google Shape;143;p23"/>
          <p:cNvSpPr txBox="1"/>
          <p:nvPr>
            <p:ph idx="1"/>
          </p:nvPr>
        </p:nvSpPr>
        <p:spPr/>
        <p:txBody>
          <a:bodyPr/>
          <a:lstStyle/>
          <a:p>
            <a:pPr lvl="0" indent="0" marL="0">
              <a:spcBef>
                <a:spcPts val="3000"/>
              </a:spcBef>
              <a:buNone/>
            </a:pPr>
            <a:r>
              <a:rPr b="1"/>
              <a:t>S1 — Bìa</a:t>
            </a:r>
          </a:p>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trang </a:t>
            </a:r>
            <a:r>
              <a:rPr b="1"/>
              <a:t>Nhận dạng ảnh</a:t>
            </a:r>
            <a:r>
              <a:rPr/>
              <a:t> (</a:t>
            </a:r>
            <a:r>
              <a:rPr>
                <a:latin typeface="Courier"/>
              </a:rPr>
              <a:t>/</a:t>
            </a:r>
            <a:r>
              <a:rPr/>
              <a:t>, trang chủ)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S2 — Đặt vấn đề: một con số</a:t>
            </a:r>
          </a:p>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S3 — Mục tiêu và phạm vi</a:t>
            </a:r>
          </a:p>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B — NỀN TẢNG</a:t>
            </a:r>
          </a:p>
        </p:txBody>
      </p:sp>
      <p:sp>
        <p:nvSpPr>
          <p:cNvPr id="437" name="Google Shape;437;p31"/>
          <p:cNvSpPr txBox="1"/>
          <p:nvPr>
            <p:ph idx="2" sz="half" type="body"/>
          </p:nvPr>
        </p:nvSpPr>
        <p:spPr/>
        <p:txBody>
          <a:bodyPr/>
          <a:lstStyle/>
          <a:p>
            <a:pPr lvl="0" indent="0" marL="0">
              <a:spcBef>
                <a:spcPts val="3000"/>
              </a:spcBef>
              <a:buNone/>
            </a:pPr>
            <a:r>
              <a:rPr b="1"/>
              <a:t>S4 — Tổng quan các hướng tiếp cận</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S5 — Đặc thù biển số Việt Nam</a:t>
            </a:r>
          </a:p>
          <a:p>
            <a:pPr lvl="0" indent="0" marL="0">
              <a:buNone/>
            </a:pPr>
            <a:r>
              <a:rPr b="1"/>
              <a:t>Nội dung trên slide</a:t>
            </a:r>
          </a:p>
          <a:p>
            <a:pPr lvl="0" indent="0" marL="0">
              <a:buNone/>
            </a:pPr>
            <a:r>
              <a:rPr b="1"/>
              <a:t>Ba đặc thù không có ở bộ quy tắc nước ngoài nào:</a:t>
            </a:r>
          </a:p>
          <a:p>
            <a:pPr lvl="0" indent="0" marL="347663">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0" marL="347663">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0" marL="347663">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S6 — Căn cứ pháp lý: một phát hiện</a:t>
            </a:r>
          </a:p>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C — THIẾT KẾ</a:t>
            </a:r>
          </a:p>
        </p:txBody>
      </p:sp>
      <p:sp>
        <p:nvSpPr>
          <p:cNvPr id="437" name="Google Shape;437;p31"/>
          <p:cNvSpPr txBox="1"/>
          <p:nvPr>
            <p:ph idx="2" sz="half" type="body"/>
          </p:nvPr>
        </p:nvSpPr>
        <p:spPr/>
        <p:txBody>
          <a:bodyPr/>
          <a:lstStyle/>
          <a:p>
            <a:pPr lvl="0" indent="0" marL="0">
              <a:spcBef>
                <a:spcPts val="3000"/>
              </a:spcBef>
              <a:buNone/>
            </a:pPr>
            <a:r>
              <a:rPr b="1"/>
              <a:t>S7 — Kiến trúc hệ thống</a:t>
            </a:r>
          </a:p>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3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S8 — Nguyên tắc: tách tầng AI khỏi tầng API</a:t>
            </a:r>
          </a:p>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3111500"/>
                <a:gridCol w="31115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spcBef>
                <a:spcPts val="3000"/>
              </a:spcBef>
              <a:buNone/>
            </a:pPr>
            <a:r>
              <a:rPr b="1"/>
              <a:t>S9 — Pipeline AI</a:t>
            </a:r>
          </a:p>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D — DỮ LIỆU VÀ HUẤN LUYỆN</a:t>
            </a:r>
          </a:p>
        </p:txBody>
      </p:sp>
      <p:sp>
        <p:nvSpPr>
          <p:cNvPr id="437" name="Google Shape;437;p31"/>
          <p:cNvSpPr txBox="1"/>
          <p:nvPr>
            <p:ph idx="2" sz="half" type="body"/>
          </p:nvPr>
        </p:nvSpPr>
        <p:spPr/>
        <p:txBody>
          <a:bodyPr/>
          <a:lstStyle/>
          <a:p>
            <a:pPr lvl="0" indent="0" marL="0">
              <a:spcBef>
                <a:spcPts val="3000"/>
              </a:spcBef>
              <a:buNone/>
            </a:pPr>
            <a:r>
              <a:rPr b="1"/>
              <a:t>S10 — Bộ dữ liệu</a:t>
            </a:r>
          </a:p>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S11 — Huấn luyện: cấu hình và lý do</a:t>
            </a:r>
          </a:p>
          <a:p>
            <a:pPr lvl="0" indent="0" marL="0">
              <a:buNone/>
            </a:pPr>
            <a:r>
              <a:rPr b="1"/>
              <a:t>Nội dung trên slide</a:t>
            </a:r>
          </a:p>
          <a:p>
            <a:pPr lvl="0" indent="0" marL="0">
              <a:buNone/>
            </a:pPr>
            <a:r>
              <a:rPr b="1"/>
              <a:t>Chọn YOLO11n — loại bằng hai bước:</a:t>
            </a:r>
          </a:p>
          <a:p>
            <a:pPr lvl="0" indent="0" marL="347663">
              <a:buAutoNum type="arabicPeriod"/>
            </a:pPr>
            <a:r>
              <a:rPr/>
              <a:t>Máy triển khai không GPU ⇒ bắt buộc có </a:t>
            </a:r>
            <a:r>
              <a:rPr b="1"/>
              <a:t>số liệu tốc độ CPU chính thức</a:t>
            </a:r>
            <a:r>
              <a:rPr/>
              <a:t> → YOLOv9/v10/v12/v13 bị loại vì thiếu căn cứ, không phải vì kém</a:t>
            </a:r>
          </a:p>
          <a:p>
            <a:pPr lvl="0" indent="0" marL="347663">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S12 — Kết quả detection ✅ ĐÃ CÓ SỐ CÔNG BỐ</a:t>
            </a:r>
          </a:p>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889000"/>
                <a:gridCol w="889000"/>
                <a:gridCol w="889000"/>
                <a:gridCol w="889000"/>
                <a:gridCol w="889000"/>
                <a:gridCol w="889000"/>
                <a:gridCol w="8890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E — ĐÓNG GÓP KỸ THUẬT LÕI</a:t>
            </a:r>
          </a:p>
        </p:txBody>
      </p:sp>
      <p:sp>
        <p:nvSpPr>
          <p:cNvPr id="437" name="Google Shape;437;p31"/>
          <p:cNvSpPr txBox="1"/>
          <p:nvPr>
            <p:ph idx="2" sz="half" type="body"/>
          </p:nvPr>
        </p:nvSpPr>
        <p:spPr/>
        <p:txBody>
          <a:bodyPr/>
          <a:lstStyle/>
          <a:p>
            <a:pPr lvl="0" indent="0" marL="0">
              <a:spcBef>
                <a:spcPts val="3000"/>
              </a:spcBef>
              <a:buNone/>
            </a:pPr>
            <a:r>
              <a:rPr b="1"/>
              <a:t>S13 — Xử lý biển 2 dòng</a:t>
            </a:r>
          </a:p>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S14 — Bộ luật hậu xử lý theo vị trí</a:t>
            </a:r>
          </a:p>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S15 — Đo định lượng đóng góp của hậu xử lý ✅ ĐÃ CÓ SỐ (OCR KHÔNG ĐẠT — trình bày trung thực)</a:t>
            </a:r>
          </a:p>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3111500"/>
                <a:gridCol w="31115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244600"/>
                <a:gridCol w="1244600"/>
                <a:gridCol w="1244600"/>
                <a:gridCol w="1244600"/>
                <a:gridCol w="12446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F — HỆ THỐNG VÀ HIỆU NĂNG</a:t>
            </a:r>
          </a:p>
        </p:txBody>
      </p:sp>
      <p:sp>
        <p:nvSpPr>
          <p:cNvPr id="437" name="Google Shape;437;p31"/>
          <p:cNvSpPr txBox="1"/>
          <p:nvPr>
            <p:ph idx="2" sz="half" type="body"/>
          </p:nvPr>
        </p:nvSpPr>
        <p:spPr/>
        <p:txBody>
          <a:bodyPr/>
          <a:lstStyle/>
          <a:p>
            <a:pPr lvl="0" indent="0" marL="0">
              <a:spcBef>
                <a:spcPts val="3000"/>
              </a:spcBef>
              <a:buNone/>
            </a:pPr>
            <a:r>
              <a:rPr b="1"/>
              <a:t>S16 — Giao diện hệ thống</a:t>
            </a:r>
          </a:p>
          <a:p>
            <a:pPr lvl="0" indent="0" marL="0">
              <a:buNone/>
            </a:pPr>
            <a:r>
              <a:rPr b="1"/>
              <a:t>Nội dung trên slide</a:t>
            </a:r>
          </a:p>
          <a:p>
            <a:pPr lvl="0" indent="0" marL="0">
              <a:buNone/>
            </a:pPr>
            <a:r>
              <a:rPr b="1"/>
              <a:t>3 trang trong một khung ứng dụng chung:</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3111500"/>
                <a:gridCol w="31115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Nhận dạng ảnh </a:t>
                      </a:r>
                      <a:r>
                        <a:rPr i="1"/>
                        <a:t>(trang chủ)</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buNone/>
            </a:pPr>
            <a:r>
              <a:rPr i="1"/>
              <a:t>Chế độ thời gian thực (webcam) giữ ở tầng API — </a:t>
            </a:r>
            <a:r>
              <a:rPr i="1">
                <a:latin typeface="Courier"/>
              </a:rPr>
              <a:t>POST /api/detect/frame</a:t>
            </a:r>
            <a:r>
              <a:rPr i="1"/>
              <a:t>, gửi từng khung qua HTTP, mục tiêu ~5 FPS; trang Webcam đã gỡ khỏi giao diện 2026-07-20.</a:t>
            </a:r>
          </a:p>
          <a:p>
            <a:pPr lvl="0" indent="0" marL="0">
              <a:buNone/>
            </a:pPr>
            <a:r>
              <a:rPr b="1"/>
              <a:t>Hai lần thu gọn phạm vi giao diện trong ngày 2026-07-20 — nói thẳng, đừng để hội đồng tự phát hiện:</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Trang gỡ</a:t>
                      </a:r>
                    </a:p>
                  </a:txBody>
                  <a:tcPr/>
                </a:tc>
                <a:tc>
                  <a:txBody>
                    <a:bodyPr/>
                    <a:lstStyle/>
                    <a:p>
                      <a:pPr lvl="0" indent="0" marL="0">
                        <a:buNone/>
                      </a:pPr>
                      <a:r>
                        <a:rPr/>
                        <a:t>Yêu cầu bị ảnh hưởng</a:t>
                      </a:r>
                    </a:p>
                  </a:txBody>
                  <a:tcPr/>
                </a:tc>
                <a:tc>
                  <a:txBody>
                    <a:bodyPr/>
                    <a:lstStyle/>
                    <a:p>
                      <a:pPr lvl="0" indent="0" marL="0">
                        <a:buNone/>
                      </a:pPr>
                      <a:r>
                        <a:rPr/>
                        <a:t>Năng lực còn lại</a:t>
                      </a:r>
                    </a:p>
                  </a:txBody>
                  <a:tcPr/>
                </a:tc>
              </a:tr>
              <a:tr h="0">
                <a:tc>
                  <a:txBody>
                    <a:bodyPr/>
                    <a:lstStyle/>
                    <a:p>
                      <a:pPr lvl="0" indent="0" marL="0">
                        <a:buNone/>
                      </a:pPr>
                      <a:r>
                        <a:rPr/>
                        <a:t>Webcam</a:t>
                      </a:r>
                    </a:p>
                  </a:txBody>
                </a:tc>
                <a:tc>
                  <a:txBody>
                    <a:bodyPr/>
                    <a:lstStyle/>
                    <a:p>
                      <a:pPr lvl="0" indent="0" marL="0">
                        <a:buNone/>
                      </a:pPr>
                      <a:r>
                        <a:rPr/>
                        <a:t>FR-3.1, FR-3.4 (M/M → </a:t>
                      </a:r>
                      <a:r>
                        <a:rPr b="1"/>
                        <a:t>W</a:t>
                      </a:r>
                      <a:r>
                        <a:rPr/>
                        <a:t>)</a:t>
                      </a:r>
                    </a:p>
                  </a:txBody>
                </a:tc>
                <a:tc>
                  <a:txBody>
                    <a:bodyPr/>
                    <a:lstStyle/>
                    <a:p>
                      <a:pPr lvl="0" indent="0" marL="0">
                        <a:buNone/>
                      </a:pPr>
                      <a:r>
                        <a:rPr>
                          <a:latin typeface="Courier"/>
                        </a:rPr>
                        <a:t>POST /api/detect/frame</a:t>
                      </a:r>
                      <a:r>
                        <a:rPr/>
                        <a:t> — không đổi một dòng, vẫn có kiểm thử</a:t>
                      </a:r>
                    </a:p>
                  </a:txBody>
                </a:tc>
              </a:tr>
              <a:tr h="0">
                <a:tc>
                  <a:txBody>
                    <a:bodyPr/>
                    <a:lstStyle/>
                    <a:p>
                      <a:pPr lvl="0" indent="0" marL="0">
                        <a:buNone/>
                      </a:pPr>
                      <a:r>
                        <a:rPr b="1"/>
                        <a:t>Tổng quan (Dashboard)</a:t>
                      </a:r>
                    </a:p>
                  </a:txBody>
                </a:tc>
                <a:tc>
                  <a:txBody>
                    <a:bodyPr/>
                    <a:lstStyle/>
                    <a:p>
                      <a:pPr lvl="0" indent="0" marL="0">
                        <a:buNone/>
                      </a:pPr>
                      <a:r>
                        <a:rPr b="1"/>
                        <a:t>FR-4.1 (M → W)</a:t>
                      </a:r>
                      <a:r>
                        <a:rPr/>
                        <a:t>, FR-4.2 (S → W)</a:t>
                      </a:r>
                    </a:p>
                  </a:txBody>
                </a:tc>
                <a:tc>
                  <a:txBody>
                    <a:bodyPr/>
                    <a:lstStyle/>
                    <a:p>
                      <a:pPr lvl="0" indent="0" marL="0">
                        <a:buNone/>
                      </a:pPr>
                      <a:r>
                        <a:rPr>
                          <a:latin typeface="Courier"/>
                        </a:rPr>
                        <a:t>GET /api/statistics</a:t>
                      </a:r>
                      <a:r>
                        <a:rPr/>
                        <a:t> và </a:t>
                      </a:r>
                      <a:r>
                        <a:rPr>
                          <a:latin typeface="Courier"/>
                        </a:rPr>
                        <a:t>GET /health</a:t>
                      </a:r>
                      <a:r>
                        <a:rPr/>
                        <a:t> </a:t>
                      </a:r>
                      <a:r>
                        <a:rPr b="1"/>
                        <a:t>vẫn phục vụ</a:t>
                      </a:r>
                      <a:r>
                        <a:rPr/>
                        <a:t>, vẫn có kiểm thử tích hợp</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a:t>⚠️ </a:t>
            </a:r>
            <a:r>
              <a:rPr b="1"/>
              <a:t>FR-4.1 là lần đầu một yêu cầu mức </a:t>
            </a:r>
            <a:r>
              <a:rPr b="1" i="1"/>
              <a:t>Must</a:t>
            </a:r>
            <a:r>
              <a:rPr b="1"/>
              <a:t> bị đưa ra khỏi phạm vi.</a:t>
            </a:r>
            <a:r>
              <a:rPr/>
              <a:t> Đây là quyết định thu gọn demo, không phải một chức năng thất bại — trang đã từng chạy thật và còn nguyên trong lịch sử git. Đánh đổi đo được: gỡ </a:t>
            </a:r>
            <a:r>
              <a:rPr>
                <a:latin typeface="Courier"/>
              </a:rPr>
              <a:t>recharts</a:t>
            </a:r>
            <a:r>
              <a:rPr/>
              <a:t> làm gói tải về giảm từ ~730 KB xuống </a:t>
            </a:r>
            <a:r>
              <a:rPr b="1"/>
              <a:t>328,8 KB (−55%)</a:t>
            </a:r>
            <a:r>
              <a:rPr/>
              <a:t>. Chi tiết trả lời ở </a:t>
            </a:r>
            <a:r>
              <a:rPr b="1"/>
              <a:t>E4c</a:t>
            </a:r>
            <a:r>
              <a:rPr/>
              <a:t> của </a:t>
            </a:r>
            <a:r>
              <a:rPr>
                <a:latin typeface="Courier"/>
              </a:rPr>
              <a:t>10-defense-qa.md</a:t>
            </a:r>
            <a:r>
              <a:rPr/>
              <a:t>.</a:t>
            </a:r>
          </a:p>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dùng </a:t>
            </a:r>
            <a:r>
              <a:rPr b="1"/>
              <a:t>3 tệp</a:t>
            </a:r>
            <a:r>
              <a:rPr/>
              <a:t> trong </a:t>
            </a:r>
            <a:r>
              <a:rPr>
                <a:latin typeface="Courier"/>
              </a:rPr>
              <a:t>docs/screenshots/</a:t>
            </a:r>
            <a:r>
              <a:rPr/>
              <a:t>:</a:t>
            </a:r>
          </a:p>
          <a:p>
            <a:pPr lvl="1"/>
            <a:r>
              <a:rPr>
                <a:latin typeface="Courier"/>
              </a:rPr>
              <a:t>image-detection.png</a:t>
            </a:r>
            <a:r>
              <a:rPr/>
              <a:t> (ảnh lớn — quan trọng nhất vì hiện kết quả AI thật)</a:t>
            </a:r>
          </a:p>
          <a:p>
            <a:pPr lvl="1"/>
            <a:r>
              <a:rPr>
                <a:latin typeface="Courier"/>
              </a:rPr>
              <a:t>video-detection.png</a:t>
            </a:r>
            <a:r>
              <a:rPr/>
              <a:t>, </a:t>
            </a:r>
            <a:r>
              <a:rPr>
                <a:latin typeface="Courier"/>
              </a:rPr>
              <a:t>history.png</a:t>
            </a:r>
            <a:r>
              <a:rPr/>
              <a:t> (2 ảnh nhỏ xếp hàng dưới)</a:t>
            </a:r>
          </a:p>
          <a:p>
            <a:pPr lvl="1"/>
            <a:r>
              <a:rPr/>
              <a:t>❌ </a:t>
            </a:r>
            <a:r>
              <a:rPr b="1"/>
              <a:t>Không dùng </a:t>
            </a:r>
            <a:r>
              <a:rPr b="1">
                <a:latin typeface="Courier"/>
              </a:rPr>
              <a:t>dashboard.png</a:t>
            </a:r>
            <a:r>
              <a:rPr/>
              <a:t> — trang Tổng quan đã gỡ khỏi giao diện</a:t>
            </a:r>
          </a:p>
          <a:p>
            <a:pPr lvl="0" indent="0" marL="1270000">
              <a:buNone/>
            </a:pPr>
            <a:r>
              <a:rPr sz="2000"/>
              <a:t>⚠️ </a:t>
            </a:r>
            <a:r>
              <a:rPr sz="2000" b="1"/>
              <a:t>Phải chụp lại 3 ảnh này trước khi nộp.</a:t>
            </a:r>
            <a:r>
              <a:rPr sz="2000"/>
              <a:t> Bản hiện có được chụp khi sidebar còn </a:t>
            </a:r>
            <a:r>
              <a:rPr sz="2000" b="1"/>
              <a:t>5 mục</a:t>
            </a:r>
            <a:r>
              <a:rPr sz="2000"/>
              <a:t> và trang chủ còn là </a:t>
            </a:r>
            <a:r>
              <a:rPr sz="2000" b="1"/>
              <a:t>Tổng quan</a:t>
            </a:r>
            <a:r>
              <a:rPr sz="2000"/>
              <a:t>. Giao diện bây giờ chỉ còn </a:t>
            </a:r>
            <a:r>
              <a:rPr sz="2000" b="1"/>
              <a:t>3 mục</a:t>
            </a:r>
            <a:r>
              <a:rPr sz="2000"/>
              <a:t>, trang chủ là </a:t>
            </a:r>
            <a:r>
              <a:rPr sz="2000" b="1"/>
              <a:t>Nhận dạng ảnh</a:t>
            </a:r>
            <a:r>
              <a:rPr sz="2000"/>
              <a:t> và </a:t>
            </a:r>
            <a:r>
              <a:rPr sz="2000" b="1"/>
              <a:t>không còn trang Tổng quan</a:t>
            </a:r>
            <a:r>
              <a:rPr sz="2000"/>
              <a:t> — chiếu ảnh cũ lên slide sẽ mâu thuẫn với chính lời nói ở dưới.</a:t>
            </a:r>
          </a:p>
          <a:p>
            <a:pPr lvl="0" indent="0" marL="0">
              <a:buNone/>
            </a:pPr>
            <a:r>
              <a:rPr b="1"/>
              <a:t>Speaker notes</a:t>
            </a:r>
            <a:r>
              <a:rPr/>
              <a:t> </a:t>
            </a:r>
            <a:r>
              <a:rPr i="1"/>
              <a:t>(40 s)</a:t>
            </a:r>
          </a:p>
          <a:p>
            <a:pPr lvl="0" indent="0" marL="1270000">
              <a:buNone/>
            </a:pPr>
            <a:r>
              <a:rPr sz="2000"/>
              <a:t>Giao diện gồm ba trang: nhận dạng ảnh (trang chủ), nhận dạng video và lịch sử. Hai trang nhận dạng là nguồn sinh dữ liệu, cùng đổ về một bảng lịch sử. Em xin nói thẳng hai chỗ đã thu gọn: trang webcam và trang tổng quan đều đã được gỡ khỏi giao diện ngày 20 tháng 7. Cả hai năng lực vẫn còn nguyên ở tầng API — </a:t>
            </a:r>
            <a:r>
              <a:rPr sz="2000">
                <a:latin typeface="Courier"/>
              </a:rPr>
              <a:t>POST /api/detect/frame</a:t>
            </a:r>
            <a:r>
              <a:rPr sz="2000"/>
              <a:t> cho thời gian thực và </a:t>
            </a:r>
            <a:r>
              <a:rPr sz="2000">
                <a:latin typeface="Courier"/>
              </a:rPr>
              <a:t>GET /api/statistics</a:t>
            </a:r>
            <a:r>
              <a:rPr sz="2000"/>
              <a:t> cho số liệu tổng hợp, cả hai vẫn có kiểm thử tự động. Riêng việc gỡ trang tổng quan đưa FR-4.1, một yêu cầu mức </a:t>
            </a:r>
            <a:r>
              <a:rPr sz="2000" i="1"/>
              <a:t>bắt buộc</a:t>
            </a:r>
            <a:r>
              <a:rPr sz="2000"/>
              <a:t>, ra khỏi phạm vi bản này; em nói rõ điều đó và sẵn sàng trả lời kỹ ở phần hỏi đáp.</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S17 — Hiệu năng trên CPU ✅ ĐÃ ĐO (NFR-P1 ĐẠT)</a:t>
            </a:r>
          </a:p>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028700"/>
                <a:gridCol w="1028700"/>
                <a:gridCol w="1028700"/>
                <a:gridCol w="1028700"/>
                <a:gridCol w="1028700"/>
                <a:gridCol w="10287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0" marL="347663">
              <a:buAutoNum type="arabicPeriod"/>
            </a:pPr>
            <a:r>
              <a:rPr/>
              <a:t>Đo trên </a:t>
            </a:r>
            <a:r>
              <a:rPr b="1"/>
              <a:t>mô hình tổng hợp cũ</a:t>
            </a:r>
            <a:r>
              <a:rPr/>
              <a:t>, không phải </a:t>
            </a:r>
            <a:r>
              <a:rPr>
                <a:latin typeface="Courier"/>
              </a:rPr>
              <a:t>models/best.pt</a:t>
            </a:r>
          </a:p>
          <a:p>
            <a:pPr lvl="0" indent="0" marL="347663">
              <a:buAutoNum type="arabicPeriod"/>
            </a:pPr>
            <a:r>
              <a:rPr/>
              <a:t>Đo ở </a:t>
            </a:r>
            <a:r>
              <a:rPr b="1">
                <a:latin typeface="Courier"/>
              </a:rPr>
              <a:t>imgsz = 320</a:t>
            </a:r>
            <a:r>
              <a:rPr/>
              <a:t>, không phải 640 của hệ thống thật</a:t>
            </a:r>
          </a:p>
          <a:p>
            <a:pPr lvl="0" indent="0" marL="347663">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6" name="Google Shape;436;p31"/>
          <p:cNvSpPr txBox="1"/>
          <p:nvPr>
            <p:ph type="title"/>
          </p:nvPr>
        </p:nvSpPr>
        <p:spPr>
          <a:xfrm>
            <a:off x="774146" y="202009"/>
            <a:ext cx="3932227" cy="1698043"/>
          </a:xfrm>
          <a:prstGeom prst="rect">
            <a:avLst/>
          </a:prstGeom>
          <a:noFill/>
          <a:ln>
            <a:noFill/>
          </a:ln>
        </p:spPr>
        <p:txBody>
          <a:bodyPr/>
          <a:lstStyle/>
          <a:p>
            <a:pPr lvl="0" indent="0" marL="0">
              <a:buNone/>
            </a:pPr>
            <a:r>
              <a:rPr/>
              <a:t>PHẦN G — KẾT</a:t>
            </a:r>
          </a:p>
        </p:txBody>
      </p:sp>
      <p:sp>
        <p:nvSpPr>
          <p:cNvPr id="437" name="Google Shape;437;p31"/>
          <p:cNvSpPr txBox="1"/>
          <p:nvPr>
            <p:ph idx="2" sz="half" type="body"/>
          </p:nvPr>
        </p:nvSpPr>
        <p:spPr/>
        <p:txBody>
          <a:bodyPr/>
          <a:lstStyle/>
          <a:p>
            <a:pPr lvl="0" indent="0" marL="0">
              <a:spcBef>
                <a:spcPts val="3000"/>
              </a:spcBef>
              <a:buNone/>
            </a:pPr>
            <a:r>
              <a:rPr b="1"/>
              <a:t>S18 — Hạn chế</a:t>
            </a:r>
          </a:p>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1549400"/>
                <a:gridCol w="1549400"/>
                <a:gridCol w="1549400"/>
                <a:gridCol w="15494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r h="0">
                <a:tc>
                  <a:txBody>
                    <a:bodyPr/>
                    <a:lstStyle/>
                    <a:p>
                      <a:pPr lvl="0" indent="0" marL="0">
                        <a:buNone/>
                      </a:pPr>
                      <a:r>
                        <a:rPr/>
                        <a:t>10</a:t>
                      </a:r>
                    </a:p>
                  </a:txBody>
                </a:tc>
                <a:tc>
                  <a:txBody>
                    <a:bodyPr/>
                    <a:lstStyle/>
                    <a:p>
                      <a:pPr lvl="0" indent="0" marL="0">
                        <a:buNone/>
                      </a:pPr>
                      <a:r>
                        <a:rPr b="1"/>
                        <a:t>FR-4.1 (Must) và FR-4.2 (Should) đưa ra khỏi phạm vi</a:t>
                      </a:r>
                      <a:r>
                        <a:rPr/>
                        <a:t> — trang Tổng quan gỡ khỏi giao diện 2026-07-20</a:t>
                      </a:r>
                    </a:p>
                  </a:txBody>
                </a:tc>
                <a:tc>
                  <a:txBody>
                    <a:bodyPr/>
                    <a:lstStyle/>
                    <a:p>
                      <a:pPr lvl="0" indent="0" marL="0" algn="ctr">
                        <a:buNone/>
                      </a:pPr>
                      <a:r>
                        <a:rPr/>
                        <a:t>⚠️</a:t>
                      </a:r>
                    </a:p>
                  </a:txBody>
                </a:tc>
                <a:tc>
                  <a:txBody>
                    <a:bodyPr/>
                    <a:lstStyle/>
                    <a:p>
                      <a:pPr lvl="0" indent="0" marL="0">
                        <a:buNone/>
                      </a:pPr>
                      <a:r>
                        <a:rPr/>
                        <a:t>Quyết định thu gọn demo, </a:t>
                      </a:r>
                      <a:r>
                        <a:rPr b="1"/>
                        <a:t>không</a:t>
                      </a:r>
                      <a:r>
                        <a:rPr/>
                        <a:t> phải chức năng thất bại. </a:t>
                      </a:r>
                      <a:r>
                        <a:rPr>
                          <a:latin typeface="Courier"/>
                        </a:rPr>
                        <a:t>GET /api/statistics</a:t>
                      </a:r>
                      <a:r>
                        <a:rPr/>
                        <a:t> + </a:t>
                      </a:r>
                      <a:r>
                        <a:rPr>
                          <a:latin typeface="Courier"/>
                        </a:rPr>
                        <a:t>GET /health</a:t>
                      </a:r>
                      <a:r>
                        <a:rPr/>
                        <a:t> vẫn phục vụ và vẫn có kiểm thử; đổi lại gói tải về giảm 55% (~730 KB → 328,8 KB)</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spcBef>
                <a:spcPts val="3000"/>
              </a:spcBef>
              <a:buNone/>
            </a:pPr>
            <a:r>
              <a:rPr b="1"/>
              <a:t>S19 — Hướng phát triển</a:t>
            </a:r>
          </a:p>
          <a:p>
            <a:pPr lvl="0" indent="0" marL="0">
              <a:buNone/>
            </a:pPr>
            <a:r>
              <a:rPr b="1"/>
              <a:t>Nội dung trên slide</a:t>
            </a:r>
          </a:p>
          <a:p>
            <a:pPr lvl="0" indent="0" marL="0">
              <a:buNone/>
            </a:pPr>
            <a:r>
              <a:rPr b="1"/>
              <a:t>Ngắn hạn — xử lý nút thắt còn lại:</a:t>
            </a:r>
          </a:p>
          <a:p>
            <a:pPr lvl="0" indent="0" marL="347663">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0" marL="347663">
              <a:buAutoNum type="arabicPeriod"/>
            </a:pPr>
            <a:r>
              <a:rPr b="1"/>
              <a:t>Gán nhãn chuỗi cho 300–500 ảnh test v3</a:t>
            </a:r>
            <a:r>
              <a:rPr/>
              <a:t> ⇒ đo được NFR-A7 đúng cách (không phải trên crop ngoài phân bố)</a:t>
            </a:r>
          </a:p>
          <a:p>
            <a:pPr lvl="0" indent="0" marL="347663">
              <a:buAutoNum type="arabicPeriod"/>
            </a:pPr>
            <a:r>
              <a:rPr b="1"/>
              <a:t>Tự benchmark 3 engine OCR</a:t>
            </a:r>
            <a:r>
              <a:rPr/>
              <a:t> trên tập biển số Việt Nam có nhãn</a:t>
            </a:r>
          </a:p>
          <a:p>
            <a:pPr lvl="0" indent="0" marL="347663">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S20 — Kết luận</a:t>
            </a:r>
          </a:p>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3 trang</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S21 — Cảm ơn / Hỏi đáp</a:t>
            </a:r>
          </a:p>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3111500"/>
                <a:gridCol w="31115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43" name="Google Shape;143;p23"/>
          <p:cNvSpPr txBox="1"/>
          <p:nvPr>
            <p:ph idx="1"/>
          </p:nvPr>
        </p:nvSpPr>
        <p:spPr/>
        <p:txBody>
          <a:bodyPr/>
          <a:lstStyle/>
          <a:p>
            <a:pPr lvl="0" indent="0" marL="0">
              <a:spcBef>
                <a:spcPts val="3000"/>
              </a:spcBef>
              <a:buNone/>
            </a:pPr>
            <a:r>
              <a:rPr b="1"/>
              <a:t>Checklist trước khi vào phòng</a:t>
            </a:r>
          </a:p>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a:r>
              <a:rPr/>
              <a:t>☐ </a:t>
            </a:r>
            <a:r>
              <a:rPr b="1"/>
              <a:t>S16 — chụp lại 3 ảnh màn hình</a:t>
            </a:r>
            <a:r>
              <a:rPr/>
              <a:t> (</a:t>
            </a:r>
            <a:r>
              <a:rPr>
                <a:latin typeface="Courier"/>
              </a:rPr>
              <a:t>image-detection</a:t>
            </a:r>
            <a:r>
              <a:rPr/>
              <a:t> · </a:t>
            </a:r>
            <a:r>
              <a:rPr>
                <a:latin typeface="Courier"/>
              </a:rPr>
              <a:t>video-detection</a:t>
            </a:r>
            <a:r>
              <a:rPr/>
              <a:t> · </a:t>
            </a:r>
            <a:r>
              <a:rPr>
                <a:latin typeface="Courier"/>
              </a:rPr>
              <a:t>history</a:t>
            </a:r>
            <a:r>
              <a:rPr/>
              <a:t>). Bản đang có chụp lúc sidebar còn 5 mục và trang chủ còn là Tổng quan; giao diện nay còn </a:t>
            </a:r>
            <a:r>
              <a:rPr b="1"/>
              <a:t>3 trang</a:t>
            </a:r>
            <a:r>
              <a:rPr/>
              <a:t>, trang chủ là Nhận dạng ảnh, </a:t>
            </a:r>
            <a:r>
              <a:rPr b="1"/>
              <a:t>không còn trang Tổng quan</a:t>
            </a:r>
            <a:r>
              <a:rPr/>
              <a:t>. Không dùng </a:t>
            </a:r>
            <a:r>
              <a:rPr>
                <a:latin typeface="Courier"/>
              </a:rPr>
              <a:t>dashboard.png</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
        <p:nvSpPr>
          <p:cNvPr id="155" name="Google Shape;155;p23"/>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428" name="Shape 428"/>
        <p:cNvGrpSpPr/>
        <p:nvPr/>
      </p:nvGrpSpPr>
      <p:grpSpPr>
        <a:xfrm>
          <a:off x="0" y="0"/>
          <a:ext cx="0" cy="0"/>
          <a:chOff x="0" y="0"/>
          <a:chExt cx="0" cy="0"/>
        </a:xfrm>
      </p:grpSpPr>
      <p:sp>
        <p:nvSpPr>
          <p:cNvPr id="437" name="Google Shape;437;p31"/>
          <p:cNvSpPr txBox="1"/>
          <p:nvPr>
            <p:ph idx="2" sz="half" type="body"/>
          </p:nvPr>
        </p:nvSpPr>
        <p:spPr/>
        <p:txBody>
          <a:bodyPr/>
          <a:lstStyle/>
          <a:p>
            <a:pPr lvl="0" indent="0" marL="0">
              <a:spcBef>
                <a:spcPts val="3000"/>
              </a:spcBef>
              <a:buNone/>
            </a:pPr>
            <a:r>
              <a:rPr b="1"/>
              <a:t>Bản đồ slide ↔ câu hỏi phản biện</a:t>
            </a:r>
          </a:p>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5156200" y="190500"/>
          <a:ext cx="6235700" cy="5969000"/>
        </p:xfrm>
        <a:graphic>
          <a:graphicData uri="http://schemas.openxmlformats.org/drawingml/2006/table">
            <a:tbl>
              <a:tblPr firstRow="1" bandRow="1">
                <a:tableStyleId>{45BEF19B-5B1D-4A26-B267-ECC71EF7E2D4}</a:tableStyleId>
              </a:tblPr>
              <a:tblGrid>
                <a:gridCol w="2070100"/>
                <a:gridCol w="2070100"/>
                <a:gridCol w="20701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b="1"/>
                        <a:t>S16</a:t>
                      </a:r>
                    </a:p>
                  </a:txBody>
                </a:tc>
                <a:tc>
                  <a:txBody>
                    <a:bodyPr/>
                    <a:lstStyle/>
                    <a:p>
                      <a:pPr lvl="0" indent="0" marL="0">
                        <a:buNone/>
                      </a:pPr>
                      <a:r>
                        <a:rPr/>
                        <a:t>⚠️ </a:t>
                      </a:r>
                      <a:r>
                        <a:rPr b="1"/>
                        <a:t>"Sao bỏ hẳn một yêu cầu mức Must (FR-4.1)?"</a:t>
                      </a:r>
                      <a:r>
                        <a:rPr/>
                        <a:t> · "Sao không còn trang Webcam?"</a:t>
                      </a:r>
                    </a:p>
                  </a:txBody>
                </a:tc>
                <a:tc>
                  <a:txBody>
                    <a:bodyPr/>
                    <a:lstStyle/>
                    <a:p>
                      <a:pPr lvl="0" indent="0" marL="0">
                        <a:buNone/>
                      </a:pPr>
                      <a:r>
                        <a:rPr b="1"/>
                        <a:t>E4c</a:t>
                      </a:r>
                      <a:r>
                        <a:rPr/>
                        <a:t>, E4b</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
        <p:nvSpPr>
          <p:cNvPr id="449" name="Google Shape;449;p31"/>
          <p:cNvSpPr txBox="1"/>
          <p:nvPr>
            <p:ph idx="12" type="sldNum"/>
          </p:nvPr>
        </p:nvSpPr>
        <p:spPr>
          <a:xfrm>
            <a:off x="58380" y="6508358"/>
            <a:ext cx="349642" cy="349642"/>
          </a:xfrm>
          <a:prstGeom prst="rect">
            <a:avLst/>
          </a:prstGeom>
          <a:noFill/>
          <a:ln>
            <a:noFill/>
          </a:ln>
        </p:spPr>
        <p:txBody>
          <a:bodyPr anchor="ctr" anchorCtr="0" bIns="45700" lIns="91425" rIns="91425" spcFirstLastPara="1" tIns="45700" wrap="square">
            <a:noAutofit/>
          </a:bodyPr>
          <a:lstStyle>
            <a:lvl1pPr algn="ctr" indent="0" lvl="0" marL="0">
              <a:spcBef>
                <a:spcPts val="0"/>
              </a:spcBef>
              <a:buNone/>
              <a:defRPr sz="700">
                <a:solidFill>
                  <a:schemeClr val="dk1"/>
                </a:solidFill>
                <a:latin typeface="Arial"/>
                <a:ea typeface="Arial"/>
                <a:cs typeface="Arial"/>
                <a:sym typeface="Arial"/>
              </a:defRPr>
            </a:lvl1pPr>
            <a:lvl2pPr algn="ctr" indent="0" lvl="1" marL="0">
              <a:spcBef>
                <a:spcPts val="0"/>
              </a:spcBef>
              <a:buNone/>
              <a:defRPr sz="700">
                <a:solidFill>
                  <a:schemeClr val="dk1"/>
                </a:solidFill>
                <a:latin typeface="Arial"/>
                <a:ea typeface="Arial"/>
                <a:cs typeface="Arial"/>
                <a:sym typeface="Arial"/>
              </a:defRPr>
            </a:lvl2pPr>
            <a:lvl3pPr algn="ctr" indent="0" lvl="2" marL="0">
              <a:spcBef>
                <a:spcPts val="0"/>
              </a:spcBef>
              <a:buNone/>
              <a:defRPr sz="700">
                <a:solidFill>
                  <a:schemeClr val="dk1"/>
                </a:solidFill>
                <a:latin typeface="Arial"/>
                <a:ea typeface="Arial"/>
                <a:cs typeface="Arial"/>
                <a:sym typeface="Arial"/>
              </a:defRPr>
            </a:lvl3pPr>
            <a:lvl4pPr algn="ctr" indent="0" lvl="3" marL="0">
              <a:spcBef>
                <a:spcPts val="0"/>
              </a:spcBef>
              <a:buNone/>
              <a:defRPr sz="700">
                <a:solidFill>
                  <a:schemeClr val="dk1"/>
                </a:solidFill>
                <a:latin typeface="Arial"/>
                <a:ea typeface="Arial"/>
                <a:cs typeface="Arial"/>
                <a:sym typeface="Arial"/>
              </a:defRPr>
            </a:lvl4pPr>
            <a:lvl5pPr algn="ctr" indent="0" lvl="4" marL="0">
              <a:spcBef>
                <a:spcPts val="0"/>
              </a:spcBef>
              <a:buNone/>
              <a:defRPr sz="700">
                <a:solidFill>
                  <a:schemeClr val="dk1"/>
                </a:solidFill>
                <a:latin typeface="Arial"/>
                <a:ea typeface="Arial"/>
                <a:cs typeface="Arial"/>
                <a:sym typeface="Arial"/>
              </a:defRPr>
            </a:lvl5pPr>
            <a:lvl6pPr algn="ctr" indent="0" lvl="5" marL="0">
              <a:spcBef>
                <a:spcPts val="0"/>
              </a:spcBef>
              <a:buNone/>
              <a:defRPr sz="700">
                <a:solidFill>
                  <a:schemeClr val="dk1"/>
                </a:solidFill>
                <a:latin typeface="Arial"/>
                <a:ea typeface="Arial"/>
                <a:cs typeface="Arial"/>
                <a:sym typeface="Arial"/>
              </a:defRPr>
            </a:lvl6pPr>
            <a:lvl7pPr algn="ctr" indent="0" lvl="6" marL="0">
              <a:spcBef>
                <a:spcPts val="0"/>
              </a:spcBef>
              <a:buNone/>
              <a:defRPr sz="700">
                <a:solidFill>
                  <a:schemeClr val="dk1"/>
                </a:solidFill>
                <a:latin typeface="Arial"/>
                <a:ea typeface="Arial"/>
                <a:cs typeface="Arial"/>
                <a:sym typeface="Arial"/>
              </a:defRPr>
            </a:lvl7pPr>
            <a:lvl8pPr algn="ctr" indent="0" lvl="7" marL="0">
              <a:spcBef>
                <a:spcPts val="0"/>
              </a:spcBef>
              <a:buNone/>
              <a:defRPr sz="700">
                <a:solidFill>
                  <a:schemeClr val="dk1"/>
                </a:solidFill>
                <a:latin typeface="Arial"/>
                <a:ea typeface="Arial"/>
                <a:cs typeface="Arial"/>
                <a:sym typeface="Arial"/>
              </a:defRPr>
            </a:lvl8pPr>
            <a:lvl9pPr algn="ctr" indent="0" lvl="8" marL="0">
              <a:spcBef>
                <a:spcPts val="0"/>
              </a:spcBef>
              <a:buNone/>
              <a:defRPr sz="700">
                <a:solidFill>
                  <a:schemeClr val="dk1"/>
                </a:solidFill>
                <a:latin typeface="Arial"/>
                <a:ea typeface="Arial"/>
                <a:cs typeface="Arial"/>
                <a:sym typeface="Arial"/>
              </a:defRPr>
            </a:lvl9pPr>
          </a:lstStyle>
          <a:p>
            <a:pPr algn="ctr" indent="0" lvl="0" marL="0" rtl="0">
              <a:spcBef>
                <a:spcPts val="0"/>
              </a:spcBef>
              <a:spcAft>
                <a:spcPts val="0"/>
              </a:spcAft>
              <a:buNone/>
            </a:pPr>
            <a:fld id="{00000000-1234-1234-1234-123412341234}" type="slidenum">
              <a:rPr lang="en-US"/>
              <a:t>‹#›</a:t>
            </a:fld>
            <a:endParaRPr/>
          </a:p>
        </p:txBody>
      </p:sp>
    </p:spTree>
  </p:cSld>
</p:sld>
</file>

<file path=ppt/theme/theme1.xml><?xml version="1.0" encoding="utf-8"?>
<a:theme xmlns:a="http://schemas.openxmlformats.org/drawingml/2006/main" xmlns:r="http://schemas.openxmlformats.org/officeDocument/2006/relationships" name="Office Theme">
  <a:themeElements>
    <a:clrScheme name="UIT Pallete">
      <a:dk1>
        <a:srgbClr val="2A2F4F"/>
      </a:dk1>
      <a:lt1>
        <a:srgbClr val="FFFFFF"/>
      </a:lt1>
      <a:dk2>
        <a:srgbClr val="1C305E"/>
      </a:dk2>
      <a:lt2>
        <a:srgbClr val="E7E6E6"/>
      </a:lt2>
      <a:accent1>
        <a:srgbClr val="0071FF"/>
      </a:accent1>
      <a:accent2>
        <a:srgbClr val="FAAB78"/>
      </a:accent2>
      <a:accent3>
        <a:srgbClr val="EC7171"/>
      </a:accent3>
      <a:accent4>
        <a:srgbClr val="FFCD38"/>
      </a:accent4>
      <a:accent5>
        <a:srgbClr val="4700D8"/>
      </a:accent5>
      <a:accent6>
        <a:srgbClr val="41855B"/>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Xây dựng hệ thống nhận dạng biển số xe bằng Trí tuệ nhân tạo</dc:title>
  <dc:creator>Phạm Công Thành — 25410013 · Nguyễn Minh Hiếu — 25410007; GVHD: ThS. Cáp Phạm Đình Thăng</dc:creator>
  <cp:keywords/>
  <dcterms:created xsi:type="dcterms:W3CDTF">2026-07-28T13:16:36Z</dcterms:created>
  <dcterms:modified xsi:type="dcterms:W3CDTF">2026-07-28T13:16:36Z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Tháng 9 năm 2026</vt:lpwstr>
  </property>
  <property fmtid="{D5CDD505-2E9C-101B-9397-08002B2CF9AE}" pid="3" name="subtitle">
    <vt:lpwstr>Đồ án tốt nghiệp đại học · Trường Đại học Công nghệ Thông tin, ĐHQG-HCM</vt:lpwstr>
  </property>
</Properties>
</file>