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/>
  <p:sldSz cy="6858000" cx="12192000"/>
  <p:notesSz cx="6858000" cy="9144000"/>
  <p:embeddedFontLst>
    <p:embeddedFont>
      <p:font typeface="Roboto"/>
      <p:regular r:id="rId25"/>
      <p:bold r:id="rId26"/>
      <p:italic r:id="rId27"/>
      <p:boldItalic r:id="rId28"/>
    </p:embeddedFont>
    <p:embeddedFont>
      <p:font typeface="Open Sans"/>
      <p:regular r:id="rId29"/>
      <p:bold r:id="rId30"/>
      <p:italic r:id="rId31"/>
      <p:boldItalic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3" roundtripDataSignature="AMtx7mhu5dURU4INwSlvEO7StWDXKr50j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26" Type="http://schemas.openxmlformats.org/officeDocument/2006/relationships/font" Target="fonts/Roboto-bold.fntdata"/><Relationship Id="rId25" Type="http://schemas.openxmlformats.org/officeDocument/2006/relationships/font" Target="fonts/Roboto-regular.fntdata"/><Relationship Id="rId28" Type="http://schemas.openxmlformats.org/officeDocument/2006/relationships/font" Target="fonts/Roboto-boldItalic.fntdata"/><Relationship Id="rId27" Type="http://schemas.openxmlformats.org/officeDocument/2006/relationships/font" Target="fonts/Roboto-italic.fntdata"/><Relationship Id="rId5" Type="http://schemas.openxmlformats.org/officeDocument/2006/relationships/notesMaster" Target="notesMasters/notesMaster1.xml"/><Relationship Id="rId29" Type="http://schemas.openxmlformats.org/officeDocument/2006/relationships/font" Target="fonts/OpenSans-regular.fntdata"/><Relationship Id="rId31" Type="http://schemas.openxmlformats.org/officeDocument/2006/relationships/font" Target="fonts/OpenSans-italic.fntdata"/><Relationship Id="rId30" Type="http://schemas.openxmlformats.org/officeDocument/2006/relationships/font" Target="fonts/OpenSans-bold.fntdata"/><Relationship Id="rId33" Type="http://customschemas.google.com/relationships/presentationmetadata" Target="metadata"/><Relationship Id="rId32" Type="http://schemas.openxmlformats.org/officeDocument/2006/relationships/font" Target="fonts/OpenSans-bold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theme" Target="../theme/theme1.xml"/><Relationship Id="rId1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i="0" sz="4000" u="none" cap="none" strike="noStrik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2023-03-03T01:55:04Z</dcterms:created>
  <dc:creator>Trần Hoàng Lộc</dc:creator>
</cp:coreProperties>
</file>