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/>
  <p:sldSz cy="6858000" cx="12192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u5dURU4INwSlvEO7StWDXKr50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BEF19B-5B1D-4A26-B267-ECC71EF7E2D4}">
  <a:tblStyle styleId="{45BEF19B-5B1D-4A26-B267-ECC71EF7E2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mpd="sng">
              <a:solidFill>
                <a:srgbClr val="7F7F7F"/>
              </a:solidFill>
            </a:ln>
          </a:left>
          <a:right>
            <a:ln w="12700" cmpd="sng">
              <a:solidFill>
                <a:srgbClr val="7F7F7F"/>
              </a:solidFill>
            </a:ln>
          </a:right>
          <a:top>
            <a:ln w="12700" cmpd="sng">
              <a:solidFill>
                <a:srgbClr val="7F7F7F"/>
              </a:solidFill>
            </a:ln>
          </a:top>
          <a:bottom>
            <a:ln w="12700" cmpd="sng">
              <a:solidFill>
                <a:srgbClr val="7F7F7F"/>
              </a:solidFill>
            </a:ln>
          </a:bottom>
          <a:insideH>
            <a:ln w="12700" cmpd="sng">
              <a:solidFill>
                <a:srgbClr val="7F7F7F"/>
              </a:solidFill>
            </a:ln>
          </a:insideH>
          <a:insideV>
            <a:ln w="12700" cmpd="sng">
              <a:solidFill>
                <a:srgbClr val="7F7F7F"/>
              </a:solidFill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E219758-DFE7-4E60-9379-781288D8A98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BEBEB"/>
          </a:solidFill>
        </a:fill>
      </a:tcStyle>
    </a:wholeTbl>
    <a:band1H>
      <a:tcTxStyle/>
      <a:tcStyle>
        <a:fill>
          <a:solidFill>
            <a:srgbClr val="F8D4D4"/>
          </a:solidFill>
        </a:fill>
      </a:tcStyle>
    </a:band1H>
    <a:band2H>
      <a:tcTxStyle/>
    </a:band2H>
    <a:band1V>
      <a:tcTxStyle/>
      <a:tcStyle>
        <a:fill>
          <a:solidFill>
            <a:srgbClr val="F8D4D4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29" Type="http://schemas.openxmlformats.org/officeDocument/2006/relationships/font" Target="fonts/OpenSans-regular.fntdata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33" Type="http://customschemas.google.com/relationships/presentationmetadata" Target="metadata"/><Relationship Id="rId32" Type="http://schemas.openxmlformats.org/officeDocument/2006/relationships/font" Target="fonts/Open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" name="Google Shape;23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" name="Google Shape;28;p21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1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30" name="Google Shape;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21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1"/>
          <p:cNvSpPr txBox="1"/>
          <p:nvPr>
            <p:ph type="ctrTitle"/>
          </p:nvPr>
        </p:nvSpPr>
        <p:spPr>
          <a:xfrm>
            <a:off x="952500" y="13335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4400"/>
              <a:buNone/>
              <a:defRPr b="1" sz="4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type="subTitle" idx="1"/>
          </p:nvPr>
        </p:nvSpPr>
        <p:spPr>
          <a:xfrm>
            <a:off x="952500" y="352425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  <a:defRPr b="1" sz="28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2" name="Google Shape;42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" name="Google Shape;43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" name="Google Shape;44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" name="Google Shape;45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7" name="Google Shape;47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" name="Google Shape;48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" name="Google Shape;49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0" name="Google Shape;50;p21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1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52" name="Google Shape;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Mục lục">
  <p:cSld name="2_Mục lục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2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57" name="Google Shape;57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" name="Google Shape;60;p22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22"/>
          <p:cNvGrpSpPr/>
          <p:nvPr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2" name="Google Shape;62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3" name="Google Shape;63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2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6" name="Google Shape;66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22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8" name="Google Shape;68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22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" name="Google Shape;71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73" name="Google Shape;73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7" name="Google Shape;77;p22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78" name="Google Shape;78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" name="Google Shape;79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2" name="Google Shape;82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83" name="Google Shape;83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22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6" name="Google Shape;86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88" name="Google Shape;88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1" name="Google Shape;91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" name="Google Shape;92;p22"/>
          <p:cNvGrpSpPr/>
          <p:nvPr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93" name="Google Shape;93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94" name="Google Shape;94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2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7" name="Google Shape;97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22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99" name="Google Shape;99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2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2" name="Google Shape;102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" name="Google Shape;103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04" name="Google Shape;104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" name="Google Shape;105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8" name="Google Shape;108;p22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09" name="Google Shape;109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" name="Google Shape;110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3" name="Google Shape;113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14" name="Google Shape;114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22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7" name="Google Shape;117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19" name="Google Shape;119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2" name="Google Shape;122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" name="Google Shape;123;p22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29" name="Google Shape;129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A picture containing clipart, vector graphics&#10;&#10;Description automatically generated" id="132" name="Google Shape;13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" type="obj">
  <p:cSld name="Title and Conten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23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38" name="Google Shape;138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2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"/>
          </p:nvPr>
        </p:nvSpPr>
        <p:spPr>
          <a:xfrm>
            <a:off x="774145" y="1233824"/>
            <a:ext cx="10579654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5" name="Google Shape;145;p23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46" name="Google Shape;146;p23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3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23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3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57" name="Google Shape;157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 2">
  <p:cSld name="Noi dung 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24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64" name="Google Shape;164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" name="Google Shape;165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7" name="Google Shape;167;p2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4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1" name="Google Shape;171;p24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72" name="Google Shape;172;p24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4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24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2" name="Google Shape;182;p24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83" name="Google Shape;183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" name="Google Shape;184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" name="Google Shape;185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6" name="Google Shape;186;p24"/>
          <p:cNvSpPr txBox="1"/>
          <p:nvPr>
            <p:ph idx="2" type="body"/>
          </p:nvPr>
        </p:nvSpPr>
        <p:spPr>
          <a:xfrm>
            <a:off x="5085934" y="202009"/>
            <a:ext cx="6267866" cy="59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ống" type="blank">
  <p:cSld name="Blank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idx="11" type="ftr"/>
          </p:nvPr>
        </p:nvSpPr>
        <p:spPr>
          <a:xfrm>
            <a:off x="3684104" y="6481647"/>
            <a:ext cx="482379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5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25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92" name="Google Shape;192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" name="Google Shape;193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" name="Google Shape;194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5" name="Google Shape;195;p2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25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97" name="Google Shape;197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0" name="Google Shape;200;p25"/>
          <p:cNvSpPr/>
          <p:nvPr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11897699" y="656024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5"/>
          <p:cNvSpPr txBox="1"/>
          <p:nvPr>
            <p:ph idx="10" type="dt"/>
          </p:nvPr>
        </p:nvSpPr>
        <p:spPr>
          <a:xfrm>
            <a:off x="838200" y="6481647"/>
            <a:ext cx="2148299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êu đề chương">
  <p:cSld name="3_Tiêu đề chương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11" name="Google Shape;21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26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15" name="Google Shape;215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8" name="Google Shape;218;p2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26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20" name="Google Shape;220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3" name="Google Shape;223;p26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6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6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26"/>
          <p:cNvSpPr/>
          <p:nvPr>
            <p:ph idx="1" type="body"/>
          </p:nvPr>
        </p:nvSpPr>
        <p:spPr>
          <a:xfrm>
            <a:off x="1704109" y="3019167"/>
            <a:ext cx="4583866" cy="1439258"/>
          </a:xfrm>
          <a:prstGeom prst="roundRect">
            <a:avLst>
              <a:gd fmla="val 2631" name="adj"/>
            </a:avLst>
          </a:prstGeom>
          <a:solidFill>
            <a:srgbClr val="F2F2F2"/>
          </a:solidFill>
          <a:ln cap="rnd" cmpd="sng" w="19050">
            <a:solidFill>
              <a:srgbClr val="00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2FF"/>
              </a:buClr>
              <a:buSzPts val="2000"/>
              <a:buNone/>
              <a:defRPr b="1" i="0" sz="200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29" name="Google Shape;229;p26"/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230" name="Google Shape;230;p26"/>
            <p:cNvCxnSpPr/>
            <p:nvPr/>
          </p:nvCxnSpPr>
          <p:spPr>
            <a:xfrm>
              <a:off x="-349411" y="1986636"/>
              <a:ext cx="6360520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26"/>
            <p:cNvCxnSpPr/>
            <p:nvPr/>
          </p:nvCxnSpPr>
          <p:spPr>
            <a:xfrm flipH="1" rot="10800000">
              <a:off x="6011109" y="1480500"/>
              <a:ext cx="591405" cy="506136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26"/>
            <p:cNvCxnSpPr/>
            <p:nvPr/>
          </p:nvCxnSpPr>
          <p:spPr>
            <a:xfrm>
              <a:off x="6602514" y="1480500"/>
              <a:ext cx="1378423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3" name="Google Shape;233;p26"/>
            <p:cNvSpPr/>
            <p:nvPr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/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0"/>
          </a:gradFill>
          <a:ln cap="flat" cmpd="sng" w="12700">
            <a:solidFill>
              <a:srgbClr val="00C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/>
          <p:nvPr>
            <p:ph idx="2" type="pic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sp>
      <p:sp>
        <p:nvSpPr>
          <p:cNvPr id="236" name="Google Shape;236;p26"/>
          <p:cNvSpPr txBox="1"/>
          <p:nvPr>
            <p:ph idx="3" type="body"/>
          </p:nvPr>
        </p:nvSpPr>
        <p:spPr>
          <a:xfrm>
            <a:off x="2711214" y="2263753"/>
            <a:ext cx="3576761" cy="622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3600"/>
              <a:buNone/>
              <a:defRPr b="1" sz="36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ục lục">
  <p:cSld name="1_Mục lục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27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240" name="Google Shape;240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3" name="Google Shape;243;p27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4" name="Google Shape;244;p27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245" name="Google Shape;245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46" name="Google Shape;246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27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8" name="Google Shape;248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49" name="Google Shape;249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27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51" name="Google Shape;251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27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4" name="Google Shape;254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56" name="Google Shape;256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7" name="Google Shape;257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9" name="Google Shape;259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0" name="Google Shape;260;p27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61" name="Google Shape;261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2" name="Google Shape;262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4" name="Google Shape;264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5" name="Google Shape;265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66" name="Google Shape;266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7" name="Google Shape;267;p27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9" name="Google Shape;269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271" name="Google Shape;271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4" name="Google Shape;274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" name="Google Shape;275;p27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276" name="Google Shape;276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77" name="Google Shape;277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8" name="Google Shape;278;p27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0" name="Google Shape;280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27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82" name="Google Shape;282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3" name="Google Shape;283;p27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4" name="Google Shape;284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5" name="Google Shape;285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6" name="Google Shape;286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87" name="Google Shape;287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88" name="Google Shape;288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9" name="Google Shape;289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91" name="Google Shape;291;p27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92" name="Google Shape;292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3" name="Google Shape;293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4" name="Google Shape;294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" name="Google Shape;295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96" name="Google Shape;296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97" name="Google Shape;297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27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0" name="Google Shape;300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1" name="Google Shape;301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02" name="Google Shape;302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5" name="Google Shape;305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6" name="Google Shape;306;p27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"/>
          <p:cNvSpPr txBox="1"/>
          <p:nvPr>
            <p:ph idx="12" type="sldNum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7"/>
          <p:cNvSpPr txBox="1"/>
          <p:nvPr>
            <p:ph idx="1" type="body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2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" name="Google Shape;311;p27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312" name="Google Shape;312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5" name="Google Shape;315;p27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27"/>
          <p:cNvSpPr txBox="1"/>
          <p:nvPr>
            <p:ph idx="2" type="body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7" name="Google Shape;317;p27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 chương">
  <p:cSld name="Section Head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319" name="Google Shape;31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23" name="Google Shape;32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26" name="Google Shape;326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" name="Google Shape;327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28" name="Google Shape;32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1" name="Google Shape;331;p28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 txBox="1"/>
          <p:nvPr>
            <p:ph type="title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28"/>
          <p:cNvSpPr txBox="1"/>
          <p:nvPr>
            <p:ph type="body" idx="1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3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28"/>
          <p:cNvSpPr txBox="1"/>
          <p:nvPr>
            <p:ph idx="4" type="body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b="1" sz="120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36" name="Google Shape;336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8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8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39" name="Google Shape;339;p28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40" name="Google Shape;340;p28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28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8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ackground pattern&#10;&#10;Description automatically generated" id="348" name="Google Shape;34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" name="Google Shape;357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58" name="Google Shape;35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9" name="Google Shape;35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0" name="Google Shape;36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61" name="Google Shape;361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" name="Google Shape;362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63" name="Google Shape;36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4" name="Google Shape;36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5" name="Google Shape;36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6" name="Google Shape;366;p28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 txBox="1"/>
          <p:nvPr>
            <p:ph idx="5" type="sldNum"/>
          </p:nvPr>
        </p:nvSpPr>
        <p:spPr>
          <a:xfrm>
            <a:off x="1189939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28"/>
          <p:cNvSpPr txBox="1"/>
          <p:nvPr>
            <p:ph idx="6" type="body"/>
          </p:nvPr>
        </p:nvSpPr>
        <p:spPr>
          <a:xfrm>
            <a:off x="1470930" y="2095027"/>
            <a:ext cx="6264164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9" name="Google Shape;369;p28"/>
          <p:cNvSpPr txBox="1"/>
          <p:nvPr>
            <p:ph idx="7" type="body"/>
          </p:nvPr>
        </p:nvSpPr>
        <p:spPr>
          <a:xfrm>
            <a:off x="1470930" y="3169159"/>
            <a:ext cx="8913813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0" name="Google Shape;370;p28"/>
          <p:cNvSpPr txBox="1"/>
          <p:nvPr>
            <p:ph idx="8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71" name="Google Shape;371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1">
  <p:cSld name="Two Conten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" name="Google Shape;375;p29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376" name="Google Shape;376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9" name="Google Shape;379;p29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9"/>
          <p:cNvSpPr txBox="1"/>
          <p:nvPr>
            <p:ph sz="half" idx="1"/>
          </p:nvPr>
        </p:nvSpPr>
        <p:spPr>
          <a:xfrm>
            <a:off x="774144" y="1233825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p29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2" name="Google Shape;382;p29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83" name="Google Shape;383;p29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29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29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9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3" name="Google Shape;393;p29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94" name="Google Shape;394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" name="Google Shape;395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" name="Google Shape;396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7" name="Google Shape;397;p29"/>
          <p:cNvSpPr txBox="1"/>
          <p:nvPr>
            <p:ph sz="half" idx="2"/>
          </p:nvPr>
        </p:nvSpPr>
        <p:spPr>
          <a:xfrm>
            <a:off x="6151800" y="1228490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29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2">
  <p:cSld name="Comparison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0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30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03" name="Google Shape;403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" name="Google Shape;405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6" name="Google Shape;406;p30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0"/>
          <p:cNvSpPr txBox="1"/>
          <p:nvPr>
            <p:ph sz="half" idx="2"/>
          </p:nvPr>
        </p:nvSpPr>
        <p:spPr>
          <a:xfrm>
            <a:off x="774144" y="1962615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8" name="Google Shape;408;p30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09" name="Google Shape;409;p30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10" name="Google Shape;410;p30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30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30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0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0" name="Google Shape;420;p30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21" name="Google Shape;421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" name="Google Shape;422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" name="Google Shape;423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4" name="Google Shape;424;p30"/>
          <p:cNvSpPr txBox="1"/>
          <p:nvPr>
            <p:ph sz="quarter" idx="4"/>
          </p:nvPr>
        </p:nvSpPr>
        <p:spPr>
          <a:xfrm>
            <a:off x="6151800" y="1957280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type="body" idx="1"/>
          </p:nvPr>
        </p:nvSpPr>
        <p:spPr>
          <a:xfrm>
            <a:off x="774144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body" sz="quarter" idx="3"/>
          </p:nvPr>
        </p:nvSpPr>
        <p:spPr>
          <a:xfrm>
            <a:off x="6151006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7" name="Google Shape;427;p30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ình ảnh">
  <p:cSld name="Content with Ca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1" name="Google Shape;431;p31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32" name="Google Shape;432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" name="Google Shape;433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" name="Google Shape;434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35" name="Google Shape;435;p3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31"/>
          <p:cNvSpPr txBox="1"/>
          <p:nvPr>
            <p:ph type="body" sz="half" idx="2"/>
          </p:nvPr>
        </p:nvSpPr>
        <p:spPr>
          <a:xfrm>
            <a:off x="771525" y="1066800"/>
            <a:ext cx="10582275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31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9" name="Google Shape;439;p31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40" name="Google Shape;440;p31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31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31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50" name="Google Shape;450;p31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51" name="Google Shape;451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" name="Google Shape;452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" name="Google Shape;453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4" name="Google Shape;454;p31"/>
          <p:cNvSpPr/>
          <p:nvPr>
            <p:ph idx="1"/>
          </p:nvPr>
        </p:nvSpPr>
        <p:spPr>
          <a:xfrm>
            <a:off x="771525" y="2324100"/>
            <a:ext cx="10582275" cy="3848100"/>
          </a:xfrm>
          <a:prstGeom prst="roundRect">
            <a:avLst>
              <a:gd fmla="val 57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1">
  <p:cSld name="Trang trong 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3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458" name="Google Shape;458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9" name="Google Shape;459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0" name="Google Shape;460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1" name="Google Shape;461;p32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2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3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" name="Google Shape;464;p3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465" name="Google Shape;465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" name="Google Shape;466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" name="Google Shape;467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68" name="Google Shape;468;p32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32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2">
  <p:cSld name="Trang trong 2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3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3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êu đề">
  <p:cSld name="1_Tiêu đề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4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8" name="Google Shape;478;p34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79" name="Google Shape;479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" name="Google Shape;480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" name="Google Shape;481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82" name="Google Shape;482;p3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3" name="Google Shape;483;p34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84" name="Google Shape;484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7" name="Google Shape;487;p34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489" name="Google Shape;4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4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4"/>
          <p:cNvSpPr txBox="1"/>
          <p:nvPr>
            <p:ph idx="12" type="sldNum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" name="Google Shape;493;p34"/>
          <p:cNvSpPr txBox="1"/>
          <p:nvPr>
            <p:ph idx="1" type="body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b="1" sz="4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4" name="Google Shape;494;p34"/>
          <p:cNvSpPr txBox="1"/>
          <p:nvPr>
            <p:ph idx="2" type="body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000"/>
              <a:buNone/>
              <a:defRPr b="1" sz="20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5" name="Google Shape;495;p34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200"/>
              <a:buNone/>
              <a:defRPr sz="12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7" name="Google Shape;497;p34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b="1" i="0" sz="4000" u="none" cap="none" strike="noStrik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2023-03-03T01:55:04Z</dcterms:created>
  <dc:creator>Trần Hoàng Lộc</dc:creator>
</cp:coreProperties>
</file>