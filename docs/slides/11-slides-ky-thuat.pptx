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25,45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1.002/1.002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trong cấu hình đánh giá của đồ án; kết quả khác với khuynh hướng của một số tài liệu công khai</a:t>
            </a:r>
          </a:p>
          <a:p>
            <a:pPr lvl="0"/>
            <a:r>
              <a:rPr/>
              <a:t>Đọc đúng cả chuỗi </a:t>
            </a:r>
            <a:r>
              <a:rPr b="1"/>
              <a:t>0,7512</a:t>
            </a:r>
            <a:r>
              <a:rPr/>
              <a:t>, dưới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2026-08-13T09:11:51Z</dcterms:created>
  <dcterms:modified xsi:type="dcterms:W3CDTF">2026-08-13T09:11:51Z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