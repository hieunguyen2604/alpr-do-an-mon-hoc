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23,07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0,7701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2026-08-14T06:48:20Z</dcterms:created>
  <dcterms:modified xsi:type="dcterms:W3CDTF">2026-08-14T06:48:20Z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