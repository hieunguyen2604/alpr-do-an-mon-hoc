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~12 giờ </a:t>
                      </a:r>
                      <a:r>
                        <a:rPr b="1"/>
                        <a:t>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1.000/1.001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— bác bỏ tài liệu công khai vốn nghiêng về EasyOCR</a:t>
            </a:r>
          </a:p>
          <a:p>
            <a:pPr lvl="0"/>
            <a:r>
              <a:rPr/>
              <a:t>Nói thẳng phần chưa đạt: đọc đúng cả chuỗi </a:t>
            </a:r>
            <a:r>
              <a:rPr b="1"/>
              <a:t>0,7512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2026-08-03T17:09:09Z</dcterms:created>
  <dcterms:modified xsi:type="dcterms:W3CDTF">2026-08-03T17:09:09Z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