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1.001/1.002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— bác bỏ tài liệu công khai vốn nghiêng về EasyOCR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2026-08-10T02:26:24Z</dcterms:created>
  <dcterms:modified xsi:type="dcterms:W3CDTF">2026-08-10T02:26:24Z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