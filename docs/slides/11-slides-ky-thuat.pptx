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23,07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bộ đo riêng của đồ án </a:t>
            </a:r>
            <a:r>
              <a:rPr i="1"/>
              <a:t>(chi tiết: </a:t>
            </a:r>
            <a:r>
              <a:rPr i="1">
                <a:latin typeface="Courier"/>
              </a:rPr>
              <a:t>36-engine-benchmark</a:t>
            </a:r>
            <a:r>
              <a:rPr i="1"/>
              <a:t>)</a:t>
            </a:r>
            <a:r>
              <a:rPr/>
              <a:t>: PaddleOCR </a:t>
            </a:r>
            <a:r>
              <a:rPr b="1"/>
              <a:t>68,87%</a:t>
            </a:r>
            <a:r>
              <a:rPr/>
              <a:t>, hơn EasyOCR 54,59 điểm;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0,7701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2026-08-22T14:34:50Z</dcterms:created>
  <dcterms:modified xsi:type="dcterms:W3CDTF">2026-08-22T14:34:50Z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