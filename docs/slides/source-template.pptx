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Roboto"/>
      <p:regular r:id="rId25"/>
      <p:bold r:id="rId26"/>
      <p:italic r:id="rId27"/>
      <p:boldItalic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u5dURU4INwSlvEO7StWDXKr50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BEF19B-5B1D-4A26-B267-ECC71EF7E2D4}">
  <a:tblStyle styleId="{45BEF19B-5B1D-4A26-B267-ECC71EF7E2D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E219758-DFE7-4E60-9379-781288D8A987}"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BEB"/>
          </a:solidFill>
        </a:fill>
      </a:tcStyle>
    </a:wholeTbl>
    <a:band1H>
      <a:tcTxStyle/>
      <a:tcStyle>
        <a:fill>
          <a:solidFill>
            <a:srgbClr val="F8D4D4"/>
          </a:solidFill>
        </a:fill>
      </a:tcStyle>
    </a:band1H>
    <a:band2H>
      <a:tcTxStyle/>
    </a:band2H>
    <a:band1V>
      <a:tcTxStyle/>
      <a:tcStyle>
        <a:fill>
          <a:solidFill>
            <a:srgbClr val="F8D4D4"/>
          </a:solidFill>
        </a:fill>
      </a:tcStyle>
    </a:band1V>
    <a:band2V>
      <a:tcTxStyle/>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p:cSld name="Tiêu đề">
    <p:spTree>
      <p:nvGrpSpPr>
        <p:cNvPr id="15" name="Shape 15"/>
        <p:cNvGrpSpPr/>
        <p:nvPr/>
      </p:nvGrpSpPr>
      <p:grpSpPr>
        <a:xfrm>
          <a:off x="0" y="0"/>
          <a:ext cx="0" cy="0"/>
          <a:chOff x="0" y="0"/>
          <a:chExt cx="0" cy="0"/>
        </a:xfrm>
      </p:grpSpPr>
      <p:sp>
        <p:nvSpPr>
          <p:cNvPr id="16" name="Google Shape;16;p21"/>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1"/>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21"/>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9" name="Google Shape;19;p21"/>
          <p:cNvGrpSpPr/>
          <p:nvPr/>
        </p:nvGrpSpPr>
        <p:grpSpPr>
          <a:xfrm>
            <a:off x="58527" y="40944"/>
            <a:ext cx="2869771" cy="1563379"/>
            <a:chOff x="44879" y="27296"/>
            <a:chExt cx="2869771" cy="1563379"/>
          </a:xfrm>
        </p:grpSpPr>
        <p:cxnSp>
          <p:nvCxnSpPr>
            <p:cNvPr id="20" name="Google Shape;20;p21"/>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21" name="Google Shape;21;p21"/>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22" name="Google Shape;22;p21"/>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23" name="Google Shape;23;p21"/>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4" name="Google Shape;24;p21"/>
          <p:cNvGrpSpPr/>
          <p:nvPr/>
        </p:nvGrpSpPr>
        <p:grpSpPr>
          <a:xfrm rot="10800000">
            <a:off x="9263702" y="5253677"/>
            <a:ext cx="2869771" cy="1563379"/>
            <a:chOff x="44879" y="27296"/>
            <a:chExt cx="2869771" cy="1563379"/>
          </a:xfrm>
        </p:grpSpPr>
        <p:cxnSp>
          <p:nvCxnSpPr>
            <p:cNvPr id="25" name="Google Shape;25;p21"/>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6" name="Google Shape;26;p21"/>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7" name="Google Shape;27;p21"/>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28" name="Google Shape;28;p21"/>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21"/>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clipart, vector graphics&#10;&#10;Description automatically generated" id="30" name="Google Shape;30;p21"/>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31" name="Google Shape;31;p21"/>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en-US" sz="1400">
                <a:solidFill>
                  <a:srgbClr val="000046"/>
                </a:solidFill>
                <a:latin typeface="Arial"/>
                <a:ea typeface="Arial"/>
                <a:cs typeface="Arial"/>
                <a:sym typeface="Arial"/>
              </a:rPr>
              <a:t>TRƯỜNG ĐẠI HỌC CÔNG NGHỆ THÔNG TIN</a:t>
            </a:r>
            <a:endParaRPr/>
          </a:p>
        </p:txBody>
      </p:sp>
      <p:sp>
        <p:nvSpPr>
          <p:cNvPr id="32" name="Google Shape;32;p21"/>
          <p:cNvSpPr/>
          <p:nvPr/>
        </p:nvSpPr>
        <p:spPr>
          <a:xfrm>
            <a:off x="105836" y="6604291"/>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3" name="Google Shape;33;p21"/>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b="0" i="0" sz="700" u="none" cap="none" strike="noStrike">
                <a:solidFill>
                  <a:schemeClr val="dk1"/>
                </a:solidFill>
                <a:latin typeface="Arial"/>
                <a:ea typeface="Arial"/>
                <a:cs typeface="Arial"/>
                <a:sym typeface="Arial"/>
              </a:defRPr>
            </a:lvl1pPr>
            <a:lvl2pPr indent="0" lvl="1" marL="0" marR="0" algn="ctr">
              <a:spcBef>
                <a:spcPts val="0"/>
              </a:spcBef>
              <a:buNone/>
              <a:defRPr b="0" i="0" sz="700" u="none" cap="none" strike="noStrike">
                <a:solidFill>
                  <a:schemeClr val="dk1"/>
                </a:solidFill>
                <a:latin typeface="Arial"/>
                <a:ea typeface="Arial"/>
                <a:cs typeface="Arial"/>
                <a:sym typeface="Arial"/>
              </a:defRPr>
            </a:lvl2pPr>
            <a:lvl3pPr indent="0" lvl="2" marL="0" marR="0" algn="ctr">
              <a:spcBef>
                <a:spcPts val="0"/>
              </a:spcBef>
              <a:buNone/>
              <a:defRPr b="0" i="0" sz="700" u="none" cap="none" strike="noStrike">
                <a:solidFill>
                  <a:schemeClr val="dk1"/>
                </a:solidFill>
                <a:latin typeface="Arial"/>
                <a:ea typeface="Arial"/>
                <a:cs typeface="Arial"/>
                <a:sym typeface="Arial"/>
              </a:defRPr>
            </a:lvl3pPr>
            <a:lvl4pPr indent="0" lvl="3" marL="0" marR="0" algn="ctr">
              <a:spcBef>
                <a:spcPts val="0"/>
              </a:spcBef>
              <a:buNone/>
              <a:defRPr b="0" i="0" sz="700" u="none" cap="none" strike="noStrike">
                <a:solidFill>
                  <a:schemeClr val="dk1"/>
                </a:solidFill>
                <a:latin typeface="Arial"/>
                <a:ea typeface="Arial"/>
                <a:cs typeface="Arial"/>
                <a:sym typeface="Arial"/>
              </a:defRPr>
            </a:lvl4pPr>
            <a:lvl5pPr indent="0" lvl="4" marL="0" marR="0" algn="ctr">
              <a:spcBef>
                <a:spcPts val="0"/>
              </a:spcBef>
              <a:buNone/>
              <a:defRPr b="0" i="0" sz="700" u="none" cap="none" strike="noStrike">
                <a:solidFill>
                  <a:schemeClr val="dk1"/>
                </a:solidFill>
                <a:latin typeface="Arial"/>
                <a:ea typeface="Arial"/>
                <a:cs typeface="Arial"/>
                <a:sym typeface="Arial"/>
              </a:defRPr>
            </a:lvl5pPr>
            <a:lvl6pPr indent="0" lvl="5" marL="0" marR="0" algn="ctr">
              <a:spcBef>
                <a:spcPts val="0"/>
              </a:spcBef>
              <a:buNone/>
              <a:defRPr b="0" i="0" sz="700" u="none" cap="none" strike="noStrike">
                <a:solidFill>
                  <a:schemeClr val="dk1"/>
                </a:solidFill>
                <a:latin typeface="Arial"/>
                <a:ea typeface="Arial"/>
                <a:cs typeface="Arial"/>
                <a:sym typeface="Arial"/>
              </a:defRPr>
            </a:lvl6pPr>
            <a:lvl7pPr indent="0" lvl="6" marL="0" marR="0" algn="ctr">
              <a:spcBef>
                <a:spcPts val="0"/>
              </a:spcBef>
              <a:buNone/>
              <a:defRPr b="0" i="0" sz="700" u="none" cap="none" strike="noStrike">
                <a:solidFill>
                  <a:schemeClr val="dk1"/>
                </a:solidFill>
                <a:latin typeface="Arial"/>
                <a:ea typeface="Arial"/>
                <a:cs typeface="Arial"/>
                <a:sym typeface="Arial"/>
              </a:defRPr>
            </a:lvl7pPr>
            <a:lvl8pPr indent="0" lvl="7" marL="0" marR="0" algn="ctr">
              <a:spcBef>
                <a:spcPts val="0"/>
              </a:spcBef>
              <a:buNone/>
              <a:defRPr b="0" i="0" sz="700" u="none" cap="none" strike="noStrike">
                <a:solidFill>
                  <a:schemeClr val="dk1"/>
                </a:solidFill>
                <a:latin typeface="Arial"/>
                <a:ea typeface="Arial"/>
                <a:cs typeface="Arial"/>
                <a:sym typeface="Arial"/>
              </a:defRPr>
            </a:lvl8pPr>
            <a:lvl9pPr indent="0" lvl="8" marL="0" marR="0" algn="ctr">
              <a:spcBef>
                <a:spcPts val="0"/>
              </a:spcBef>
              <a:buNone/>
              <a:defRPr b="0" i="0" sz="7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21"/>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4400"/>
              <a:buNone/>
              <a:defRPr b="1" sz="4400">
                <a:solidFill>
                  <a:srgbClr val="000046"/>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1"/>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0046"/>
              </a:buClr>
              <a:buSzPts val="2800"/>
              <a:buNone/>
              <a:defRPr b="1" sz="28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21"/>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1" name="Google Shape;41;p21"/>
          <p:cNvGrpSpPr/>
          <p:nvPr/>
        </p:nvGrpSpPr>
        <p:grpSpPr>
          <a:xfrm>
            <a:off x="58527" y="40944"/>
            <a:ext cx="2869771" cy="1563379"/>
            <a:chOff x="44879" y="27296"/>
            <a:chExt cx="2869771" cy="1563379"/>
          </a:xfrm>
        </p:grpSpPr>
        <p:cxnSp>
          <p:nvCxnSpPr>
            <p:cNvPr id="42" name="Google Shape;42;p21"/>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 name="Google Shape;43;p21"/>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4" name="Google Shape;44;p21"/>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 name="Google Shape;45;p21"/>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 name="Google Shape;46;p21"/>
          <p:cNvGrpSpPr/>
          <p:nvPr/>
        </p:nvGrpSpPr>
        <p:grpSpPr>
          <a:xfrm rot="10800000">
            <a:off x="9263702" y="5253677"/>
            <a:ext cx="2869771" cy="1563379"/>
            <a:chOff x="44879" y="27296"/>
            <a:chExt cx="2869771" cy="1563379"/>
          </a:xfrm>
        </p:grpSpPr>
        <p:cxnSp>
          <p:nvCxnSpPr>
            <p:cNvPr id="47" name="Google Shape;47;p21"/>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 name="Google Shape;48;p21"/>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9" name="Google Shape;49;p21"/>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50" name="Google Shape;50;p21"/>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 name="Google Shape;51;p21"/>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52" name="Google Shape;52;p21"/>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53" name="Google Shape;53;p21"/>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en-US" sz="1400">
                <a:solidFill>
                  <a:srgbClr val="000046"/>
                </a:solidFill>
                <a:latin typeface="Arial"/>
                <a:ea typeface="Arial"/>
                <a:cs typeface="Arial"/>
                <a:sym typeface="Arial"/>
              </a:rPr>
              <a:t>TRƯỜNG ĐẠI HỌC CÔNG NGHỆ THÔNG TIN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ục lục">
  <p:cSld name="2_Mục lục">
    <p:spTree>
      <p:nvGrpSpPr>
        <p:cNvPr id="54" name="Shape 54"/>
        <p:cNvGrpSpPr/>
        <p:nvPr/>
      </p:nvGrpSpPr>
      <p:grpSpPr>
        <a:xfrm>
          <a:off x="0" y="0"/>
          <a:ext cx="0" cy="0"/>
          <a:chOff x="0" y="0"/>
          <a:chExt cx="0" cy="0"/>
        </a:xfrm>
      </p:grpSpPr>
      <p:sp>
        <p:nvSpPr>
          <p:cNvPr id="55" name="Google Shape;55;p22"/>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6" name="Google Shape;56;p22"/>
          <p:cNvGrpSpPr/>
          <p:nvPr/>
        </p:nvGrpSpPr>
        <p:grpSpPr>
          <a:xfrm rot="10800000">
            <a:off x="9263702" y="5930537"/>
            <a:ext cx="2869771" cy="886519"/>
            <a:chOff x="44879" y="27296"/>
            <a:chExt cx="2869771" cy="886519"/>
          </a:xfrm>
        </p:grpSpPr>
        <p:cxnSp>
          <p:nvCxnSpPr>
            <p:cNvPr id="57" name="Google Shape;57;p22"/>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58" name="Google Shape;58;p22"/>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59" name="Google Shape;59;p22"/>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60" name="Google Shape;60;p22"/>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22"/>
          <p:cNvGrpSpPr/>
          <p:nvPr/>
        </p:nvGrpSpPr>
        <p:grpSpPr>
          <a:xfrm>
            <a:off x="-1259888" y="1121391"/>
            <a:ext cx="4841288" cy="5054000"/>
            <a:chOff x="-1259888" y="901609"/>
            <a:chExt cx="4841288" cy="5054000"/>
          </a:xfrm>
        </p:grpSpPr>
        <p:grpSp>
          <p:nvGrpSpPr>
            <p:cNvPr id="62" name="Google Shape;62;p22"/>
            <p:cNvGrpSpPr/>
            <p:nvPr/>
          </p:nvGrpSpPr>
          <p:grpSpPr>
            <a:xfrm>
              <a:off x="-1225468" y="901609"/>
              <a:ext cx="4806868" cy="664514"/>
              <a:chOff x="0" y="901609"/>
              <a:chExt cx="4806868" cy="664514"/>
            </a:xfrm>
          </p:grpSpPr>
          <p:cxnSp>
            <p:nvCxnSpPr>
              <p:cNvPr id="63" name="Google Shape;63;p22"/>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64" name="Google Shape;64;p22"/>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65" name="Google Shape;65;p22"/>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66" name="Google Shape;66;p22"/>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67" name="Google Shape;67;p22"/>
            <p:cNvGrpSpPr/>
            <p:nvPr/>
          </p:nvGrpSpPr>
          <p:grpSpPr>
            <a:xfrm flipH="1" rot="10800000">
              <a:off x="-1225468" y="5291095"/>
              <a:ext cx="4806868" cy="664514"/>
              <a:chOff x="0" y="1232525"/>
              <a:chExt cx="4806868" cy="664514"/>
            </a:xfrm>
          </p:grpSpPr>
          <p:cxnSp>
            <p:nvCxnSpPr>
              <p:cNvPr id="68" name="Google Shape;68;p22"/>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69" name="Google Shape;69;p22"/>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70" name="Google Shape;70;p22"/>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71" name="Google Shape;71;p22"/>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72" name="Google Shape;72;p22"/>
            <p:cNvGrpSpPr/>
            <p:nvPr/>
          </p:nvGrpSpPr>
          <p:grpSpPr>
            <a:xfrm>
              <a:off x="-1225469" y="1860637"/>
              <a:ext cx="3835321" cy="547270"/>
              <a:chOff x="-1" y="1860637"/>
              <a:chExt cx="3835321" cy="547270"/>
            </a:xfrm>
          </p:grpSpPr>
          <p:sp>
            <p:nvSpPr>
              <p:cNvPr id="73" name="Google Shape;73;p22"/>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4" name="Google Shape;74;p22"/>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75" name="Google Shape;75;p22"/>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76" name="Google Shape;76;p22"/>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77" name="Google Shape;77;p22"/>
            <p:cNvGrpSpPr/>
            <p:nvPr/>
          </p:nvGrpSpPr>
          <p:grpSpPr>
            <a:xfrm flipH="1" rot="10800000">
              <a:off x="-1259888" y="4408929"/>
              <a:ext cx="3835321" cy="547270"/>
              <a:chOff x="-1" y="1860637"/>
              <a:chExt cx="3835321" cy="547270"/>
            </a:xfrm>
          </p:grpSpPr>
          <p:sp>
            <p:nvSpPr>
              <p:cNvPr id="78" name="Google Shape;78;p22"/>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 name="Google Shape;79;p22"/>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80" name="Google Shape;80;p22"/>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81" name="Google Shape;81;p22"/>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82" name="Google Shape;82;p22"/>
            <p:cNvGrpSpPr/>
            <p:nvPr/>
          </p:nvGrpSpPr>
          <p:grpSpPr>
            <a:xfrm>
              <a:off x="-1252333" y="2715185"/>
              <a:ext cx="2776521" cy="436736"/>
              <a:chOff x="-26865" y="2715185"/>
              <a:chExt cx="2776521" cy="436736"/>
            </a:xfrm>
          </p:grpSpPr>
          <p:cxnSp>
            <p:nvCxnSpPr>
              <p:cNvPr id="83" name="Google Shape;83;p22"/>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84" name="Google Shape;84;p22"/>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85" name="Google Shape;85;p22"/>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86" name="Google Shape;86;p22"/>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87" name="Google Shape;87;p22"/>
            <p:cNvGrpSpPr/>
            <p:nvPr/>
          </p:nvGrpSpPr>
          <p:grpSpPr>
            <a:xfrm>
              <a:off x="-1225468" y="3843225"/>
              <a:ext cx="2802371" cy="433101"/>
              <a:chOff x="-34420" y="3843718"/>
              <a:chExt cx="2802371" cy="433101"/>
            </a:xfrm>
          </p:grpSpPr>
          <p:cxnSp>
            <p:nvCxnSpPr>
              <p:cNvPr id="88" name="Google Shape;88;p22"/>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89" name="Google Shape;89;p22"/>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90" name="Google Shape;90;p22"/>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91" name="Google Shape;91;p22"/>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2" name="Google Shape;92;p22"/>
          <p:cNvGrpSpPr/>
          <p:nvPr/>
        </p:nvGrpSpPr>
        <p:grpSpPr>
          <a:xfrm flipH="1">
            <a:off x="8607643" y="1121391"/>
            <a:ext cx="4841288" cy="5054000"/>
            <a:chOff x="-1259888" y="901609"/>
            <a:chExt cx="4841288" cy="5054000"/>
          </a:xfrm>
        </p:grpSpPr>
        <p:grpSp>
          <p:nvGrpSpPr>
            <p:cNvPr id="93" name="Google Shape;93;p22"/>
            <p:cNvGrpSpPr/>
            <p:nvPr/>
          </p:nvGrpSpPr>
          <p:grpSpPr>
            <a:xfrm>
              <a:off x="-1225468" y="901609"/>
              <a:ext cx="4806868" cy="664514"/>
              <a:chOff x="0" y="901609"/>
              <a:chExt cx="4806868" cy="664514"/>
            </a:xfrm>
          </p:grpSpPr>
          <p:cxnSp>
            <p:nvCxnSpPr>
              <p:cNvPr id="94" name="Google Shape;94;p22"/>
              <p:cNvCxnSpPr/>
              <p:nvPr/>
            </p:nvCxnSpPr>
            <p:spPr>
              <a:xfrm>
                <a:off x="0" y="1566123"/>
                <a:ext cx="2533933" cy="0"/>
              </a:xfrm>
              <a:prstGeom prst="straightConnector1">
                <a:avLst/>
              </a:prstGeom>
              <a:noFill/>
              <a:ln cap="rnd" cmpd="sng" w="38100">
                <a:solidFill>
                  <a:srgbClr val="0072FF"/>
                </a:solidFill>
                <a:prstDash val="solid"/>
                <a:round/>
                <a:headEnd len="sm" w="sm" type="none"/>
                <a:tailEnd len="sm" w="sm" type="none"/>
              </a:ln>
            </p:spPr>
          </p:cxnSp>
          <p:cxnSp>
            <p:nvCxnSpPr>
              <p:cNvPr id="95" name="Google Shape;95;p22"/>
              <p:cNvCxnSpPr/>
              <p:nvPr/>
            </p:nvCxnSpPr>
            <p:spPr>
              <a:xfrm flipH="1" rot="10800000">
                <a:off x="2520285" y="1059987"/>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96" name="Google Shape;96;p22"/>
              <p:cNvCxnSpPr/>
              <p:nvPr/>
            </p:nvCxnSpPr>
            <p:spPr>
              <a:xfrm>
                <a:off x="3111690" y="1059987"/>
                <a:ext cx="1378423" cy="0"/>
              </a:xfrm>
              <a:prstGeom prst="straightConnector1">
                <a:avLst/>
              </a:prstGeom>
              <a:noFill/>
              <a:ln cap="rnd" cmpd="sng" w="38100">
                <a:solidFill>
                  <a:srgbClr val="0072FF"/>
                </a:solidFill>
                <a:prstDash val="solid"/>
                <a:round/>
                <a:headEnd len="sm" w="sm" type="none"/>
                <a:tailEnd len="sm" w="sm" type="none"/>
              </a:ln>
            </p:spPr>
          </p:cxnSp>
          <p:sp>
            <p:nvSpPr>
              <p:cNvPr id="97" name="Google Shape;97;p22"/>
              <p:cNvSpPr/>
              <p:nvPr/>
            </p:nvSpPr>
            <p:spPr>
              <a:xfrm>
                <a:off x="4490113" y="901609"/>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8" name="Google Shape;98;p22"/>
            <p:cNvGrpSpPr/>
            <p:nvPr/>
          </p:nvGrpSpPr>
          <p:grpSpPr>
            <a:xfrm flipH="1" rot="10800000">
              <a:off x="-1225468" y="5291095"/>
              <a:ext cx="4806868" cy="664514"/>
              <a:chOff x="0" y="1232525"/>
              <a:chExt cx="4806868" cy="664514"/>
            </a:xfrm>
          </p:grpSpPr>
          <p:cxnSp>
            <p:nvCxnSpPr>
              <p:cNvPr id="99" name="Google Shape;99;p22"/>
              <p:cNvCxnSpPr/>
              <p:nvPr/>
            </p:nvCxnSpPr>
            <p:spPr>
              <a:xfrm>
                <a:off x="0" y="1897039"/>
                <a:ext cx="2533933" cy="0"/>
              </a:xfrm>
              <a:prstGeom prst="straightConnector1">
                <a:avLst/>
              </a:prstGeom>
              <a:noFill/>
              <a:ln cap="rnd" cmpd="sng" w="38100">
                <a:solidFill>
                  <a:srgbClr val="0072FF"/>
                </a:solidFill>
                <a:prstDash val="solid"/>
                <a:round/>
                <a:headEnd len="sm" w="sm" type="none"/>
                <a:tailEnd len="sm" w="sm" type="none"/>
              </a:ln>
            </p:spPr>
          </p:cxnSp>
          <p:cxnSp>
            <p:nvCxnSpPr>
              <p:cNvPr id="100" name="Google Shape;100;p22"/>
              <p:cNvCxnSpPr/>
              <p:nvPr/>
            </p:nvCxnSpPr>
            <p:spPr>
              <a:xfrm flipH="1" rot="10800000">
                <a:off x="2520285" y="1390903"/>
                <a:ext cx="591405" cy="506136"/>
              </a:xfrm>
              <a:prstGeom prst="straightConnector1">
                <a:avLst/>
              </a:prstGeom>
              <a:noFill/>
              <a:ln cap="rnd" cmpd="sng" w="38100">
                <a:solidFill>
                  <a:srgbClr val="0072FF"/>
                </a:solidFill>
                <a:prstDash val="solid"/>
                <a:round/>
                <a:headEnd len="sm" w="sm" type="none"/>
                <a:tailEnd len="sm" w="sm" type="none"/>
              </a:ln>
            </p:spPr>
          </p:cxnSp>
          <p:cxnSp>
            <p:nvCxnSpPr>
              <p:cNvPr id="101" name="Google Shape;101;p22"/>
              <p:cNvCxnSpPr/>
              <p:nvPr/>
            </p:nvCxnSpPr>
            <p:spPr>
              <a:xfrm>
                <a:off x="3111690" y="1390903"/>
                <a:ext cx="1378423" cy="0"/>
              </a:xfrm>
              <a:prstGeom prst="straightConnector1">
                <a:avLst/>
              </a:prstGeom>
              <a:noFill/>
              <a:ln cap="rnd" cmpd="sng" w="38100">
                <a:solidFill>
                  <a:srgbClr val="0072FF"/>
                </a:solidFill>
                <a:prstDash val="solid"/>
                <a:round/>
                <a:headEnd len="sm" w="sm" type="none"/>
                <a:tailEnd len="sm" w="sm" type="none"/>
              </a:ln>
            </p:spPr>
          </p:cxnSp>
          <p:sp>
            <p:nvSpPr>
              <p:cNvPr id="102" name="Google Shape;102;p22"/>
              <p:cNvSpPr/>
              <p:nvPr/>
            </p:nvSpPr>
            <p:spPr>
              <a:xfrm>
                <a:off x="4490113" y="123252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3" name="Google Shape;103;p22"/>
            <p:cNvGrpSpPr/>
            <p:nvPr/>
          </p:nvGrpSpPr>
          <p:grpSpPr>
            <a:xfrm>
              <a:off x="-1225469" y="1860637"/>
              <a:ext cx="3835321" cy="547270"/>
              <a:chOff x="-1" y="1860637"/>
              <a:chExt cx="3835321" cy="547270"/>
            </a:xfrm>
          </p:grpSpPr>
          <p:sp>
            <p:nvSpPr>
              <p:cNvPr id="104" name="Google Shape;104;p22"/>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5" name="Google Shape;105;p22"/>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06" name="Google Shape;106;p22"/>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07" name="Google Shape;107;p22"/>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08" name="Google Shape;108;p22"/>
            <p:cNvGrpSpPr/>
            <p:nvPr/>
          </p:nvGrpSpPr>
          <p:grpSpPr>
            <a:xfrm flipH="1" rot="10800000">
              <a:off x="-1259888" y="4408929"/>
              <a:ext cx="3835321" cy="547270"/>
              <a:chOff x="-1" y="1860637"/>
              <a:chExt cx="3835321" cy="547270"/>
            </a:xfrm>
          </p:grpSpPr>
          <p:sp>
            <p:nvSpPr>
              <p:cNvPr id="109" name="Google Shape;109;p22"/>
              <p:cNvSpPr/>
              <p:nvPr/>
            </p:nvSpPr>
            <p:spPr>
              <a:xfrm>
                <a:off x="3518565" y="1860637"/>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0" name="Google Shape;110;p22"/>
              <p:cNvCxnSpPr/>
              <p:nvPr/>
            </p:nvCxnSpPr>
            <p:spPr>
              <a:xfrm>
                <a:off x="-1" y="2407907"/>
                <a:ext cx="1985654" cy="0"/>
              </a:xfrm>
              <a:prstGeom prst="straightConnector1">
                <a:avLst/>
              </a:prstGeom>
              <a:noFill/>
              <a:ln cap="rnd" cmpd="sng" w="38100">
                <a:solidFill>
                  <a:srgbClr val="0072FF"/>
                </a:solidFill>
                <a:prstDash val="solid"/>
                <a:round/>
                <a:headEnd len="sm" w="sm" type="none"/>
                <a:tailEnd len="sm" w="sm" type="none"/>
              </a:ln>
            </p:spPr>
          </p:cxnSp>
          <p:cxnSp>
            <p:nvCxnSpPr>
              <p:cNvPr id="111" name="Google Shape;111;p22"/>
              <p:cNvCxnSpPr/>
              <p:nvPr/>
            </p:nvCxnSpPr>
            <p:spPr>
              <a:xfrm flipH="1" rot="10800000">
                <a:off x="1974958" y="2019015"/>
                <a:ext cx="463440" cy="388892"/>
              </a:xfrm>
              <a:prstGeom prst="straightConnector1">
                <a:avLst/>
              </a:prstGeom>
              <a:noFill/>
              <a:ln cap="rnd" cmpd="sng" w="38100">
                <a:solidFill>
                  <a:srgbClr val="0072FF"/>
                </a:solidFill>
                <a:prstDash val="solid"/>
                <a:round/>
                <a:headEnd len="sm" w="sm" type="none"/>
                <a:tailEnd len="sm" w="sm" type="none"/>
              </a:ln>
            </p:spPr>
          </p:cxnSp>
          <p:cxnSp>
            <p:nvCxnSpPr>
              <p:cNvPr id="112" name="Google Shape;112;p22"/>
              <p:cNvCxnSpPr/>
              <p:nvPr/>
            </p:nvCxnSpPr>
            <p:spPr>
              <a:xfrm>
                <a:off x="2438398" y="2019015"/>
                <a:ext cx="1080167" cy="0"/>
              </a:xfrm>
              <a:prstGeom prst="straightConnector1">
                <a:avLst/>
              </a:prstGeom>
              <a:noFill/>
              <a:ln cap="rnd" cmpd="sng" w="38100">
                <a:solidFill>
                  <a:srgbClr val="0072FF"/>
                </a:solidFill>
                <a:prstDash val="solid"/>
                <a:round/>
                <a:headEnd len="sm" w="sm" type="none"/>
                <a:tailEnd len="sm" w="sm" type="none"/>
              </a:ln>
            </p:spPr>
          </p:cxnSp>
        </p:grpSp>
        <p:grpSp>
          <p:nvGrpSpPr>
            <p:cNvPr id="113" name="Google Shape;113;p22"/>
            <p:cNvGrpSpPr/>
            <p:nvPr/>
          </p:nvGrpSpPr>
          <p:grpSpPr>
            <a:xfrm>
              <a:off x="-1252333" y="2715185"/>
              <a:ext cx="2776521" cy="436736"/>
              <a:chOff x="-26865" y="2715185"/>
              <a:chExt cx="2776521" cy="436736"/>
            </a:xfrm>
          </p:grpSpPr>
          <p:cxnSp>
            <p:nvCxnSpPr>
              <p:cNvPr id="114" name="Google Shape;114;p22"/>
              <p:cNvCxnSpPr/>
              <p:nvPr/>
            </p:nvCxnSpPr>
            <p:spPr>
              <a:xfrm>
                <a:off x="-26865" y="3151921"/>
                <a:ext cx="1402723" cy="0"/>
              </a:xfrm>
              <a:prstGeom prst="straightConnector1">
                <a:avLst/>
              </a:prstGeom>
              <a:noFill/>
              <a:ln cap="rnd" cmpd="sng" w="38100">
                <a:solidFill>
                  <a:srgbClr val="0072FF"/>
                </a:solidFill>
                <a:prstDash val="solid"/>
                <a:round/>
                <a:headEnd len="sm" w="sm" type="none"/>
                <a:tailEnd len="sm" w="sm" type="none"/>
              </a:ln>
            </p:spPr>
          </p:cxnSp>
          <p:cxnSp>
            <p:nvCxnSpPr>
              <p:cNvPr id="115" name="Google Shape;115;p22"/>
              <p:cNvCxnSpPr/>
              <p:nvPr/>
            </p:nvCxnSpPr>
            <p:spPr>
              <a:xfrm flipH="1" rot="10800000">
                <a:off x="1368303" y="2877197"/>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16" name="Google Shape;116;p22"/>
              <p:cNvCxnSpPr/>
              <p:nvPr/>
            </p:nvCxnSpPr>
            <p:spPr>
              <a:xfrm>
                <a:off x="1695690" y="2877197"/>
                <a:ext cx="763061" cy="0"/>
              </a:xfrm>
              <a:prstGeom prst="straightConnector1">
                <a:avLst/>
              </a:prstGeom>
              <a:noFill/>
              <a:ln cap="rnd" cmpd="sng" w="38100">
                <a:solidFill>
                  <a:srgbClr val="0072FF"/>
                </a:solidFill>
                <a:prstDash val="solid"/>
                <a:round/>
                <a:headEnd len="sm" w="sm" type="none"/>
                <a:tailEnd len="sm" w="sm" type="none"/>
              </a:ln>
            </p:spPr>
          </p:cxnSp>
          <p:sp>
            <p:nvSpPr>
              <p:cNvPr id="117" name="Google Shape;117;p22"/>
              <p:cNvSpPr/>
              <p:nvPr/>
            </p:nvSpPr>
            <p:spPr>
              <a:xfrm>
                <a:off x="2432901" y="2715185"/>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18" name="Google Shape;118;p22"/>
            <p:cNvGrpSpPr/>
            <p:nvPr/>
          </p:nvGrpSpPr>
          <p:grpSpPr>
            <a:xfrm>
              <a:off x="-1225468" y="3843225"/>
              <a:ext cx="2802371" cy="433101"/>
              <a:chOff x="-34420" y="3843718"/>
              <a:chExt cx="2802371" cy="433101"/>
            </a:xfrm>
          </p:grpSpPr>
          <p:cxnSp>
            <p:nvCxnSpPr>
              <p:cNvPr id="119" name="Google Shape;119;p22"/>
              <p:cNvCxnSpPr/>
              <p:nvPr/>
            </p:nvCxnSpPr>
            <p:spPr>
              <a:xfrm>
                <a:off x="-34420" y="3843718"/>
                <a:ext cx="1402723" cy="0"/>
              </a:xfrm>
              <a:prstGeom prst="straightConnector1">
                <a:avLst/>
              </a:prstGeom>
              <a:noFill/>
              <a:ln cap="rnd" cmpd="sng" w="38100">
                <a:solidFill>
                  <a:srgbClr val="0072FF"/>
                </a:solidFill>
                <a:prstDash val="solid"/>
                <a:round/>
                <a:headEnd len="sm" w="sm" type="none"/>
                <a:tailEnd len="sm" w="sm" type="none"/>
              </a:ln>
            </p:spPr>
          </p:cxnSp>
          <p:cxnSp>
            <p:nvCxnSpPr>
              <p:cNvPr id="120" name="Google Shape;120;p22"/>
              <p:cNvCxnSpPr/>
              <p:nvPr/>
            </p:nvCxnSpPr>
            <p:spPr>
              <a:xfrm>
                <a:off x="1360748" y="3843718"/>
                <a:ext cx="327387" cy="274724"/>
              </a:xfrm>
              <a:prstGeom prst="straightConnector1">
                <a:avLst/>
              </a:prstGeom>
              <a:noFill/>
              <a:ln cap="rnd" cmpd="sng" w="38100">
                <a:solidFill>
                  <a:srgbClr val="0072FF"/>
                </a:solidFill>
                <a:prstDash val="solid"/>
                <a:round/>
                <a:headEnd len="sm" w="sm" type="none"/>
                <a:tailEnd len="sm" w="sm" type="none"/>
              </a:ln>
            </p:spPr>
          </p:cxnSp>
          <p:cxnSp>
            <p:nvCxnSpPr>
              <p:cNvPr id="121" name="Google Shape;121;p22"/>
              <p:cNvCxnSpPr/>
              <p:nvPr/>
            </p:nvCxnSpPr>
            <p:spPr>
              <a:xfrm>
                <a:off x="1688135" y="4118442"/>
                <a:ext cx="763061" cy="0"/>
              </a:xfrm>
              <a:prstGeom prst="straightConnector1">
                <a:avLst/>
              </a:prstGeom>
              <a:noFill/>
              <a:ln cap="rnd" cmpd="sng" w="38100">
                <a:solidFill>
                  <a:srgbClr val="0072FF"/>
                </a:solidFill>
                <a:prstDash val="solid"/>
                <a:round/>
                <a:headEnd len="sm" w="sm" type="none"/>
                <a:tailEnd len="sm" w="sm" type="none"/>
              </a:ln>
            </p:spPr>
          </p:cxnSp>
          <p:sp>
            <p:nvSpPr>
              <p:cNvPr id="122" name="Google Shape;122;p22"/>
              <p:cNvSpPr/>
              <p:nvPr/>
            </p:nvSpPr>
            <p:spPr>
              <a:xfrm>
                <a:off x="2451196" y="3960064"/>
                <a:ext cx="316755" cy="316755"/>
              </a:xfrm>
              <a:prstGeom prst="ellipse">
                <a:avLst/>
              </a:prstGeom>
              <a:gradFill>
                <a:gsLst>
                  <a:gs pos="0">
                    <a:srgbClr val="0072FF"/>
                  </a:gs>
                  <a:gs pos="100000">
                    <a:srgbClr val="00C6FF"/>
                  </a:gs>
                </a:gsLst>
                <a:lin ang="2700000" scaled="0"/>
              </a:gradFill>
              <a:ln cap="rnd" cmpd="sng" w="9525">
                <a:solidFill>
                  <a:srgbClr val="0072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23" name="Google Shape;123;p22"/>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24" name="Google Shape;124;p22"/>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25" name="Google Shape;125;p22"/>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3600">
                <a:solidFill>
                  <a:schemeClr val="lt1"/>
                </a:solidFill>
                <a:latin typeface="Times New Roman"/>
                <a:ea typeface="Times New Roman"/>
                <a:cs typeface="Times New Roman"/>
                <a:sym typeface="Times New Roman"/>
              </a:rPr>
              <a:t>NỘI DUNG</a:t>
            </a:r>
            <a:endParaRPr/>
          </a:p>
        </p:txBody>
      </p:sp>
      <p:sp>
        <p:nvSpPr>
          <p:cNvPr id="126" name="Google Shape;126;p22"/>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lvl1pPr indent="-368300" lvl="0" marL="4572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22"/>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8" name="Google Shape;128;p22"/>
          <p:cNvGrpSpPr/>
          <p:nvPr/>
        </p:nvGrpSpPr>
        <p:grpSpPr>
          <a:xfrm>
            <a:off x="58527" y="40944"/>
            <a:ext cx="2869771" cy="886519"/>
            <a:chOff x="44879" y="27296"/>
            <a:chExt cx="2869771" cy="886519"/>
          </a:xfrm>
        </p:grpSpPr>
        <p:cxnSp>
          <p:nvCxnSpPr>
            <p:cNvPr id="129" name="Google Shape;129;p2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0" name="Google Shape;130;p2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31" name="Google Shape;131;p22"/>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pic>
        <p:nvPicPr>
          <p:cNvPr descr="A picture containing clipart, vector graphics&#10;&#10;Description automatically generated" id="132" name="Google Shape;132;p22"/>
          <p:cNvPicPr preferRelativeResize="0"/>
          <p:nvPr/>
        </p:nvPicPr>
        <p:blipFill rotWithShape="1">
          <a:blip r:embed="rId2">
            <a:alphaModFix/>
          </a:blip>
          <a:srcRect b="0" l="0" r="0" t="0"/>
          <a:stretch/>
        </p:blipFill>
        <p:spPr>
          <a:xfrm>
            <a:off x="412638" y="362637"/>
            <a:ext cx="544288" cy="450213"/>
          </a:xfrm>
          <a:prstGeom prst="rect">
            <a:avLst/>
          </a:prstGeom>
          <a:noFill/>
          <a:ln>
            <a:noFill/>
          </a:ln>
        </p:spPr>
      </p:pic>
      <p:sp>
        <p:nvSpPr>
          <p:cNvPr id="133" name="Google Shape;133;p22"/>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type="obj">
  <p:cSld name="OBJECT">
    <p:spTree>
      <p:nvGrpSpPr>
        <p:cNvPr id="134" name="Shape 134"/>
        <p:cNvGrpSpPr/>
        <p:nvPr/>
      </p:nvGrpSpPr>
      <p:grpSpPr>
        <a:xfrm>
          <a:off x="0" y="0"/>
          <a:ext cx="0" cy="0"/>
          <a:chOff x="0" y="0"/>
          <a:chExt cx="0" cy="0"/>
        </a:xfrm>
      </p:grpSpPr>
      <p:sp>
        <p:nvSpPr>
          <p:cNvPr id="135" name="Google Shape;135;p23"/>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23"/>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7" name="Google Shape;137;p23"/>
          <p:cNvGrpSpPr/>
          <p:nvPr/>
        </p:nvGrpSpPr>
        <p:grpSpPr>
          <a:xfrm>
            <a:off x="58527" y="54292"/>
            <a:ext cx="2869771" cy="1563379"/>
            <a:chOff x="44879" y="27296"/>
            <a:chExt cx="2869771" cy="1563379"/>
          </a:xfrm>
        </p:grpSpPr>
        <p:cxnSp>
          <p:nvCxnSpPr>
            <p:cNvPr id="138" name="Google Shape;138;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39" name="Google Shape;139;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40" name="Google Shape;140;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41" name="Google Shape;141;p23"/>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23"/>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3"/>
          <p:cNvSpPr txBox="1"/>
          <p:nvPr>
            <p:ph idx="1" type="body"/>
          </p:nvPr>
        </p:nvSpPr>
        <p:spPr>
          <a:xfrm>
            <a:off x="774145" y="1233824"/>
            <a:ext cx="10579654"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2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45" name="Google Shape;145;p23"/>
          <p:cNvGrpSpPr/>
          <p:nvPr/>
        </p:nvGrpSpPr>
        <p:grpSpPr>
          <a:xfrm>
            <a:off x="16026" y="4629289"/>
            <a:ext cx="434350" cy="2228711"/>
            <a:chOff x="16026" y="4629289"/>
            <a:chExt cx="434350" cy="2228711"/>
          </a:xfrm>
        </p:grpSpPr>
        <p:sp>
          <p:nvSpPr>
            <p:cNvPr id="146" name="Google Shape;146;p23"/>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23"/>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23"/>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23"/>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23"/>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23"/>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52" name="Google Shape;152;p2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3"/>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23"/>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55" name="Google Shape;155;p2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156" name="Google Shape;156;p23"/>
          <p:cNvGrpSpPr/>
          <p:nvPr/>
        </p:nvGrpSpPr>
        <p:grpSpPr>
          <a:xfrm rot="10800000">
            <a:off x="9265363" y="5246044"/>
            <a:ext cx="2869771" cy="1563379"/>
            <a:chOff x="44879" y="27296"/>
            <a:chExt cx="2869771" cy="1563379"/>
          </a:xfrm>
        </p:grpSpPr>
        <p:cxnSp>
          <p:nvCxnSpPr>
            <p:cNvPr id="157" name="Google Shape;157;p23"/>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58" name="Google Shape;158;p23"/>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59" name="Google Shape;159;p23"/>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i dung 2">
  <p:cSld name="Noi dung 2">
    <p:spTree>
      <p:nvGrpSpPr>
        <p:cNvPr id="160" name="Shape 160"/>
        <p:cNvGrpSpPr/>
        <p:nvPr/>
      </p:nvGrpSpPr>
      <p:grpSpPr>
        <a:xfrm>
          <a:off x="0" y="0"/>
          <a:ext cx="0" cy="0"/>
          <a:chOff x="0" y="0"/>
          <a:chExt cx="0" cy="0"/>
        </a:xfrm>
      </p:grpSpPr>
      <p:sp>
        <p:nvSpPr>
          <p:cNvPr id="161" name="Google Shape;161;p24"/>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24"/>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3" name="Google Shape;163;p24"/>
          <p:cNvGrpSpPr/>
          <p:nvPr/>
        </p:nvGrpSpPr>
        <p:grpSpPr>
          <a:xfrm>
            <a:off x="58527" y="54292"/>
            <a:ext cx="2869771" cy="1563379"/>
            <a:chOff x="44879" y="27296"/>
            <a:chExt cx="2869771" cy="1563379"/>
          </a:xfrm>
        </p:grpSpPr>
        <p:cxnSp>
          <p:nvCxnSpPr>
            <p:cNvPr id="164" name="Google Shape;164;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65" name="Google Shape;165;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66" name="Google Shape;166;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67" name="Google Shape;167;p24"/>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24"/>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24"/>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2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71" name="Google Shape;171;p24"/>
          <p:cNvGrpSpPr/>
          <p:nvPr/>
        </p:nvGrpSpPr>
        <p:grpSpPr>
          <a:xfrm>
            <a:off x="16026" y="4629289"/>
            <a:ext cx="434350" cy="2228711"/>
            <a:chOff x="16026" y="4629289"/>
            <a:chExt cx="434350" cy="2228711"/>
          </a:xfrm>
        </p:grpSpPr>
        <p:sp>
          <p:nvSpPr>
            <p:cNvPr id="172" name="Google Shape;172;p24"/>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24"/>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24"/>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24"/>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24"/>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24"/>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8" name="Google Shape;178;p24"/>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4"/>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24"/>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81" name="Google Shape;181;p2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182" name="Google Shape;182;p24"/>
          <p:cNvGrpSpPr/>
          <p:nvPr/>
        </p:nvGrpSpPr>
        <p:grpSpPr>
          <a:xfrm rot="10800000">
            <a:off x="9265363" y="5246044"/>
            <a:ext cx="2869771" cy="1563379"/>
            <a:chOff x="44879" y="27296"/>
            <a:chExt cx="2869771" cy="1563379"/>
          </a:xfrm>
        </p:grpSpPr>
        <p:cxnSp>
          <p:nvCxnSpPr>
            <p:cNvPr id="183" name="Google Shape;183;p2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84" name="Google Shape;184;p2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85" name="Google Shape;185;p2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86" name="Google Shape;186;p24"/>
          <p:cNvSpPr txBox="1"/>
          <p:nvPr>
            <p:ph idx="2" type="body"/>
          </p:nvPr>
        </p:nvSpPr>
        <p:spPr>
          <a:xfrm>
            <a:off x="5085934" y="202009"/>
            <a:ext cx="6267866" cy="5969620"/>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ống" type="blank">
  <p:cSld name="BLANK">
    <p:spTree>
      <p:nvGrpSpPr>
        <p:cNvPr id="187" name="Shape 187"/>
        <p:cNvGrpSpPr/>
        <p:nvPr/>
      </p:nvGrpSpPr>
      <p:grpSpPr>
        <a:xfrm>
          <a:off x="0" y="0"/>
          <a:ext cx="0" cy="0"/>
          <a:chOff x="0" y="0"/>
          <a:chExt cx="0" cy="0"/>
        </a:xfrm>
      </p:grpSpPr>
      <p:sp>
        <p:nvSpPr>
          <p:cNvPr id="188" name="Google Shape;188;p25"/>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25"/>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25"/>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1" name="Google Shape;191;p25"/>
          <p:cNvGrpSpPr/>
          <p:nvPr/>
        </p:nvGrpSpPr>
        <p:grpSpPr>
          <a:xfrm>
            <a:off x="58527" y="40944"/>
            <a:ext cx="2869771" cy="1563379"/>
            <a:chOff x="44879" y="27296"/>
            <a:chExt cx="2869771" cy="1563379"/>
          </a:xfrm>
        </p:grpSpPr>
        <p:cxnSp>
          <p:nvCxnSpPr>
            <p:cNvPr id="192" name="Google Shape;192;p25"/>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193" name="Google Shape;193;p25"/>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194" name="Google Shape;194;p25"/>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195" name="Google Shape;195;p25"/>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6" name="Google Shape;196;p25"/>
          <p:cNvGrpSpPr/>
          <p:nvPr/>
        </p:nvGrpSpPr>
        <p:grpSpPr>
          <a:xfrm rot="10800000">
            <a:off x="9263702" y="5253677"/>
            <a:ext cx="2869771" cy="1563379"/>
            <a:chOff x="44879" y="27296"/>
            <a:chExt cx="2869771" cy="1563379"/>
          </a:xfrm>
        </p:grpSpPr>
        <p:cxnSp>
          <p:nvCxnSpPr>
            <p:cNvPr id="197" name="Google Shape;197;p25"/>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198" name="Google Shape;198;p25"/>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199" name="Google Shape;199;p25"/>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200" name="Google Shape;200;p25"/>
          <p:cNvSpPr/>
          <p:nvPr/>
        </p:nvSpPr>
        <p:spPr>
          <a:xfrm>
            <a:off x="11926541" y="6589084"/>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01" name="Google Shape;201;p25"/>
          <p:cNvSpPr/>
          <p:nvPr/>
        </p:nvSpPr>
        <p:spPr>
          <a:xfrm>
            <a:off x="16026" y="4629289"/>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25"/>
          <p:cNvSpPr/>
          <p:nvPr/>
        </p:nvSpPr>
        <p:spPr>
          <a:xfrm>
            <a:off x="16026" y="5005641"/>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25"/>
          <p:cNvSpPr/>
          <p:nvPr/>
        </p:nvSpPr>
        <p:spPr>
          <a:xfrm>
            <a:off x="16026" y="5381993"/>
            <a:ext cx="434350" cy="346950"/>
          </a:xfrm>
          <a:prstGeom prst="rect">
            <a:avLst/>
          </a:prstGeom>
          <a:gradFill>
            <a:gsLst>
              <a:gs pos="0">
                <a:srgbClr val="0072FF"/>
              </a:gs>
              <a:gs pos="100000">
                <a:srgbClr val="00C6FF"/>
              </a:gs>
            </a:gsLst>
            <a:lin ang="2700000" scaled="0"/>
          </a:grad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25"/>
          <p:cNvSpPr/>
          <p:nvPr/>
        </p:nvSpPr>
        <p:spPr>
          <a:xfrm>
            <a:off x="16026" y="5758345"/>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25"/>
          <p:cNvSpPr/>
          <p:nvPr/>
        </p:nvSpPr>
        <p:spPr>
          <a:xfrm>
            <a:off x="16026" y="6134697"/>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25"/>
          <p:cNvSpPr/>
          <p:nvPr/>
        </p:nvSpPr>
        <p:spPr>
          <a:xfrm>
            <a:off x="16026" y="6511050"/>
            <a:ext cx="434350" cy="346950"/>
          </a:xfrm>
          <a:prstGeom prst="rect">
            <a:avLst/>
          </a:prstGeom>
          <a:noFill/>
          <a:ln cap="flat" cmpd="sng" w="12700">
            <a:solidFill>
              <a:srgbClr val="0072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207" name="Google Shape;207;p25"/>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208" name="Google Shape;208;p25"/>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09" name="Google Shape;209;p25"/>
          <p:cNvSpPr txBox="1"/>
          <p:nvPr>
            <p:ph idx="10" type="dt"/>
          </p:nvPr>
        </p:nvSpPr>
        <p:spPr>
          <a:xfrm>
            <a:off x="838200" y="6481647"/>
            <a:ext cx="2148299"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êu đề chương">
  <p:cSld name="3_Tiêu đề chương">
    <p:spTree>
      <p:nvGrpSpPr>
        <p:cNvPr id="210" name="Shape 210"/>
        <p:cNvGrpSpPr/>
        <p:nvPr/>
      </p:nvGrpSpPr>
      <p:grpSpPr>
        <a:xfrm>
          <a:off x="0" y="0"/>
          <a:ext cx="0" cy="0"/>
          <a:chOff x="0" y="0"/>
          <a:chExt cx="0" cy="0"/>
        </a:xfrm>
      </p:grpSpPr>
      <p:pic>
        <p:nvPicPr>
          <p:cNvPr descr="Background pattern&#10;&#10;Description automatically generated" id="211" name="Google Shape;211;p26"/>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212" name="Google Shape;212;p26"/>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26"/>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4" name="Google Shape;214;p26"/>
          <p:cNvGrpSpPr/>
          <p:nvPr/>
        </p:nvGrpSpPr>
        <p:grpSpPr>
          <a:xfrm>
            <a:off x="58527" y="40944"/>
            <a:ext cx="2869771" cy="1563379"/>
            <a:chOff x="44879" y="27296"/>
            <a:chExt cx="2869771" cy="1563379"/>
          </a:xfrm>
        </p:grpSpPr>
        <p:cxnSp>
          <p:nvCxnSpPr>
            <p:cNvPr id="215" name="Google Shape;215;p26"/>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216" name="Google Shape;216;p26"/>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217" name="Google Shape;217;p26"/>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218" name="Google Shape;218;p26"/>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9" name="Google Shape;219;p26"/>
          <p:cNvGrpSpPr/>
          <p:nvPr/>
        </p:nvGrpSpPr>
        <p:grpSpPr>
          <a:xfrm rot="10800000">
            <a:off x="9263702" y="5253677"/>
            <a:ext cx="2869771" cy="1563379"/>
            <a:chOff x="44879" y="27296"/>
            <a:chExt cx="2869771" cy="1563379"/>
          </a:xfrm>
        </p:grpSpPr>
        <p:cxnSp>
          <p:nvCxnSpPr>
            <p:cNvPr id="220" name="Google Shape;220;p26"/>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221" name="Google Shape;221;p26"/>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222" name="Google Shape;222;p26"/>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223" name="Google Shape;223;p26"/>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26"/>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26"/>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26"/>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227" name="Google Shape;227;p26"/>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28" name="Google Shape;228;p26"/>
          <p:cNvSpPr/>
          <p:nvPr>
            <p:ph idx="1" type="body"/>
          </p:nvPr>
        </p:nvSpPr>
        <p:spPr>
          <a:xfrm>
            <a:off x="1704109" y="3019167"/>
            <a:ext cx="4583866" cy="1439258"/>
          </a:xfrm>
          <a:prstGeom prst="roundRect">
            <a:avLst>
              <a:gd fmla="val 2631" name="adj"/>
            </a:avLst>
          </a:prstGeom>
          <a:solidFill>
            <a:srgbClr val="F2F2F2"/>
          </a:solidFill>
          <a:ln cap="rnd" cmpd="sng" w="19050">
            <a:solidFill>
              <a:srgbClr val="00C6FF"/>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72FF"/>
              </a:buClr>
              <a:buSzPts val="2000"/>
              <a:buNone/>
              <a:defRPr b="1" i="0" sz="2000">
                <a:solidFill>
                  <a:srgbClr val="0072F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29" name="Google Shape;229;p26"/>
          <p:cNvGrpSpPr/>
          <p:nvPr/>
        </p:nvGrpSpPr>
        <p:grpSpPr>
          <a:xfrm>
            <a:off x="-1" y="4458425"/>
            <a:ext cx="8647103" cy="664514"/>
            <a:chOff x="-349411" y="1322122"/>
            <a:chExt cx="8647103" cy="664514"/>
          </a:xfrm>
        </p:grpSpPr>
        <p:cxnSp>
          <p:nvCxnSpPr>
            <p:cNvPr id="230" name="Google Shape;230;p26"/>
            <p:cNvCxnSpPr/>
            <p:nvPr/>
          </p:nvCxnSpPr>
          <p:spPr>
            <a:xfrm>
              <a:off x="-349411" y="1986636"/>
              <a:ext cx="6360520" cy="0"/>
            </a:xfrm>
            <a:prstGeom prst="straightConnector1">
              <a:avLst/>
            </a:prstGeom>
            <a:noFill/>
            <a:ln cap="rnd" cmpd="sng" w="38100">
              <a:solidFill>
                <a:srgbClr val="00F7FF"/>
              </a:solidFill>
              <a:prstDash val="solid"/>
              <a:round/>
              <a:headEnd len="sm" w="sm" type="none"/>
              <a:tailEnd len="sm" w="sm" type="none"/>
            </a:ln>
          </p:spPr>
        </p:cxnSp>
        <p:cxnSp>
          <p:nvCxnSpPr>
            <p:cNvPr id="231" name="Google Shape;231;p26"/>
            <p:cNvCxnSpPr/>
            <p:nvPr/>
          </p:nvCxnSpPr>
          <p:spPr>
            <a:xfrm flipH="1" rot="10800000">
              <a:off x="6011109" y="1480500"/>
              <a:ext cx="591405" cy="506136"/>
            </a:xfrm>
            <a:prstGeom prst="straightConnector1">
              <a:avLst/>
            </a:prstGeom>
            <a:noFill/>
            <a:ln cap="rnd" cmpd="sng" w="38100">
              <a:solidFill>
                <a:srgbClr val="00F7FF"/>
              </a:solidFill>
              <a:prstDash val="solid"/>
              <a:round/>
              <a:headEnd len="sm" w="sm" type="none"/>
              <a:tailEnd len="sm" w="sm" type="none"/>
            </a:ln>
          </p:spPr>
        </p:cxnSp>
        <p:cxnSp>
          <p:nvCxnSpPr>
            <p:cNvPr id="232" name="Google Shape;232;p26"/>
            <p:cNvCxnSpPr/>
            <p:nvPr/>
          </p:nvCxnSpPr>
          <p:spPr>
            <a:xfrm>
              <a:off x="6602514" y="1480500"/>
              <a:ext cx="1378423" cy="0"/>
            </a:xfrm>
            <a:prstGeom prst="straightConnector1">
              <a:avLst/>
            </a:prstGeom>
            <a:noFill/>
            <a:ln cap="rnd" cmpd="sng" w="38100">
              <a:solidFill>
                <a:srgbClr val="00F7FF"/>
              </a:solidFill>
              <a:prstDash val="solid"/>
              <a:round/>
              <a:headEnd len="sm" w="sm" type="none"/>
              <a:tailEnd len="sm" w="sm" type="none"/>
            </a:ln>
          </p:spPr>
        </p:cxnSp>
        <p:sp>
          <p:nvSpPr>
            <p:cNvPr id="233" name="Google Shape;233;p26"/>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34" name="Google Shape;234;p26"/>
          <p:cNvSpPr/>
          <p:nvPr/>
        </p:nvSpPr>
        <p:spPr>
          <a:xfrm>
            <a:off x="796022" y="2736380"/>
            <a:ext cx="2019600" cy="2019600"/>
          </a:xfrm>
          <a:prstGeom prst="ellipse">
            <a:avLst/>
          </a:prstGeom>
          <a:gradFill>
            <a:gsLst>
              <a:gs pos="0">
                <a:srgbClr val="00C6FF"/>
              </a:gs>
              <a:gs pos="100000">
                <a:srgbClr val="0072FF"/>
              </a:gs>
            </a:gsLst>
            <a:lin ang="5400000" scaled="0"/>
          </a:gradFill>
          <a:ln cap="flat" cmpd="sng" w="12700">
            <a:solidFill>
              <a:srgbClr val="00C6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26"/>
          <p:cNvSpPr/>
          <p:nvPr>
            <p:ph idx="2" type="pic"/>
          </p:nvPr>
        </p:nvSpPr>
        <p:spPr>
          <a:xfrm>
            <a:off x="690326" y="2728996"/>
            <a:ext cx="2020888" cy="2019600"/>
          </a:xfrm>
          <a:prstGeom prst="ellipse">
            <a:avLst/>
          </a:prstGeom>
          <a:solidFill>
            <a:schemeClr val="lt1"/>
          </a:solidFill>
          <a:ln cap="flat" cmpd="sng" w="19050">
            <a:solidFill>
              <a:srgbClr val="00F7FF"/>
            </a:solidFill>
            <a:prstDash val="solid"/>
            <a:round/>
            <a:headEnd len="sm" w="sm" type="none"/>
            <a:tailEnd len="sm" w="sm" type="none"/>
          </a:ln>
          <a:effectLst>
            <a:outerShdw blurRad="63500" sx="102000" rotWithShape="0" algn="ctr" sy="102000">
              <a:srgbClr val="000000">
                <a:alpha val="40000"/>
              </a:srgbClr>
            </a:outerShdw>
          </a:effectLst>
        </p:spPr>
      </p:sp>
      <p:sp>
        <p:nvSpPr>
          <p:cNvPr id="236" name="Google Shape;236;p26"/>
          <p:cNvSpPr txBox="1"/>
          <p:nvPr>
            <p:ph idx="3" type="body"/>
          </p:nvPr>
        </p:nvSpPr>
        <p:spPr>
          <a:xfrm>
            <a:off x="2711214" y="2263753"/>
            <a:ext cx="3576761" cy="622002"/>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rgbClr val="00F7FF"/>
              </a:buClr>
              <a:buSzPts val="3600"/>
              <a:buNone/>
              <a:defRPr b="1" sz="36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ục lục">
  <p:cSld name="1_Mục lục">
    <p:spTree>
      <p:nvGrpSpPr>
        <p:cNvPr id="237" name="Shape 237"/>
        <p:cNvGrpSpPr/>
        <p:nvPr/>
      </p:nvGrpSpPr>
      <p:grpSpPr>
        <a:xfrm>
          <a:off x="0" y="0"/>
          <a:ext cx="0" cy="0"/>
          <a:chOff x="0" y="0"/>
          <a:chExt cx="0" cy="0"/>
        </a:xfrm>
      </p:grpSpPr>
      <p:sp>
        <p:nvSpPr>
          <p:cNvPr id="238" name="Google Shape;238;p27"/>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39" name="Google Shape;239;p27"/>
          <p:cNvGrpSpPr/>
          <p:nvPr/>
        </p:nvGrpSpPr>
        <p:grpSpPr>
          <a:xfrm rot="10800000">
            <a:off x="9263702" y="5930537"/>
            <a:ext cx="2869771" cy="886519"/>
            <a:chOff x="44879" y="27296"/>
            <a:chExt cx="2869771" cy="886519"/>
          </a:xfrm>
        </p:grpSpPr>
        <p:cxnSp>
          <p:nvCxnSpPr>
            <p:cNvPr id="240" name="Google Shape;240;p27"/>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241" name="Google Shape;241;p27"/>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242" name="Google Shape;242;p27"/>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243" name="Google Shape;243;p27"/>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44" name="Google Shape;244;p27"/>
          <p:cNvGrpSpPr/>
          <p:nvPr/>
        </p:nvGrpSpPr>
        <p:grpSpPr>
          <a:xfrm>
            <a:off x="-2323526" y="1121391"/>
            <a:ext cx="4841288" cy="5054000"/>
            <a:chOff x="-1259888" y="901609"/>
            <a:chExt cx="4841288" cy="5054000"/>
          </a:xfrm>
        </p:grpSpPr>
        <p:grpSp>
          <p:nvGrpSpPr>
            <p:cNvPr id="245" name="Google Shape;245;p27"/>
            <p:cNvGrpSpPr/>
            <p:nvPr/>
          </p:nvGrpSpPr>
          <p:grpSpPr>
            <a:xfrm>
              <a:off x="-1225468" y="901609"/>
              <a:ext cx="4806868" cy="664514"/>
              <a:chOff x="0" y="901609"/>
              <a:chExt cx="4806868" cy="664514"/>
            </a:xfrm>
          </p:grpSpPr>
          <p:cxnSp>
            <p:nvCxnSpPr>
              <p:cNvPr id="246" name="Google Shape;246;p27"/>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7" name="Google Shape;247;p27"/>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48" name="Google Shape;248;p27"/>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49" name="Google Shape;249;p27"/>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0" name="Google Shape;250;p27"/>
            <p:cNvGrpSpPr/>
            <p:nvPr/>
          </p:nvGrpSpPr>
          <p:grpSpPr>
            <a:xfrm flipH="1" rot="10800000">
              <a:off x="-1225468" y="5291095"/>
              <a:ext cx="4806868" cy="664514"/>
              <a:chOff x="0" y="1232525"/>
              <a:chExt cx="4806868" cy="664514"/>
            </a:xfrm>
          </p:grpSpPr>
          <p:cxnSp>
            <p:nvCxnSpPr>
              <p:cNvPr id="251" name="Google Shape;251;p27"/>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2" name="Google Shape;252;p27"/>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3" name="Google Shape;253;p27"/>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54" name="Google Shape;254;p27"/>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55" name="Google Shape;255;p27"/>
            <p:cNvGrpSpPr/>
            <p:nvPr/>
          </p:nvGrpSpPr>
          <p:grpSpPr>
            <a:xfrm>
              <a:off x="-1225469" y="1860637"/>
              <a:ext cx="3835321" cy="547270"/>
              <a:chOff x="-1" y="1860637"/>
              <a:chExt cx="3835321" cy="547270"/>
            </a:xfrm>
          </p:grpSpPr>
          <p:sp>
            <p:nvSpPr>
              <p:cNvPr id="256" name="Google Shape;256;p27"/>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57" name="Google Shape;257;p27"/>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8" name="Google Shape;258;p27"/>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59" name="Google Shape;259;p27"/>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0" name="Google Shape;260;p27"/>
            <p:cNvGrpSpPr/>
            <p:nvPr/>
          </p:nvGrpSpPr>
          <p:grpSpPr>
            <a:xfrm flipH="1" rot="10800000">
              <a:off x="-1259888" y="4408929"/>
              <a:ext cx="3835321" cy="547270"/>
              <a:chOff x="-1" y="1860637"/>
              <a:chExt cx="3835321" cy="547270"/>
            </a:xfrm>
          </p:grpSpPr>
          <p:sp>
            <p:nvSpPr>
              <p:cNvPr id="261" name="Google Shape;261;p27"/>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2" name="Google Shape;262;p27"/>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3" name="Google Shape;263;p27"/>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4" name="Google Shape;264;p27"/>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65" name="Google Shape;265;p27"/>
            <p:cNvGrpSpPr/>
            <p:nvPr/>
          </p:nvGrpSpPr>
          <p:grpSpPr>
            <a:xfrm>
              <a:off x="-1252333" y="2715185"/>
              <a:ext cx="2776521" cy="436736"/>
              <a:chOff x="-26865" y="2715185"/>
              <a:chExt cx="2776521" cy="436736"/>
            </a:xfrm>
          </p:grpSpPr>
          <p:cxnSp>
            <p:nvCxnSpPr>
              <p:cNvPr id="266" name="Google Shape;266;p27"/>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7" name="Google Shape;267;p27"/>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68" name="Google Shape;268;p27"/>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69" name="Google Shape;269;p27"/>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70" name="Google Shape;270;p27"/>
            <p:cNvGrpSpPr/>
            <p:nvPr/>
          </p:nvGrpSpPr>
          <p:grpSpPr>
            <a:xfrm>
              <a:off x="-1225468" y="3843225"/>
              <a:ext cx="2802371" cy="433101"/>
              <a:chOff x="-34420" y="3843718"/>
              <a:chExt cx="2802371" cy="433101"/>
            </a:xfrm>
          </p:grpSpPr>
          <p:cxnSp>
            <p:nvCxnSpPr>
              <p:cNvPr id="271" name="Google Shape;271;p27"/>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2" name="Google Shape;272;p27"/>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3" name="Google Shape;273;p27"/>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74" name="Google Shape;274;p27"/>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75" name="Google Shape;275;p27"/>
          <p:cNvGrpSpPr/>
          <p:nvPr/>
        </p:nvGrpSpPr>
        <p:grpSpPr>
          <a:xfrm flipH="1">
            <a:off x="9674240" y="1121391"/>
            <a:ext cx="4841288" cy="5054000"/>
            <a:chOff x="-1259888" y="901609"/>
            <a:chExt cx="4841288" cy="5054000"/>
          </a:xfrm>
        </p:grpSpPr>
        <p:grpSp>
          <p:nvGrpSpPr>
            <p:cNvPr id="276" name="Google Shape;276;p27"/>
            <p:cNvGrpSpPr/>
            <p:nvPr/>
          </p:nvGrpSpPr>
          <p:grpSpPr>
            <a:xfrm>
              <a:off x="-1225468" y="901609"/>
              <a:ext cx="4806868" cy="664514"/>
              <a:chOff x="0" y="901609"/>
              <a:chExt cx="4806868" cy="664514"/>
            </a:xfrm>
          </p:grpSpPr>
          <p:cxnSp>
            <p:nvCxnSpPr>
              <p:cNvPr id="277" name="Google Shape;277;p27"/>
              <p:cNvCxnSpPr/>
              <p:nvPr/>
            </p:nvCxnSpPr>
            <p:spPr>
              <a:xfrm>
                <a:off x="0" y="1566123"/>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8" name="Google Shape;278;p27"/>
              <p:cNvCxnSpPr/>
              <p:nvPr/>
            </p:nvCxnSpPr>
            <p:spPr>
              <a:xfrm flipH="1" rot="10800000">
                <a:off x="2520285" y="1059987"/>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79" name="Google Shape;279;p27"/>
              <p:cNvCxnSpPr/>
              <p:nvPr/>
            </p:nvCxnSpPr>
            <p:spPr>
              <a:xfrm>
                <a:off x="3111690" y="1059987"/>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80" name="Google Shape;280;p27"/>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81" name="Google Shape;281;p27"/>
            <p:cNvGrpSpPr/>
            <p:nvPr/>
          </p:nvGrpSpPr>
          <p:grpSpPr>
            <a:xfrm flipH="1" rot="10800000">
              <a:off x="-1225468" y="5291095"/>
              <a:ext cx="4806868" cy="664514"/>
              <a:chOff x="0" y="1232525"/>
              <a:chExt cx="4806868" cy="664514"/>
            </a:xfrm>
          </p:grpSpPr>
          <p:cxnSp>
            <p:nvCxnSpPr>
              <p:cNvPr id="282" name="Google Shape;282;p27"/>
              <p:cNvCxnSpPr/>
              <p:nvPr/>
            </p:nvCxnSpPr>
            <p:spPr>
              <a:xfrm>
                <a:off x="0" y="1897039"/>
                <a:ext cx="253393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83" name="Google Shape;283;p27"/>
              <p:cNvCxnSpPr/>
              <p:nvPr/>
            </p:nvCxnSpPr>
            <p:spPr>
              <a:xfrm flipH="1" rot="10800000">
                <a:off x="2520285" y="1390903"/>
                <a:ext cx="591405" cy="506136"/>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84" name="Google Shape;284;p27"/>
              <p:cNvCxnSpPr/>
              <p:nvPr/>
            </p:nvCxnSpPr>
            <p:spPr>
              <a:xfrm>
                <a:off x="3111690" y="1390903"/>
                <a:ext cx="1378423"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285" name="Google Shape;285;p27"/>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86" name="Google Shape;286;p27"/>
            <p:cNvGrpSpPr/>
            <p:nvPr/>
          </p:nvGrpSpPr>
          <p:grpSpPr>
            <a:xfrm>
              <a:off x="-1225469" y="1860637"/>
              <a:ext cx="3835321" cy="547270"/>
              <a:chOff x="-1" y="1860637"/>
              <a:chExt cx="3835321" cy="547270"/>
            </a:xfrm>
          </p:grpSpPr>
          <p:sp>
            <p:nvSpPr>
              <p:cNvPr id="287" name="Google Shape;287;p27"/>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88" name="Google Shape;288;p27"/>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89" name="Google Shape;289;p27"/>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90" name="Google Shape;290;p27"/>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91" name="Google Shape;291;p27"/>
            <p:cNvGrpSpPr/>
            <p:nvPr/>
          </p:nvGrpSpPr>
          <p:grpSpPr>
            <a:xfrm flipH="1" rot="10800000">
              <a:off x="-1259888" y="4408929"/>
              <a:ext cx="3835321" cy="547270"/>
              <a:chOff x="-1" y="1860637"/>
              <a:chExt cx="3835321" cy="547270"/>
            </a:xfrm>
          </p:grpSpPr>
          <p:sp>
            <p:nvSpPr>
              <p:cNvPr id="292" name="Google Shape;292;p27"/>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3" name="Google Shape;293;p27"/>
              <p:cNvCxnSpPr/>
              <p:nvPr/>
            </p:nvCxnSpPr>
            <p:spPr>
              <a:xfrm>
                <a:off x="-1" y="2407907"/>
                <a:ext cx="1985654"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94" name="Google Shape;294;p27"/>
              <p:cNvCxnSpPr/>
              <p:nvPr/>
            </p:nvCxnSpPr>
            <p:spPr>
              <a:xfrm flipH="1" rot="10800000">
                <a:off x="1974958" y="2019015"/>
                <a:ext cx="463440" cy="388892"/>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95" name="Google Shape;295;p27"/>
              <p:cNvCxnSpPr/>
              <p:nvPr/>
            </p:nvCxnSpPr>
            <p:spPr>
              <a:xfrm>
                <a:off x="2438398" y="2019015"/>
                <a:ext cx="1080167" cy="0"/>
              </a:xfrm>
              <a:prstGeom prst="straightConnector1">
                <a:avLst/>
              </a:prstGeom>
              <a:noFill/>
              <a:ln cap="rnd" cmpd="sng" w="38100">
                <a:solidFill>
                  <a:srgbClr val="0072FF">
                    <a:alpha val="40000"/>
                  </a:srgbClr>
                </a:solidFill>
                <a:prstDash val="solid"/>
                <a:round/>
                <a:headEnd len="sm" w="sm" type="none"/>
                <a:tailEnd len="sm" w="sm" type="none"/>
              </a:ln>
            </p:spPr>
          </p:cxnSp>
        </p:grpSp>
        <p:grpSp>
          <p:nvGrpSpPr>
            <p:cNvPr id="296" name="Google Shape;296;p27"/>
            <p:cNvGrpSpPr/>
            <p:nvPr/>
          </p:nvGrpSpPr>
          <p:grpSpPr>
            <a:xfrm>
              <a:off x="-1252333" y="2715185"/>
              <a:ext cx="2776521" cy="436736"/>
              <a:chOff x="-26865" y="2715185"/>
              <a:chExt cx="2776521" cy="436736"/>
            </a:xfrm>
          </p:grpSpPr>
          <p:cxnSp>
            <p:nvCxnSpPr>
              <p:cNvPr id="297" name="Google Shape;297;p27"/>
              <p:cNvCxnSpPr/>
              <p:nvPr/>
            </p:nvCxnSpPr>
            <p:spPr>
              <a:xfrm>
                <a:off x="-26865" y="3151921"/>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98" name="Google Shape;298;p27"/>
              <p:cNvCxnSpPr/>
              <p:nvPr/>
            </p:nvCxnSpPr>
            <p:spPr>
              <a:xfrm flipH="1" rot="10800000">
                <a:off x="1368303" y="2877197"/>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299" name="Google Shape;299;p27"/>
              <p:cNvCxnSpPr/>
              <p:nvPr/>
            </p:nvCxnSpPr>
            <p:spPr>
              <a:xfrm>
                <a:off x="1695690" y="2877197"/>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300" name="Google Shape;300;p27"/>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301" name="Google Shape;301;p27"/>
            <p:cNvGrpSpPr/>
            <p:nvPr/>
          </p:nvGrpSpPr>
          <p:grpSpPr>
            <a:xfrm>
              <a:off x="-1225468" y="3843225"/>
              <a:ext cx="2802371" cy="433101"/>
              <a:chOff x="-34420" y="3843718"/>
              <a:chExt cx="2802371" cy="433101"/>
            </a:xfrm>
          </p:grpSpPr>
          <p:cxnSp>
            <p:nvCxnSpPr>
              <p:cNvPr id="302" name="Google Shape;302;p27"/>
              <p:cNvCxnSpPr/>
              <p:nvPr/>
            </p:nvCxnSpPr>
            <p:spPr>
              <a:xfrm>
                <a:off x="-34420" y="3843718"/>
                <a:ext cx="1402723" cy="0"/>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303" name="Google Shape;303;p27"/>
              <p:cNvCxnSpPr/>
              <p:nvPr/>
            </p:nvCxnSpPr>
            <p:spPr>
              <a:xfrm>
                <a:off x="1360748" y="3843718"/>
                <a:ext cx="327387" cy="274724"/>
              </a:xfrm>
              <a:prstGeom prst="straightConnector1">
                <a:avLst/>
              </a:prstGeom>
              <a:noFill/>
              <a:ln cap="rnd" cmpd="sng" w="38100">
                <a:solidFill>
                  <a:srgbClr val="0072FF">
                    <a:alpha val="40000"/>
                  </a:srgbClr>
                </a:solidFill>
                <a:prstDash val="solid"/>
                <a:round/>
                <a:headEnd len="sm" w="sm" type="none"/>
                <a:tailEnd len="sm" w="sm" type="none"/>
              </a:ln>
            </p:spPr>
          </p:cxnSp>
          <p:cxnSp>
            <p:nvCxnSpPr>
              <p:cNvPr id="304" name="Google Shape;304;p27"/>
              <p:cNvCxnSpPr/>
              <p:nvPr/>
            </p:nvCxnSpPr>
            <p:spPr>
              <a:xfrm>
                <a:off x="1688135" y="4118442"/>
                <a:ext cx="763061" cy="0"/>
              </a:xfrm>
              <a:prstGeom prst="straightConnector1">
                <a:avLst/>
              </a:prstGeom>
              <a:noFill/>
              <a:ln cap="rnd" cmpd="sng" w="38100">
                <a:solidFill>
                  <a:srgbClr val="0072FF">
                    <a:alpha val="40000"/>
                  </a:srgbClr>
                </a:solidFill>
                <a:prstDash val="solid"/>
                <a:round/>
                <a:headEnd len="sm" w="sm" type="none"/>
                <a:tailEnd len="sm" w="sm" type="none"/>
              </a:ln>
            </p:spPr>
          </p:cxnSp>
          <p:sp>
            <p:nvSpPr>
              <p:cNvPr id="305" name="Google Shape;305;p27"/>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cap="rnd" cmpd="sng" w="9525">
                <a:solidFill>
                  <a:srgbClr val="0072FF">
                    <a:alpha val="4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306" name="Google Shape;306;p27"/>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07" name="Google Shape;307;p27"/>
          <p:cNvSpPr txBox="1"/>
          <p:nvPr>
            <p:ph idx="12" type="sldNum"/>
          </p:nvPr>
        </p:nvSpPr>
        <p:spPr>
          <a:xfrm>
            <a:off x="58527"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08" name="Google Shape;308;p27"/>
          <p:cNvSpPr txBox="1"/>
          <p:nvPr/>
        </p:nvSpPr>
        <p:spPr>
          <a:xfrm>
            <a:off x="4702630" y="640081"/>
            <a:ext cx="3028822" cy="646331"/>
          </a:xfrm>
          <a:prstGeom prst="rect">
            <a:avLst/>
          </a:prstGeom>
          <a:gradFill>
            <a:gsLst>
              <a:gs pos="0">
                <a:srgbClr val="0072FF"/>
              </a:gs>
              <a:gs pos="100000">
                <a:srgbClr val="00C6FF"/>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b="1" sz="3600">
              <a:solidFill>
                <a:schemeClr val="lt1"/>
              </a:solidFill>
              <a:latin typeface="Times New Roman"/>
              <a:ea typeface="Times New Roman"/>
              <a:cs typeface="Times New Roman"/>
              <a:sym typeface="Times New Roman"/>
            </a:endParaRPr>
          </a:p>
        </p:txBody>
      </p:sp>
      <p:sp>
        <p:nvSpPr>
          <p:cNvPr id="309" name="Google Shape;309;p27"/>
          <p:cNvSpPr txBox="1"/>
          <p:nvPr>
            <p:ph idx="1" type="body"/>
          </p:nvPr>
        </p:nvSpPr>
        <p:spPr>
          <a:xfrm>
            <a:off x="2033899" y="1559014"/>
            <a:ext cx="8124204" cy="4153664"/>
          </a:xfrm>
          <a:prstGeom prst="rect">
            <a:avLst/>
          </a:prstGeom>
          <a:noFill/>
          <a:ln>
            <a:noFill/>
          </a:ln>
        </p:spPr>
        <p:txBody>
          <a:bodyPr anchorCtr="0" anchor="ctr"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indent="-381000" lvl="1" marL="9144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indent="-355600" lvl="2" marL="1371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indent="-342900" lvl="3" marL="18288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indent="-342900" lvl="4" marL="22860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 name="Google Shape;310;p27"/>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1" name="Google Shape;311;p27"/>
          <p:cNvGrpSpPr/>
          <p:nvPr/>
        </p:nvGrpSpPr>
        <p:grpSpPr>
          <a:xfrm>
            <a:off x="58527" y="40944"/>
            <a:ext cx="2869771" cy="886519"/>
            <a:chOff x="44879" y="27296"/>
            <a:chExt cx="2869771" cy="886519"/>
          </a:xfrm>
        </p:grpSpPr>
        <p:cxnSp>
          <p:nvCxnSpPr>
            <p:cNvPr id="312" name="Google Shape;312;p27"/>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13" name="Google Shape;313;p27"/>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14" name="Google Shape;314;p27"/>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315" name="Google Shape;315;p27"/>
          <p:cNvSpPr txBox="1"/>
          <p:nvPr>
            <p:ph idx="10" type="dt"/>
          </p:nvPr>
        </p:nvSpPr>
        <p:spPr>
          <a:xfrm>
            <a:off x="796022" y="6454635"/>
            <a:ext cx="2132276" cy="2668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27"/>
          <p:cNvSpPr txBox="1"/>
          <p:nvPr>
            <p:ph idx="2" type="body"/>
          </p:nvPr>
        </p:nvSpPr>
        <p:spPr>
          <a:xfrm>
            <a:off x="4859729" y="734646"/>
            <a:ext cx="2714625" cy="4572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27"/>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chương">
  <p:cSld name="Tiêu đề chương">
    <p:spTree>
      <p:nvGrpSpPr>
        <p:cNvPr id="318" name="Shape 318"/>
        <p:cNvGrpSpPr/>
        <p:nvPr/>
      </p:nvGrpSpPr>
      <p:grpSpPr>
        <a:xfrm>
          <a:off x="0" y="0"/>
          <a:ext cx="0" cy="0"/>
          <a:chOff x="0" y="0"/>
          <a:chExt cx="0" cy="0"/>
        </a:xfrm>
      </p:grpSpPr>
      <p:pic>
        <p:nvPicPr>
          <p:cNvPr descr="Background pattern&#10;&#10;Description automatically generated" id="319" name="Google Shape;319;p28"/>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320" name="Google Shape;320;p28"/>
          <p:cNvSpPr/>
          <p:nvPr/>
        </p:nvSpPr>
        <p:spPr>
          <a:xfrm>
            <a:off x="-1" y="-3113"/>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28"/>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22" name="Google Shape;322;p28"/>
          <p:cNvGrpSpPr/>
          <p:nvPr/>
        </p:nvGrpSpPr>
        <p:grpSpPr>
          <a:xfrm>
            <a:off x="58527" y="40944"/>
            <a:ext cx="2869771" cy="1563379"/>
            <a:chOff x="44879" y="27296"/>
            <a:chExt cx="2869771" cy="1563379"/>
          </a:xfrm>
        </p:grpSpPr>
        <p:cxnSp>
          <p:nvCxnSpPr>
            <p:cNvPr id="323" name="Google Shape;323;p28"/>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324" name="Google Shape;324;p28"/>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325" name="Google Shape;325;p28"/>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326" name="Google Shape;326;p28"/>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27" name="Google Shape;327;p28"/>
          <p:cNvGrpSpPr/>
          <p:nvPr/>
        </p:nvGrpSpPr>
        <p:grpSpPr>
          <a:xfrm rot="10800000">
            <a:off x="9263702" y="5253677"/>
            <a:ext cx="2869771" cy="1563379"/>
            <a:chOff x="44879" y="27296"/>
            <a:chExt cx="2869771" cy="1563379"/>
          </a:xfrm>
        </p:grpSpPr>
        <p:cxnSp>
          <p:nvCxnSpPr>
            <p:cNvPr id="328" name="Google Shape;328;p28"/>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29" name="Google Shape;329;p28"/>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30" name="Google Shape;330;p28"/>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31" name="Google Shape;331;p28"/>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28"/>
          <p:cNvSpPr txBox="1"/>
          <p:nvPr>
            <p:ph idx="1" type="body"/>
          </p:nvPr>
        </p:nvSpPr>
        <p:spPr>
          <a:xfrm>
            <a:off x="1470929" y="2095027"/>
            <a:ext cx="9941071"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3" name="Google Shape;333;p28"/>
          <p:cNvSpPr txBox="1"/>
          <p:nvPr>
            <p:ph idx="2" type="body"/>
          </p:nvPr>
        </p:nvSpPr>
        <p:spPr>
          <a:xfrm>
            <a:off x="1470930" y="3169159"/>
            <a:ext cx="9941070"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28"/>
          <p:cNvSpPr txBox="1"/>
          <p:nvPr>
            <p:ph idx="3" type="body"/>
          </p:nvPr>
        </p:nvSpPr>
        <p:spPr>
          <a:xfrm>
            <a:off x="1470930" y="4137397"/>
            <a:ext cx="7147030" cy="91669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28"/>
          <p:cNvSpPr txBox="1"/>
          <p:nvPr>
            <p:ph idx="4" type="body"/>
          </p:nvPr>
        </p:nvSpPr>
        <p:spPr>
          <a:xfrm>
            <a:off x="8896576" y="5231902"/>
            <a:ext cx="2521280" cy="1577819"/>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rgbClr val="00F7FF"/>
              </a:buClr>
              <a:buSzPts val="12000"/>
              <a:buNone/>
              <a:defRPr b="1" sz="120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36" name="Google Shape;336;p28"/>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
        <p:nvSpPr>
          <p:cNvPr id="337" name="Google Shape;337;p28"/>
          <p:cNvSpPr txBox="1"/>
          <p:nvPr>
            <p:ph idx="10" type="dt"/>
          </p:nvPr>
        </p:nvSpPr>
        <p:spPr>
          <a:xfrm>
            <a:off x="6060300" y="6481647"/>
            <a:ext cx="2090098"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28"/>
          <p:cNvSpPr txBox="1"/>
          <p:nvPr>
            <p:ph idx="11" type="ftr"/>
          </p:nvPr>
        </p:nvSpPr>
        <p:spPr>
          <a:xfrm>
            <a:off x="838200" y="6481647"/>
            <a:ext cx="4475922" cy="23982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39" name="Google Shape;339;p28"/>
          <p:cNvGrpSpPr/>
          <p:nvPr/>
        </p:nvGrpSpPr>
        <p:grpSpPr>
          <a:xfrm>
            <a:off x="16026" y="4629289"/>
            <a:ext cx="434350" cy="2228711"/>
            <a:chOff x="16026" y="4629289"/>
            <a:chExt cx="434350" cy="2228711"/>
          </a:xfrm>
        </p:grpSpPr>
        <p:sp>
          <p:nvSpPr>
            <p:cNvPr id="340" name="Google Shape;340;p28"/>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28"/>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28"/>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28"/>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28"/>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28"/>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46" name="Google Shape;346;p28"/>
          <p:cNvSpPr/>
          <p:nvPr/>
        </p:nvSpPr>
        <p:spPr>
          <a:xfrm>
            <a:off x="95208" y="658315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47" name="Google Shape;347;p28"/>
          <p:cNvSpPr txBox="1"/>
          <p:nvPr>
            <p:ph idx="12" type="sldNum"/>
          </p:nvPr>
        </p:nvSpPr>
        <p:spPr>
          <a:xfrm>
            <a:off x="6586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Background pattern&#10;&#10;Description automatically generated" id="348" name="Google Shape;348;p28"/>
          <p:cNvPicPr preferRelativeResize="0"/>
          <p:nvPr/>
        </p:nvPicPr>
        <p:blipFill rotWithShape="1">
          <a:blip r:embed="rId2">
            <a:alphaModFix/>
          </a:blip>
          <a:srcRect b="0" l="0" r="0" t="0"/>
          <a:stretch/>
        </p:blipFill>
        <p:spPr>
          <a:xfrm>
            <a:off x="-1" y="-1"/>
            <a:ext cx="12192001" cy="6854889"/>
          </a:xfrm>
          <a:prstGeom prst="rect">
            <a:avLst/>
          </a:prstGeom>
          <a:noFill/>
          <a:ln>
            <a:noFill/>
          </a:ln>
        </p:spPr>
      </p:pic>
      <p:sp>
        <p:nvSpPr>
          <p:cNvPr id="349" name="Google Shape;349;p28"/>
          <p:cNvSpPr/>
          <p:nvPr/>
        </p:nvSpPr>
        <p:spPr>
          <a:xfrm>
            <a:off x="0" y="0"/>
            <a:ext cx="12192000" cy="6858000"/>
          </a:xfrm>
          <a:prstGeom prst="rect">
            <a:avLst/>
          </a:prstGeom>
          <a:gradFill>
            <a:gsLst>
              <a:gs pos="0">
                <a:srgbClr val="0A4671">
                  <a:alpha val="74901"/>
                </a:srgbClr>
              </a:gs>
              <a:gs pos="100000">
                <a:srgbClr val="0A467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28"/>
          <p:cNvSpPr/>
          <p:nvPr/>
        </p:nvSpPr>
        <p:spPr>
          <a:xfrm>
            <a:off x="16026" y="4629289"/>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28"/>
          <p:cNvSpPr/>
          <p:nvPr/>
        </p:nvSpPr>
        <p:spPr>
          <a:xfrm>
            <a:off x="16026" y="5005641"/>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28"/>
          <p:cNvSpPr/>
          <p:nvPr/>
        </p:nvSpPr>
        <p:spPr>
          <a:xfrm>
            <a:off x="16026" y="5381993"/>
            <a:ext cx="434350" cy="346950"/>
          </a:xfrm>
          <a:prstGeom prst="rect">
            <a:avLst/>
          </a:prstGeom>
          <a:solidFill>
            <a:srgbClr val="00F7FF"/>
          </a:solid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28"/>
          <p:cNvSpPr/>
          <p:nvPr/>
        </p:nvSpPr>
        <p:spPr>
          <a:xfrm>
            <a:off x="16026" y="5758345"/>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28"/>
          <p:cNvSpPr/>
          <p:nvPr/>
        </p:nvSpPr>
        <p:spPr>
          <a:xfrm>
            <a:off x="16026" y="6134697"/>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 name="Google Shape;355;p28"/>
          <p:cNvSpPr/>
          <p:nvPr/>
        </p:nvSpPr>
        <p:spPr>
          <a:xfrm>
            <a:off x="16026" y="6511050"/>
            <a:ext cx="434350" cy="346950"/>
          </a:xfrm>
          <a:prstGeom prst="rect">
            <a:avLst/>
          </a:prstGeom>
          <a:noFill/>
          <a:ln cap="flat" cmpd="sng" w="12700">
            <a:solidFill>
              <a:srgbClr val="00F7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p28"/>
          <p:cNvSpPr/>
          <p:nvPr/>
        </p:nvSpPr>
        <p:spPr>
          <a:xfrm rot="10800000">
            <a:off x="0" y="0"/>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7" name="Google Shape;357;p28"/>
          <p:cNvGrpSpPr/>
          <p:nvPr/>
        </p:nvGrpSpPr>
        <p:grpSpPr>
          <a:xfrm>
            <a:off x="58527" y="40944"/>
            <a:ext cx="2869771" cy="1563379"/>
            <a:chOff x="44879" y="27296"/>
            <a:chExt cx="2869771" cy="1563379"/>
          </a:xfrm>
        </p:grpSpPr>
        <p:cxnSp>
          <p:nvCxnSpPr>
            <p:cNvPr id="358" name="Google Shape;358;p28"/>
            <p:cNvCxnSpPr/>
            <p:nvPr/>
          </p:nvCxnSpPr>
          <p:spPr>
            <a:xfrm rot="10800000">
              <a:off x="766351" y="34631"/>
              <a:ext cx="2148299" cy="0"/>
            </a:xfrm>
            <a:prstGeom prst="straightConnector1">
              <a:avLst/>
            </a:prstGeom>
            <a:noFill/>
            <a:ln cap="flat" cmpd="sng" w="38100">
              <a:solidFill>
                <a:srgbClr val="00F7FF"/>
              </a:solidFill>
              <a:prstDash val="solid"/>
              <a:miter lim="800000"/>
              <a:headEnd len="sm" w="sm" type="none"/>
              <a:tailEnd len="sm" w="sm" type="none"/>
            </a:ln>
          </p:spPr>
        </p:cxnSp>
        <p:cxnSp>
          <p:nvCxnSpPr>
            <p:cNvPr id="359" name="Google Shape;359;p28"/>
            <p:cNvCxnSpPr/>
            <p:nvPr/>
          </p:nvCxnSpPr>
          <p:spPr>
            <a:xfrm flipH="1">
              <a:off x="44879" y="27296"/>
              <a:ext cx="737495" cy="644210"/>
            </a:xfrm>
            <a:prstGeom prst="straightConnector1">
              <a:avLst/>
            </a:prstGeom>
            <a:noFill/>
            <a:ln cap="flat" cmpd="sng" w="38100">
              <a:solidFill>
                <a:srgbClr val="00F7FF"/>
              </a:solidFill>
              <a:prstDash val="solid"/>
              <a:miter lim="800000"/>
              <a:headEnd len="sm" w="sm" type="none"/>
              <a:tailEnd len="sm" w="sm" type="none"/>
            </a:ln>
          </p:spPr>
        </p:cxnSp>
        <p:cxnSp>
          <p:nvCxnSpPr>
            <p:cNvPr id="360" name="Google Shape;360;p28"/>
            <p:cNvCxnSpPr/>
            <p:nvPr/>
          </p:nvCxnSpPr>
          <p:spPr>
            <a:xfrm rot="10800000">
              <a:off x="52214" y="654128"/>
              <a:ext cx="0" cy="936547"/>
            </a:xfrm>
            <a:prstGeom prst="straightConnector1">
              <a:avLst/>
            </a:prstGeom>
            <a:noFill/>
            <a:ln cap="flat" cmpd="sng" w="38100">
              <a:solidFill>
                <a:srgbClr val="00F7FF"/>
              </a:solidFill>
              <a:prstDash val="solid"/>
              <a:miter lim="800000"/>
              <a:headEnd len="sm" w="sm" type="none"/>
              <a:tailEnd len="sm" w="sm" type="none"/>
            </a:ln>
          </p:spPr>
        </p:cxnSp>
      </p:grpSp>
      <p:sp>
        <p:nvSpPr>
          <p:cNvPr id="361" name="Google Shape;361;p28"/>
          <p:cNvSpPr/>
          <p:nvPr/>
        </p:nvSpPr>
        <p:spPr>
          <a:xfrm>
            <a:off x="11476383" y="6241089"/>
            <a:ext cx="715617" cy="616911"/>
          </a:xfrm>
          <a:prstGeom prst="triangle">
            <a:avLst>
              <a:gd fmla="val 100000" name="adj"/>
            </a:avLst>
          </a:prstGeom>
          <a:solidFill>
            <a:srgbClr val="00F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62" name="Google Shape;362;p28"/>
          <p:cNvGrpSpPr/>
          <p:nvPr/>
        </p:nvGrpSpPr>
        <p:grpSpPr>
          <a:xfrm rot="10800000">
            <a:off x="9263702" y="5253677"/>
            <a:ext cx="2869771" cy="1563379"/>
            <a:chOff x="44879" y="27296"/>
            <a:chExt cx="2869771" cy="1563379"/>
          </a:xfrm>
        </p:grpSpPr>
        <p:cxnSp>
          <p:nvCxnSpPr>
            <p:cNvPr id="363" name="Google Shape;363;p28"/>
            <p:cNvCxnSpPr/>
            <p:nvPr/>
          </p:nvCxnSpPr>
          <p:spPr>
            <a:xfrm rot="10800000">
              <a:off x="766351" y="34631"/>
              <a:ext cx="2148299" cy="0"/>
            </a:xfrm>
            <a:prstGeom prst="straightConnector1">
              <a:avLst/>
            </a:prstGeom>
            <a:noFill/>
            <a:ln cap="rnd" cmpd="sng" w="38100">
              <a:solidFill>
                <a:srgbClr val="00F7FF"/>
              </a:solidFill>
              <a:prstDash val="solid"/>
              <a:round/>
              <a:headEnd len="sm" w="sm" type="none"/>
              <a:tailEnd len="sm" w="sm" type="none"/>
            </a:ln>
          </p:spPr>
        </p:cxnSp>
        <p:cxnSp>
          <p:nvCxnSpPr>
            <p:cNvPr id="364" name="Google Shape;364;p28"/>
            <p:cNvCxnSpPr/>
            <p:nvPr/>
          </p:nvCxnSpPr>
          <p:spPr>
            <a:xfrm flipH="1">
              <a:off x="44879" y="27296"/>
              <a:ext cx="737495" cy="644210"/>
            </a:xfrm>
            <a:prstGeom prst="straightConnector1">
              <a:avLst/>
            </a:prstGeom>
            <a:noFill/>
            <a:ln cap="rnd" cmpd="sng" w="38100">
              <a:solidFill>
                <a:srgbClr val="00F7FF"/>
              </a:solidFill>
              <a:prstDash val="solid"/>
              <a:round/>
              <a:headEnd len="sm" w="sm" type="none"/>
              <a:tailEnd len="sm" w="sm" type="none"/>
            </a:ln>
          </p:spPr>
        </p:cxnSp>
        <p:cxnSp>
          <p:nvCxnSpPr>
            <p:cNvPr id="365" name="Google Shape;365;p28"/>
            <p:cNvCxnSpPr/>
            <p:nvPr/>
          </p:nvCxnSpPr>
          <p:spPr>
            <a:xfrm rot="10800000">
              <a:off x="52214" y="654128"/>
              <a:ext cx="0" cy="936547"/>
            </a:xfrm>
            <a:prstGeom prst="straightConnector1">
              <a:avLst/>
            </a:prstGeom>
            <a:noFill/>
            <a:ln cap="rnd" cmpd="sng" w="38100">
              <a:solidFill>
                <a:srgbClr val="00F7FF"/>
              </a:solidFill>
              <a:prstDash val="solid"/>
              <a:round/>
              <a:headEnd len="sm" w="sm" type="none"/>
              <a:tailEnd len="sm" w="sm" type="none"/>
            </a:ln>
          </p:spPr>
        </p:cxnSp>
      </p:grpSp>
      <p:sp>
        <p:nvSpPr>
          <p:cNvPr id="366" name="Google Shape;366;p28"/>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8"/>
          <p:cNvSpPr txBox="1"/>
          <p:nvPr>
            <p:ph idx="5" type="sldNum"/>
          </p:nvPr>
        </p:nvSpPr>
        <p:spPr>
          <a:xfrm>
            <a:off x="11899392" y="6542216"/>
            <a:ext cx="292608" cy="31578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68" name="Google Shape;368;p28"/>
          <p:cNvSpPr txBox="1"/>
          <p:nvPr>
            <p:ph idx="6" type="body"/>
          </p:nvPr>
        </p:nvSpPr>
        <p:spPr>
          <a:xfrm>
            <a:off x="1470930" y="2095027"/>
            <a:ext cx="6264164" cy="88465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00F7FF"/>
              </a:buClr>
              <a:buSzPts val="4400"/>
              <a:buNone/>
              <a:defRPr b="1" sz="4400">
                <a:solidFill>
                  <a:srgbClr val="00F7FF"/>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9" name="Google Shape;369;p28"/>
          <p:cNvSpPr txBox="1"/>
          <p:nvPr>
            <p:ph idx="7" type="body"/>
          </p:nvPr>
        </p:nvSpPr>
        <p:spPr>
          <a:xfrm>
            <a:off x="1470930" y="3169159"/>
            <a:ext cx="8913813" cy="69517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0" name="Google Shape;370;p28"/>
          <p:cNvSpPr txBox="1"/>
          <p:nvPr>
            <p:ph idx="8" type="body"/>
          </p:nvPr>
        </p:nvSpPr>
        <p:spPr>
          <a:xfrm>
            <a:off x="1470930" y="4137397"/>
            <a:ext cx="7147030" cy="916698"/>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1" name="Google Shape;371;p28"/>
          <p:cNvCxnSpPr/>
          <p:nvPr/>
        </p:nvCxnSpPr>
        <p:spPr>
          <a:xfrm>
            <a:off x="1574156" y="2979683"/>
            <a:ext cx="3565003" cy="0"/>
          </a:xfrm>
          <a:prstGeom prst="straightConnector1">
            <a:avLst/>
          </a:prstGeom>
          <a:noFill/>
          <a:ln cap="rnd" cmpd="sng" w="25400">
            <a:solidFill>
              <a:srgbClr val="00F7FF"/>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1">
  <p:cSld name="So sanh 1">
    <p:spTree>
      <p:nvGrpSpPr>
        <p:cNvPr id="372" name="Shape 372"/>
        <p:cNvGrpSpPr/>
        <p:nvPr/>
      </p:nvGrpSpPr>
      <p:grpSpPr>
        <a:xfrm>
          <a:off x="0" y="0"/>
          <a:ext cx="0" cy="0"/>
          <a:chOff x="0" y="0"/>
          <a:chExt cx="0" cy="0"/>
        </a:xfrm>
      </p:grpSpPr>
      <p:sp>
        <p:nvSpPr>
          <p:cNvPr id="373" name="Google Shape;373;p29"/>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9"/>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75" name="Google Shape;375;p29"/>
          <p:cNvGrpSpPr/>
          <p:nvPr/>
        </p:nvGrpSpPr>
        <p:grpSpPr>
          <a:xfrm>
            <a:off x="58527" y="54292"/>
            <a:ext cx="2869771" cy="1563379"/>
            <a:chOff x="44879" y="27296"/>
            <a:chExt cx="2869771" cy="1563379"/>
          </a:xfrm>
        </p:grpSpPr>
        <p:cxnSp>
          <p:nvCxnSpPr>
            <p:cNvPr id="376" name="Google Shape;376;p29"/>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77" name="Google Shape;377;p29"/>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78" name="Google Shape;378;p29"/>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79" name="Google Shape;379;p29"/>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29"/>
          <p:cNvSpPr txBox="1"/>
          <p:nvPr>
            <p:ph idx="1" type="body"/>
          </p:nvPr>
        </p:nvSpPr>
        <p:spPr>
          <a:xfrm>
            <a:off x="774144" y="1233825"/>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2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82" name="Google Shape;382;p29"/>
          <p:cNvGrpSpPr/>
          <p:nvPr/>
        </p:nvGrpSpPr>
        <p:grpSpPr>
          <a:xfrm>
            <a:off x="16026" y="4629289"/>
            <a:ext cx="434350" cy="2228711"/>
            <a:chOff x="16026" y="4629289"/>
            <a:chExt cx="434350" cy="2228711"/>
          </a:xfrm>
        </p:grpSpPr>
        <p:sp>
          <p:nvSpPr>
            <p:cNvPr id="383" name="Google Shape;383;p29"/>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29"/>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29"/>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29"/>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9"/>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29"/>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9" name="Google Shape;389;p29"/>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29"/>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9"/>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392" name="Google Shape;392;p2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393" name="Google Shape;393;p29"/>
          <p:cNvGrpSpPr/>
          <p:nvPr/>
        </p:nvGrpSpPr>
        <p:grpSpPr>
          <a:xfrm rot="10800000">
            <a:off x="9265363" y="5246044"/>
            <a:ext cx="2869771" cy="1563379"/>
            <a:chOff x="44879" y="27296"/>
            <a:chExt cx="2869771" cy="1563379"/>
          </a:xfrm>
        </p:grpSpPr>
        <p:cxnSp>
          <p:nvCxnSpPr>
            <p:cNvPr id="394" name="Google Shape;394;p29"/>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395" name="Google Shape;395;p29"/>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396" name="Google Shape;396;p29"/>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397" name="Google Shape;397;p29"/>
          <p:cNvSpPr txBox="1"/>
          <p:nvPr>
            <p:ph idx="2" type="body"/>
          </p:nvPr>
        </p:nvSpPr>
        <p:spPr>
          <a:xfrm>
            <a:off x="6151800" y="1228490"/>
            <a:ext cx="5202000" cy="494313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29"/>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 sanh 2">
  <p:cSld name="So sanh 2">
    <p:spTree>
      <p:nvGrpSpPr>
        <p:cNvPr id="399" name="Shape 399"/>
        <p:cNvGrpSpPr/>
        <p:nvPr/>
      </p:nvGrpSpPr>
      <p:grpSpPr>
        <a:xfrm>
          <a:off x="0" y="0"/>
          <a:ext cx="0" cy="0"/>
          <a:chOff x="0" y="0"/>
          <a:chExt cx="0" cy="0"/>
        </a:xfrm>
      </p:grpSpPr>
      <p:sp>
        <p:nvSpPr>
          <p:cNvPr id="400" name="Google Shape;400;p30"/>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1" name="Google Shape;401;p30"/>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02" name="Google Shape;402;p30"/>
          <p:cNvGrpSpPr/>
          <p:nvPr/>
        </p:nvGrpSpPr>
        <p:grpSpPr>
          <a:xfrm>
            <a:off x="58527" y="54292"/>
            <a:ext cx="2869771" cy="1563379"/>
            <a:chOff x="44879" y="27296"/>
            <a:chExt cx="2869771" cy="1563379"/>
          </a:xfrm>
        </p:grpSpPr>
        <p:cxnSp>
          <p:nvCxnSpPr>
            <p:cNvPr id="403" name="Google Shape;403;p30"/>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04" name="Google Shape;404;p30"/>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05" name="Google Shape;405;p30"/>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06" name="Google Shape;406;p30"/>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 name="Google Shape;407;p30"/>
          <p:cNvSpPr txBox="1"/>
          <p:nvPr>
            <p:ph idx="1" type="body"/>
          </p:nvPr>
        </p:nvSpPr>
        <p:spPr>
          <a:xfrm>
            <a:off x="774144" y="1962615"/>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8" name="Google Shape;408;p3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09" name="Google Shape;409;p30"/>
          <p:cNvGrpSpPr/>
          <p:nvPr/>
        </p:nvGrpSpPr>
        <p:grpSpPr>
          <a:xfrm>
            <a:off x="16026" y="4629289"/>
            <a:ext cx="434350" cy="2228711"/>
            <a:chOff x="16026" y="4629289"/>
            <a:chExt cx="434350" cy="2228711"/>
          </a:xfrm>
        </p:grpSpPr>
        <p:sp>
          <p:nvSpPr>
            <p:cNvPr id="410" name="Google Shape;410;p30"/>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30"/>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30"/>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p30"/>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30"/>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30"/>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16" name="Google Shape;416;p30"/>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30"/>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30"/>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19" name="Google Shape;419;p3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420" name="Google Shape;420;p30"/>
          <p:cNvGrpSpPr/>
          <p:nvPr/>
        </p:nvGrpSpPr>
        <p:grpSpPr>
          <a:xfrm rot="10800000">
            <a:off x="9265363" y="5246044"/>
            <a:ext cx="2869771" cy="1563379"/>
            <a:chOff x="44879" y="27296"/>
            <a:chExt cx="2869771" cy="1563379"/>
          </a:xfrm>
        </p:grpSpPr>
        <p:cxnSp>
          <p:nvCxnSpPr>
            <p:cNvPr id="421" name="Google Shape;421;p30"/>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22" name="Google Shape;422;p30"/>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23" name="Google Shape;423;p30"/>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24" name="Google Shape;424;p30"/>
          <p:cNvSpPr txBox="1"/>
          <p:nvPr>
            <p:ph idx="2" type="body"/>
          </p:nvPr>
        </p:nvSpPr>
        <p:spPr>
          <a:xfrm>
            <a:off x="6151800" y="1957280"/>
            <a:ext cx="5202000" cy="4214349"/>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5" name="Google Shape;425;p30"/>
          <p:cNvSpPr txBox="1"/>
          <p:nvPr>
            <p:ph idx="3" type="body"/>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6" name="Google Shape;426;p30"/>
          <p:cNvSpPr txBox="1"/>
          <p:nvPr>
            <p:ph idx="4" type="body"/>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anchorCtr="0" anchor="t" bIns="45700" lIns="91425" spcFirstLastPara="1" rIns="91425" wrap="square" tIns="45700">
            <a:normAutofit/>
          </a:bodyPr>
          <a:lstStyle>
            <a:lvl1pPr indent="-228600" lvl="0" marL="457200" algn="ctr">
              <a:lnSpc>
                <a:spcPct val="120000"/>
              </a:lnSpc>
              <a:spcBef>
                <a:spcPts val="200"/>
              </a:spcBef>
              <a:spcAft>
                <a:spcPts val="0"/>
              </a:spcAft>
              <a:buClr>
                <a:schemeClr val="lt1"/>
              </a:buClr>
              <a:buSzPts val="2400"/>
              <a:buNone/>
              <a:defRPr b="1" i="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30"/>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ình ảnh">
  <p:cSld name="Hình ảnh">
    <p:spTree>
      <p:nvGrpSpPr>
        <p:cNvPr id="428" name="Shape 428"/>
        <p:cNvGrpSpPr/>
        <p:nvPr/>
      </p:nvGrpSpPr>
      <p:grpSpPr>
        <a:xfrm>
          <a:off x="0" y="0"/>
          <a:ext cx="0" cy="0"/>
          <a:chOff x="0" y="0"/>
          <a:chExt cx="0" cy="0"/>
        </a:xfrm>
      </p:grpSpPr>
      <p:sp>
        <p:nvSpPr>
          <p:cNvPr id="429" name="Google Shape;429;p31"/>
          <p:cNvSpPr/>
          <p:nvPr/>
        </p:nvSpPr>
        <p:spPr>
          <a:xfrm rot="10800000">
            <a:off x="-2" y="0"/>
            <a:ext cx="12192000" cy="6858000"/>
          </a:xfrm>
          <a:custGeom>
            <a:rect b="b" l="l" r="r" t="t"/>
            <a:pathLst>
              <a:path extrusionOk="0" h="6858000" w="1219200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31"/>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1" name="Google Shape;431;p31"/>
          <p:cNvGrpSpPr/>
          <p:nvPr/>
        </p:nvGrpSpPr>
        <p:grpSpPr>
          <a:xfrm>
            <a:off x="58527" y="54292"/>
            <a:ext cx="2869771" cy="1563379"/>
            <a:chOff x="44879" y="27296"/>
            <a:chExt cx="2869771" cy="1563379"/>
          </a:xfrm>
        </p:grpSpPr>
        <p:cxnSp>
          <p:nvCxnSpPr>
            <p:cNvPr id="432" name="Google Shape;432;p31"/>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33" name="Google Shape;433;p31"/>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34" name="Google Shape;434;p31"/>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35" name="Google Shape;435;p31"/>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31"/>
          <p:cNvSpPr txBox="1"/>
          <p:nvPr>
            <p:ph type="title"/>
          </p:nvPr>
        </p:nvSpPr>
        <p:spPr>
          <a:xfrm>
            <a:off x="774146" y="202009"/>
            <a:ext cx="3932227" cy="1698043"/>
          </a:xfrm>
          <a:prstGeom prst="rect">
            <a:avLst/>
          </a:prstGeom>
          <a:noFill/>
          <a:ln>
            <a:noFill/>
          </a:ln>
        </p:spPr>
        <p:txBody>
          <a:bodyPr anchorCtr="0" anchor="ctr" bIns="45700" lIns="91425" spcFirstLastPara="1" rIns="91425" wrap="square" tIns="4570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7" name="Google Shape;437;p31"/>
          <p:cNvSpPr txBox="1"/>
          <p:nvPr>
            <p:ph idx="1" type="body"/>
          </p:nvPr>
        </p:nvSpPr>
        <p:spPr>
          <a:xfrm>
            <a:off x="774144" y="2113808"/>
            <a:ext cx="3932227" cy="4063156"/>
          </a:xfrm>
          <a:prstGeom prst="rect">
            <a:avLst/>
          </a:prstGeom>
          <a:noFill/>
          <a:ln>
            <a:noFill/>
          </a:ln>
        </p:spPr>
        <p:txBody>
          <a:bodyPr anchorCtr="0" anchor="t" bIns="45700" lIns="91425" spcFirstLastPara="1" rIns="91425" wrap="square" tIns="45700">
            <a:normAutofit/>
          </a:bodyPr>
          <a:lstStyle>
            <a:lvl1pPr indent="-406400" lvl="0" marL="457200" algn="just">
              <a:lnSpc>
                <a:spcPct val="130000"/>
              </a:lnSpc>
              <a:spcBef>
                <a:spcPts val="300"/>
              </a:spcBef>
              <a:spcAft>
                <a:spcPts val="0"/>
              </a:spcAft>
              <a:buClr>
                <a:schemeClr val="dk1"/>
              </a:buClr>
              <a:buSzPts val="2800"/>
              <a:buChar char="•"/>
              <a:defRPr>
                <a:latin typeface="Arial"/>
                <a:ea typeface="Arial"/>
                <a:cs typeface="Arial"/>
                <a:sym typeface="Arial"/>
              </a:defRPr>
            </a:lvl1pPr>
            <a:lvl2pPr indent="-381000" lvl="1" marL="914400" algn="just">
              <a:lnSpc>
                <a:spcPct val="130000"/>
              </a:lnSpc>
              <a:spcBef>
                <a:spcPts val="300"/>
              </a:spcBef>
              <a:spcAft>
                <a:spcPts val="0"/>
              </a:spcAft>
              <a:buClr>
                <a:schemeClr val="dk1"/>
              </a:buClr>
              <a:buSzPts val="2400"/>
              <a:buChar char="•"/>
              <a:defRPr>
                <a:latin typeface="Arial"/>
                <a:ea typeface="Arial"/>
                <a:cs typeface="Arial"/>
                <a:sym typeface="Arial"/>
              </a:defRPr>
            </a:lvl2pPr>
            <a:lvl3pPr indent="-355600" lvl="2" marL="1371600" algn="just">
              <a:lnSpc>
                <a:spcPct val="130000"/>
              </a:lnSpc>
              <a:spcBef>
                <a:spcPts val="300"/>
              </a:spcBef>
              <a:spcAft>
                <a:spcPts val="0"/>
              </a:spcAft>
              <a:buClr>
                <a:schemeClr val="dk1"/>
              </a:buClr>
              <a:buSzPts val="2000"/>
              <a:buChar char="•"/>
              <a:defRPr>
                <a:latin typeface="Arial"/>
                <a:ea typeface="Arial"/>
                <a:cs typeface="Arial"/>
                <a:sym typeface="Arial"/>
              </a:defRPr>
            </a:lvl3pPr>
            <a:lvl4pPr indent="-342900" lvl="3" marL="1828800" algn="just">
              <a:lnSpc>
                <a:spcPct val="130000"/>
              </a:lnSpc>
              <a:spcBef>
                <a:spcPts val="300"/>
              </a:spcBef>
              <a:spcAft>
                <a:spcPts val="0"/>
              </a:spcAft>
              <a:buClr>
                <a:schemeClr val="dk1"/>
              </a:buClr>
              <a:buSzPts val="1800"/>
              <a:buChar char="•"/>
              <a:defRPr>
                <a:latin typeface="Arial"/>
                <a:ea typeface="Arial"/>
                <a:cs typeface="Arial"/>
                <a:sym typeface="Arial"/>
              </a:defRPr>
            </a:lvl4pPr>
            <a:lvl5pPr indent="-342900" lvl="4" marL="2286000" algn="just">
              <a:lnSpc>
                <a:spcPct val="130000"/>
              </a:lnSpc>
              <a:spcBef>
                <a:spcPts val="3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3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439" name="Google Shape;439;p31"/>
          <p:cNvGrpSpPr/>
          <p:nvPr/>
        </p:nvGrpSpPr>
        <p:grpSpPr>
          <a:xfrm>
            <a:off x="16026" y="4629289"/>
            <a:ext cx="434350" cy="2228711"/>
            <a:chOff x="16026" y="4629289"/>
            <a:chExt cx="434350" cy="2228711"/>
          </a:xfrm>
        </p:grpSpPr>
        <p:sp>
          <p:nvSpPr>
            <p:cNvPr id="440" name="Google Shape;440;p31"/>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31"/>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31"/>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31"/>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31"/>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31"/>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46" name="Google Shape;446;p31"/>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31"/>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31"/>
          <p:cNvSpPr/>
          <p:nvPr/>
        </p:nvSpPr>
        <p:spPr>
          <a:xfrm>
            <a:off x="92963" y="6542941"/>
            <a:ext cx="280476" cy="2804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49" name="Google Shape;449;p3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dk1"/>
                </a:solidFill>
                <a:latin typeface="Arial"/>
                <a:ea typeface="Arial"/>
                <a:cs typeface="Arial"/>
                <a:sym typeface="Arial"/>
              </a:defRPr>
            </a:lvl1pPr>
            <a:lvl2pPr indent="0" lvl="1" marL="0" algn="ctr">
              <a:spcBef>
                <a:spcPts val="0"/>
              </a:spcBef>
              <a:buNone/>
              <a:defRPr sz="700">
                <a:solidFill>
                  <a:schemeClr val="dk1"/>
                </a:solidFill>
                <a:latin typeface="Arial"/>
                <a:ea typeface="Arial"/>
                <a:cs typeface="Arial"/>
                <a:sym typeface="Arial"/>
              </a:defRPr>
            </a:lvl2pPr>
            <a:lvl3pPr indent="0" lvl="2" marL="0" algn="ctr">
              <a:spcBef>
                <a:spcPts val="0"/>
              </a:spcBef>
              <a:buNone/>
              <a:defRPr sz="700">
                <a:solidFill>
                  <a:schemeClr val="dk1"/>
                </a:solidFill>
                <a:latin typeface="Arial"/>
                <a:ea typeface="Arial"/>
                <a:cs typeface="Arial"/>
                <a:sym typeface="Arial"/>
              </a:defRPr>
            </a:lvl3pPr>
            <a:lvl4pPr indent="0" lvl="3" marL="0" algn="ctr">
              <a:spcBef>
                <a:spcPts val="0"/>
              </a:spcBef>
              <a:buNone/>
              <a:defRPr sz="700">
                <a:solidFill>
                  <a:schemeClr val="dk1"/>
                </a:solidFill>
                <a:latin typeface="Arial"/>
                <a:ea typeface="Arial"/>
                <a:cs typeface="Arial"/>
                <a:sym typeface="Arial"/>
              </a:defRPr>
            </a:lvl4pPr>
            <a:lvl5pPr indent="0" lvl="4" marL="0" algn="ctr">
              <a:spcBef>
                <a:spcPts val="0"/>
              </a:spcBef>
              <a:buNone/>
              <a:defRPr sz="700">
                <a:solidFill>
                  <a:schemeClr val="dk1"/>
                </a:solidFill>
                <a:latin typeface="Arial"/>
                <a:ea typeface="Arial"/>
                <a:cs typeface="Arial"/>
                <a:sym typeface="Arial"/>
              </a:defRPr>
            </a:lvl5pPr>
            <a:lvl6pPr indent="0" lvl="5" marL="0" algn="ctr">
              <a:spcBef>
                <a:spcPts val="0"/>
              </a:spcBef>
              <a:buNone/>
              <a:defRPr sz="700">
                <a:solidFill>
                  <a:schemeClr val="dk1"/>
                </a:solidFill>
                <a:latin typeface="Arial"/>
                <a:ea typeface="Arial"/>
                <a:cs typeface="Arial"/>
                <a:sym typeface="Arial"/>
              </a:defRPr>
            </a:lvl6pPr>
            <a:lvl7pPr indent="0" lvl="6" marL="0" algn="ctr">
              <a:spcBef>
                <a:spcPts val="0"/>
              </a:spcBef>
              <a:buNone/>
              <a:defRPr sz="700">
                <a:solidFill>
                  <a:schemeClr val="dk1"/>
                </a:solidFill>
                <a:latin typeface="Arial"/>
                <a:ea typeface="Arial"/>
                <a:cs typeface="Arial"/>
                <a:sym typeface="Arial"/>
              </a:defRPr>
            </a:lvl7pPr>
            <a:lvl8pPr indent="0" lvl="7" marL="0" algn="ctr">
              <a:spcBef>
                <a:spcPts val="0"/>
              </a:spcBef>
              <a:buNone/>
              <a:defRPr sz="700">
                <a:solidFill>
                  <a:schemeClr val="dk1"/>
                </a:solidFill>
                <a:latin typeface="Arial"/>
                <a:ea typeface="Arial"/>
                <a:cs typeface="Arial"/>
                <a:sym typeface="Arial"/>
              </a:defRPr>
            </a:lvl8pPr>
            <a:lvl9pPr indent="0" lvl="8" marL="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450" name="Google Shape;450;p31"/>
          <p:cNvGrpSpPr/>
          <p:nvPr/>
        </p:nvGrpSpPr>
        <p:grpSpPr>
          <a:xfrm rot="10800000">
            <a:off x="9265363" y="5246044"/>
            <a:ext cx="2869771" cy="1563379"/>
            <a:chOff x="44879" y="27296"/>
            <a:chExt cx="2869771" cy="1563379"/>
          </a:xfrm>
        </p:grpSpPr>
        <p:cxnSp>
          <p:nvCxnSpPr>
            <p:cNvPr id="451" name="Google Shape;451;p31"/>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52" name="Google Shape;452;p31"/>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53" name="Google Shape;453;p31"/>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54" name="Google Shape;454;p31"/>
          <p:cNvSpPr/>
          <p:nvPr>
            <p:ph idx="2" type="pic"/>
          </p:nvPr>
        </p:nvSpPr>
        <p:spPr>
          <a:xfrm>
            <a:off x="5160373" y="202009"/>
            <a:ext cx="6237261" cy="5976999"/>
          </a:xfrm>
          <a:prstGeom prst="roundRect">
            <a:avLst>
              <a:gd fmla="val 574" name="adj"/>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1">
  <p:cSld name="Trang trong 1">
    <p:spTree>
      <p:nvGrpSpPr>
        <p:cNvPr id="455" name="Shape 455"/>
        <p:cNvGrpSpPr/>
        <p:nvPr/>
      </p:nvGrpSpPr>
      <p:grpSpPr>
        <a:xfrm>
          <a:off x="0" y="0"/>
          <a:ext cx="0" cy="0"/>
          <a:chOff x="0" y="0"/>
          <a:chExt cx="0" cy="0"/>
        </a:xfrm>
      </p:grpSpPr>
      <p:sp>
        <p:nvSpPr>
          <p:cNvPr id="456" name="Google Shape;456;p32"/>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57" name="Google Shape;457;p32"/>
          <p:cNvGrpSpPr/>
          <p:nvPr/>
        </p:nvGrpSpPr>
        <p:grpSpPr>
          <a:xfrm rot="10800000">
            <a:off x="9263702" y="5930537"/>
            <a:ext cx="2869771" cy="886519"/>
            <a:chOff x="44879" y="27296"/>
            <a:chExt cx="2869771" cy="886519"/>
          </a:xfrm>
        </p:grpSpPr>
        <p:cxnSp>
          <p:nvCxnSpPr>
            <p:cNvPr id="458" name="Google Shape;458;p32"/>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59" name="Google Shape;459;p32"/>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60" name="Google Shape;460;p32"/>
            <p:cNvCxnSpPr/>
            <p:nvPr/>
          </p:nvCxnSpPr>
          <p:spPr>
            <a:xfrm rot="10800000">
              <a:off x="52214" y="654128"/>
              <a:ext cx="0" cy="259687"/>
            </a:xfrm>
            <a:prstGeom prst="straightConnector1">
              <a:avLst/>
            </a:prstGeom>
            <a:noFill/>
            <a:ln cap="rnd" cmpd="sng" w="38100">
              <a:solidFill>
                <a:srgbClr val="00C6FF"/>
              </a:solidFill>
              <a:prstDash val="solid"/>
              <a:round/>
              <a:headEnd len="sm" w="sm" type="none"/>
              <a:tailEnd len="sm" w="sm" type="none"/>
            </a:ln>
          </p:spPr>
        </p:cxnSp>
      </p:grpSp>
      <p:sp>
        <p:nvSpPr>
          <p:cNvPr id="461" name="Google Shape;461;p32"/>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62" name="Google Shape;462;p32"/>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463" name="Google Shape;463;p32"/>
          <p:cNvSpPr/>
          <p:nvPr/>
        </p:nvSpPr>
        <p:spPr>
          <a:xfrm rot="10800000">
            <a:off x="0" y="0"/>
            <a:ext cx="715617" cy="616911"/>
          </a:xfrm>
          <a:prstGeom prst="triangle">
            <a:avLst>
              <a:gd fmla="val 100000" name="adj"/>
            </a:avLst>
          </a:prstGeom>
          <a:solidFill>
            <a:srgbClr val="007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64" name="Google Shape;464;p32"/>
          <p:cNvGrpSpPr/>
          <p:nvPr/>
        </p:nvGrpSpPr>
        <p:grpSpPr>
          <a:xfrm>
            <a:off x="58527" y="40944"/>
            <a:ext cx="2869771" cy="886519"/>
            <a:chOff x="44879" y="27296"/>
            <a:chExt cx="2869771" cy="886519"/>
          </a:xfrm>
        </p:grpSpPr>
        <p:cxnSp>
          <p:nvCxnSpPr>
            <p:cNvPr id="465" name="Google Shape;465;p32"/>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66" name="Google Shape;466;p32"/>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67" name="Google Shape;467;p32"/>
            <p:cNvCxnSpPr/>
            <p:nvPr/>
          </p:nvCxnSpPr>
          <p:spPr>
            <a:xfrm rot="10800000">
              <a:off x="52214" y="654128"/>
              <a:ext cx="0" cy="259687"/>
            </a:xfrm>
            <a:prstGeom prst="straightConnector1">
              <a:avLst/>
            </a:prstGeom>
            <a:noFill/>
            <a:ln cap="flat" cmpd="sng" w="38100">
              <a:solidFill>
                <a:srgbClr val="00C6FF"/>
              </a:solidFill>
              <a:prstDash val="solid"/>
              <a:miter lim="800000"/>
              <a:headEnd len="sm" w="sm" type="none"/>
              <a:tailEnd len="sm" w="sm" type="none"/>
            </a:ln>
          </p:spPr>
        </p:cxnSp>
      </p:grpSp>
      <p:sp>
        <p:nvSpPr>
          <p:cNvPr id="468" name="Google Shape;468;p32"/>
          <p:cNvSpPr/>
          <p:nvPr/>
        </p:nvSpPr>
        <p:spPr>
          <a:xfrm>
            <a:off x="11589537" y="105878"/>
            <a:ext cx="489307" cy="405155"/>
          </a:xfrm>
          <a:custGeom>
            <a:rect b="b" l="l" r="r" t="t"/>
            <a:pathLst>
              <a:path extrusionOk="0" h="405155" w="489307">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3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0" name="Google Shape;470;p32"/>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g trong 2">
  <p:cSld name="Trang trong 2">
    <p:spTree>
      <p:nvGrpSpPr>
        <p:cNvPr id="471" name="Shape 471"/>
        <p:cNvGrpSpPr/>
        <p:nvPr/>
      </p:nvGrpSpPr>
      <p:grpSpPr>
        <a:xfrm>
          <a:off x="0" y="0"/>
          <a:ext cx="0" cy="0"/>
          <a:chOff x="0" y="0"/>
          <a:chExt cx="0" cy="0"/>
        </a:xfrm>
      </p:grpSpPr>
      <p:sp>
        <p:nvSpPr>
          <p:cNvPr id="472" name="Google Shape;472;p33"/>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73" name="Google Shape;473;p33"/>
          <p:cNvSpPr txBox="1"/>
          <p:nvPr>
            <p:ph idx="12" type="sldNum"/>
          </p:nvPr>
        </p:nvSpPr>
        <p:spPr>
          <a:xfrm>
            <a:off x="-2005" y="6566400"/>
            <a:ext cx="291600" cy="291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700">
                <a:solidFill>
                  <a:schemeClr val="lt1"/>
                </a:solidFill>
                <a:latin typeface="Arial"/>
                <a:ea typeface="Arial"/>
                <a:cs typeface="Arial"/>
                <a:sym typeface="Arial"/>
              </a:defRPr>
            </a:lvl1pPr>
            <a:lvl2pPr indent="0" lvl="1" marL="0" algn="ctr">
              <a:spcBef>
                <a:spcPts val="0"/>
              </a:spcBef>
              <a:buNone/>
              <a:defRPr sz="700">
                <a:solidFill>
                  <a:schemeClr val="lt1"/>
                </a:solidFill>
                <a:latin typeface="Arial"/>
                <a:ea typeface="Arial"/>
                <a:cs typeface="Arial"/>
                <a:sym typeface="Arial"/>
              </a:defRPr>
            </a:lvl2pPr>
            <a:lvl3pPr indent="0" lvl="2" marL="0" algn="ctr">
              <a:spcBef>
                <a:spcPts val="0"/>
              </a:spcBef>
              <a:buNone/>
              <a:defRPr sz="700">
                <a:solidFill>
                  <a:schemeClr val="lt1"/>
                </a:solidFill>
                <a:latin typeface="Arial"/>
                <a:ea typeface="Arial"/>
                <a:cs typeface="Arial"/>
                <a:sym typeface="Arial"/>
              </a:defRPr>
            </a:lvl3pPr>
            <a:lvl4pPr indent="0" lvl="3" marL="0" algn="ctr">
              <a:spcBef>
                <a:spcPts val="0"/>
              </a:spcBef>
              <a:buNone/>
              <a:defRPr sz="700">
                <a:solidFill>
                  <a:schemeClr val="lt1"/>
                </a:solidFill>
                <a:latin typeface="Arial"/>
                <a:ea typeface="Arial"/>
                <a:cs typeface="Arial"/>
                <a:sym typeface="Arial"/>
              </a:defRPr>
            </a:lvl4pPr>
            <a:lvl5pPr indent="0" lvl="4" marL="0" algn="ctr">
              <a:spcBef>
                <a:spcPts val="0"/>
              </a:spcBef>
              <a:buNone/>
              <a:defRPr sz="700">
                <a:solidFill>
                  <a:schemeClr val="lt1"/>
                </a:solidFill>
                <a:latin typeface="Arial"/>
                <a:ea typeface="Arial"/>
                <a:cs typeface="Arial"/>
                <a:sym typeface="Arial"/>
              </a:defRPr>
            </a:lvl5pPr>
            <a:lvl6pPr indent="0" lvl="5" marL="0" algn="ctr">
              <a:spcBef>
                <a:spcPts val="0"/>
              </a:spcBef>
              <a:buNone/>
              <a:defRPr sz="700">
                <a:solidFill>
                  <a:schemeClr val="lt1"/>
                </a:solidFill>
                <a:latin typeface="Arial"/>
                <a:ea typeface="Arial"/>
                <a:cs typeface="Arial"/>
                <a:sym typeface="Arial"/>
              </a:defRPr>
            </a:lvl6pPr>
            <a:lvl7pPr indent="0" lvl="6" marL="0" algn="ctr">
              <a:spcBef>
                <a:spcPts val="0"/>
              </a:spcBef>
              <a:buNone/>
              <a:defRPr sz="700">
                <a:solidFill>
                  <a:schemeClr val="lt1"/>
                </a:solidFill>
                <a:latin typeface="Arial"/>
                <a:ea typeface="Arial"/>
                <a:cs typeface="Arial"/>
                <a:sym typeface="Arial"/>
              </a:defRPr>
            </a:lvl7pPr>
            <a:lvl8pPr indent="0" lvl="7" marL="0" algn="ctr">
              <a:spcBef>
                <a:spcPts val="0"/>
              </a:spcBef>
              <a:buNone/>
              <a:defRPr sz="700">
                <a:solidFill>
                  <a:schemeClr val="lt1"/>
                </a:solidFill>
                <a:latin typeface="Arial"/>
                <a:ea typeface="Arial"/>
                <a:cs typeface="Arial"/>
                <a:sym typeface="Arial"/>
              </a:defRPr>
            </a:lvl8pPr>
            <a:lvl9pPr indent="0" lvl="8" marL="0" algn="ctr">
              <a:spcBef>
                <a:spcPts val="0"/>
              </a:spcBef>
              <a:buNone/>
              <a:defRPr sz="7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êu đề">
  <p:cSld name="1_Tiêu đề">
    <p:spTree>
      <p:nvGrpSpPr>
        <p:cNvPr id="474" name="Shape 474"/>
        <p:cNvGrpSpPr/>
        <p:nvPr/>
      </p:nvGrpSpPr>
      <p:grpSpPr>
        <a:xfrm>
          <a:off x="0" y="0"/>
          <a:ext cx="0" cy="0"/>
          <a:chOff x="0" y="0"/>
          <a:chExt cx="0" cy="0"/>
        </a:xfrm>
      </p:grpSpPr>
      <p:sp>
        <p:nvSpPr>
          <p:cNvPr id="475" name="Google Shape;475;p34"/>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34"/>
          <p:cNvSpPr/>
          <p:nvPr/>
        </p:nvSpPr>
        <p:spPr>
          <a:xfrm rot="10800000">
            <a:off x="-1" y="0"/>
            <a:ext cx="12192000" cy="6858000"/>
          </a:xfrm>
          <a:custGeom>
            <a:rect b="b" l="l" r="r" t="t"/>
            <a:pathLst>
              <a:path extrusionOk="0" h="6858000" w="12192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34"/>
          <p:cNvSpPr/>
          <p:nvPr/>
        </p:nvSpPr>
        <p:spPr>
          <a:xfrm rot="10800000">
            <a:off x="0" y="0"/>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8" name="Google Shape;478;p34"/>
          <p:cNvGrpSpPr/>
          <p:nvPr/>
        </p:nvGrpSpPr>
        <p:grpSpPr>
          <a:xfrm>
            <a:off x="58527" y="40944"/>
            <a:ext cx="2869771" cy="1563379"/>
            <a:chOff x="44879" y="27296"/>
            <a:chExt cx="2869771" cy="1563379"/>
          </a:xfrm>
        </p:grpSpPr>
        <p:cxnSp>
          <p:nvCxnSpPr>
            <p:cNvPr id="479" name="Google Shape;479;p34"/>
            <p:cNvCxnSpPr/>
            <p:nvPr/>
          </p:nvCxnSpPr>
          <p:spPr>
            <a:xfrm rot="10800000">
              <a:off x="766351" y="34631"/>
              <a:ext cx="2148299" cy="0"/>
            </a:xfrm>
            <a:prstGeom prst="straightConnector1">
              <a:avLst/>
            </a:prstGeom>
            <a:noFill/>
            <a:ln cap="flat" cmpd="sng" w="38100">
              <a:solidFill>
                <a:srgbClr val="00C6FF"/>
              </a:solidFill>
              <a:prstDash val="solid"/>
              <a:miter lim="800000"/>
              <a:headEnd len="sm" w="sm" type="none"/>
              <a:tailEnd len="sm" w="sm" type="none"/>
            </a:ln>
          </p:spPr>
        </p:cxnSp>
        <p:cxnSp>
          <p:nvCxnSpPr>
            <p:cNvPr id="480" name="Google Shape;480;p34"/>
            <p:cNvCxnSpPr/>
            <p:nvPr/>
          </p:nvCxnSpPr>
          <p:spPr>
            <a:xfrm flipH="1">
              <a:off x="44879" y="27296"/>
              <a:ext cx="737495" cy="644210"/>
            </a:xfrm>
            <a:prstGeom prst="straightConnector1">
              <a:avLst/>
            </a:prstGeom>
            <a:noFill/>
            <a:ln cap="flat" cmpd="sng" w="38100">
              <a:solidFill>
                <a:srgbClr val="00C6FF"/>
              </a:solidFill>
              <a:prstDash val="solid"/>
              <a:miter lim="800000"/>
              <a:headEnd len="sm" w="sm" type="none"/>
              <a:tailEnd len="sm" w="sm" type="none"/>
            </a:ln>
          </p:spPr>
        </p:cxnSp>
        <p:cxnSp>
          <p:nvCxnSpPr>
            <p:cNvPr id="481" name="Google Shape;481;p34"/>
            <p:cNvCxnSpPr/>
            <p:nvPr/>
          </p:nvCxnSpPr>
          <p:spPr>
            <a:xfrm rot="10800000">
              <a:off x="52214" y="654128"/>
              <a:ext cx="0" cy="936547"/>
            </a:xfrm>
            <a:prstGeom prst="straightConnector1">
              <a:avLst/>
            </a:prstGeom>
            <a:noFill/>
            <a:ln cap="flat" cmpd="sng" w="38100">
              <a:solidFill>
                <a:srgbClr val="00C6FF"/>
              </a:solidFill>
              <a:prstDash val="solid"/>
              <a:miter lim="800000"/>
              <a:headEnd len="sm" w="sm" type="none"/>
              <a:tailEnd len="sm" w="sm" type="none"/>
            </a:ln>
          </p:spPr>
        </p:cxnSp>
      </p:grpSp>
      <p:sp>
        <p:nvSpPr>
          <p:cNvPr id="482" name="Google Shape;482;p34"/>
          <p:cNvSpPr/>
          <p:nvPr/>
        </p:nvSpPr>
        <p:spPr>
          <a:xfrm>
            <a:off x="11476383" y="6241089"/>
            <a:ext cx="715617" cy="616911"/>
          </a:xfrm>
          <a:prstGeom prst="triangle">
            <a:avLst>
              <a:gd fmla="val 100000" name="adj"/>
            </a:avLst>
          </a:prstGeom>
          <a:solidFill>
            <a:srgbClr val="0072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83" name="Google Shape;483;p34"/>
          <p:cNvGrpSpPr/>
          <p:nvPr/>
        </p:nvGrpSpPr>
        <p:grpSpPr>
          <a:xfrm rot="10800000">
            <a:off x="9263702" y="5253677"/>
            <a:ext cx="2869771" cy="1563379"/>
            <a:chOff x="44879" y="27296"/>
            <a:chExt cx="2869771" cy="1563379"/>
          </a:xfrm>
        </p:grpSpPr>
        <p:cxnSp>
          <p:nvCxnSpPr>
            <p:cNvPr id="484" name="Google Shape;484;p34"/>
            <p:cNvCxnSpPr/>
            <p:nvPr/>
          </p:nvCxnSpPr>
          <p:spPr>
            <a:xfrm rot="10800000">
              <a:off x="766351" y="34631"/>
              <a:ext cx="2148299" cy="0"/>
            </a:xfrm>
            <a:prstGeom prst="straightConnector1">
              <a:avLst/>
            </a:prstGeom>
            <a:noFill/>
            <a:ln cap="rnd" cmpd="sng" w="38100">
              <a:solidFill>
                <a:srgbClr val="00C6FF"/>
              </a:solidFill>
              <a:prstDash val="solid"/>
              <a:round/>
              <a:headEnd len="sm" w="sm" type="none"/>
              <a:tailEnd len="sm" w="sm" type="none"/>
            </a:ln>
          </p:spPr>
        </p:cxnSp>
        <p:cxnSp>
          <p:nvCxnSpPr>
            <p:cNvPr id="485" name="Google Shape;485;p34"/>
            <p:cNvCxnSpPr/>
            <p:nvPr/>
          </p:nvCxnSpPr>
          <p:spPr>
            <a:xfrm flipH="1">
              <a:off x="44879" y="27296"/>
              <a:ext cx="737495" cy="644210"/>
            </a:xfrm>
            <a:prstGeom prst="straightConnector1">
              <a:avLst/>
            </a:prstGeom>
            <a:noFill/>
            <a:ln cap="rnd" cmpd="sng" w="38100">
              <a:solidFill>
                <a:srgbClr val="00C6FF"/>
              </a:solidFill>
              <a:prstDash val="solid"/>
              <a:round/>
              <a:headEnd len="sm" w="sm" type="none"/>
              <a:tailEnd len="sm" w="sm" type="none"/>
            </a:ln>
          </p:spPr>
        </p:cxnSp>
        <p:cxnSp>
          <p:nvCxnSpPr>
            <p:cNvPr id="486" name="Google Shape;486;p34"/>
            <p:cNvCxnSpPr/>
            <p:nvPr/>
          </p:nvCxnSpPr>
          <p:spPr>
            <a:xfrm rot="10800000">
              <a:off x="52214" y="654128"/>
              <a:ext cx="0" cy="936547"/>
            </a:xfrm>
            <a:prstGeom prst="straightConnector1">
              <a:avLst/>
            </a:prstGeom>
            <a:noFill/>
            <a:ln cap="rnd" cmpd="sng" w="38100">
              <a:solidFill>
                <a:srgbClr val="00C6FF"/>
              </a:solidFill>
              <a:prstDash val="solid"/>
              <a:round/>
              <a:headEnd len="sm" w="sm" type="none"/>
              <a:tailEnd len="sm" w="sm" type="none"/>
            </a:ln>
          </p:spPr>
        </p:cxnSp>
      </p:grpSp>
      <p:sp>
        <p:nvSpPr>
          <p:cNvPr id="487" name="Google Shape;487;p34"/>
          <p:cNvSpPr/>
          <p:nvPr/>
        </p:nvSpPr>
        <p:spPr>
          <a:xfrm flipH="1">
            <a:off x="5441009" y="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 name="Google Shape;488;p34"/>
          <p:cNvSpPr/>
          <p:nvPr/>
        </p:nvSpPr>
        <p:spPr>
          <a:xfrm flipH="1" rot="10800000">
            <a:off x="0" y="6553200"/>
            <a:ext cx="6750991" cy="304800"/>
          </a:xfrm>
          <a:custGeom>
            <a:rect b="b" l="l" r="r" t="t"/>
            <a:pathLst>
              <a:path extrusionOk="0" h="304800" w="6750991">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5098"/>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clipart, vector graphics&#10;&#10;Description automatically generated" id="489" name="Google Shape;489;p34"/>
          <p:cNvPicPr preferRelativeResize="0"/>
          <p:nvPr/>
        </p:nvPicPr>
        <p:blipFill rotWithShape="1">
          <a:blip r:embed="rId3">
            <a:alphaModFix/>
          </a:blip>
          <a:srcRect b="0" l="0" r="0" t="0"/>
          <a:stretch/>
        </p:blipFill>
        <p:spPr>
          <a:xfrm>
            <a:off x="412638" y="362637"/>
            <a:ext cx="544288" cy="450213"/>
          </a:xfrm>
          <a:prstGeom prst="rect">
            <a:avLst/>
          </a:prstGeom>
          <a:noFill/>
          <a:ln>
            <a:noFill/>
          </a:ln>
        </p:spPr>
      </p:pic>
      <p:sp>
        <p:nvSpPr>
          <p:cNvPr id="490" name="Google Shape;490;p34"/>
          <p:cNvSpPr txBox="1"/>
          <p:nvPr/>
        </p:nvSpPr>
        <p:spPr>
          <a:xfrm>
            <a:off x="956926" y="326133"/>
            <a:ext cx="3996607"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rgbClr val="000046"/>
                </a:solidFill>
                <a:latin typeface="Arial"/>
                <a:ea typeface="Arial"/>
                <a:cs typeface="Arial"/>
                <a:sym typeface="Arial"/>
              </a:rPr>
              <a:t>ĐẠI HỌC QUỐC GIA TP. HỒ CHÍ MINH</a:t>
            </a:r>
            <a:endParaRPr/>
          </a:p>
          <a:p>
            <a:pPr indent="0" lvl="0" marL="0" marR="0" rtl="0" algn="l">
              <a:spcBef>
                <a:spcPts val="0"/>
              </a:spcBef>
              <a:spcAft>
                <a:spcPts val="0"/>
              </a:spcAft>
              <a:buNone/>
            </a:pPr>
            <a:r>
              <a:rPr b="1" lang="en-US" sz="1400">
                <a:solidFill>
                  <a:srgbClr val="000046"/>
                </a:solidFill>
                <a:latin typeface="Arial"/>
                <a:ea typeface="Arial"/>
                <a:cs typeface="Arial"/>
                <a:sym typeface="Arial"/>
              </a:rPr>
              <a:t>TRƯỜNG ĐẠI HỌC CÔNG NGHỆ THÔNG TIN</a:t>
            </a:r>
            <a:endParaRPr/>
          </a:p>
        </p:txBody>
      </p:sp>
      <p:sp>
        <p:nvSpPr>
          <p:cNvPr id="491" name="Google Shape;491;p34"/>
          <p:cNvSpPr/>
          <p:nvPr/>
        </p:nvSpPr>
        <p:spPr>
          <a:xfrm>
            <a:off x="11924591" y="6583140"/>
            <a:ext cx="233916" cy="23391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492" name="Google Shape;492;p34"/>
          <p:cNvSpPr txBox="1"/>
          <p:nvPr>
            <p:ph idx="12" type="sldNum"/>
          </p:nvPr>
        </p:nvSpPr>
        <p:spPr>
          <a:xfrm>
            <a:off x="11894359" y="6566401"/>
            <a:ext cx="291600" cy="2916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sz="700">
                <a:solidFill>
                  <a:schemeClr val="dk1"/>
                </a:solidFill>
                <a:latin typeface="Arial"/>
                <a:ea typeface="Arial"/>
                <a:cs typeface="Arial"/>
                <a:sym typeface="Arial"/>
              </a:defRPr>
            </a:lvl1pPr>
            <a:lvl2pPr indent="0" lvl="1" marL="0" marR="0" algn="ctr">
              <a:spcBef>
                <a:spcPts val="0"/>
              </a:spcBef>
              <a:buNone/>
              <a:defRPr sz="700">
                <a:solidFill>
                  <a:schemeClr val="dk1"/>
                </a:solidFill>
                <a:latin typeface="Arial"/>
                <a:ea typeface="Arial"/>
                <a:cs typeface="Arial"/>
                <a:sym typeface="Arial"/>
              </a:defRPr>
            </a:lvl2pPr>
            <a:lvl3pPr indent="0" lvl="2" marL="0" marR="0" algn="ctr">
              <a:spcBef>
                <a:spcPts val="0"/>
              </a:spcBef>
              <a:buNone/>
              <a:defRPr sz="700">
                <a:solidFill>
                  <a:schemeClr val="dk1"/>
                </a:solidFill>
                <a:latin typeface="Arial"/>
                <a:ea typeface="Arial"/>
                <a:cs typeface="Arial"/>
                <a:sym typeface="Arial"/>
              </a:defRPr>
            </a:lvl3pPr>
            <a:lvl4pPr indent="0" lvl="3" marL="0" marR="0" algn="ctr">
              <a:spcBef>
                <a:spcPts val="0"/>
              </a:spcBef>
              <a:buNone/>
              <a:defRPr sz="700">
                <a:solidFill>
                  <a:schemeClr val="dk1"/>
                </a:solidFill>
                <a:latin typeface="Arial"/>
                <a:ea typeface="Arial"/>
                <a:cs typeface="Arial"/>
                <a:sym typeface="Arial"/>
              </a:defRPr>
            </a:lvl4pPr>
            <a:lvl5pPr indent="0" lvl="4" marL="0" marR="0" algn="ctr">
              <a:spcBef>
                <a:spcPts val="0"/>
              </a:spcBef>
              <a:buNone/>
              <a:defRPr sz="700">
                <a:solidFill>
                  <a:schemeClr val="dk1"/>
                </a:solidFill>
                <a:latin typeface="Arial"/>
                <a:ea typeface="Arial"/>
                <a:cs typeface="Arial"/>
                <a:sym typeface="Arial"/>
              </a:defRPr>
            </a:lvl5pPr>
            <a:lvl6pPr indent="0" lvl="5" marL="0" marR="0" algn="ctr">
              <a:spcBef>
                <a:spcPts val="0"/>
              </a:spcBef>
              <a:buNone/>
              <a:defRPr sz="700">
                <a:solidFill>
                  <a:schemeClr val="dk1"/>
                </a:solidFill>
                <a:latin typeface="Arial"/>
                <a:ea typeface="Arial"/>
                <a:cs typeface="Arial"/>
                <a:sym typeface="Arial"/>
              </a:defRPr>
            </a:lvl6pPr>
            <a:lvl7pPr indent="0" lvl="6" marL="0" marR="0" algn="ctr">
              <a:spcBef>
                <a:spcPts val="0"/>
              </a:spcBef>
              <a:buNone/>
              <a:defRPr sz="700">
                <a:solidFill>
                  <a:schemeClr val="dk1"/>
                </a:solidFill>
                <a:latin typeface="Arial"/>
                <a:ea typeface="Arial"/>
                <a:cs typeface="Arial"/>
                <a:sym typeface="Arial"/>
              </a:defRPr>
            </a:lvl7pPr>
            <a:lvl8pPr indent="0" lvl="7" marL="0" marR="0" algn="ctr">
              <a:spcBef>
                <a:spcPts val="0"/>
              </a:spcBef>
              <a:buNone/>
              <a:defRPr sz="700">
                <a:solidFill>
                  <a:schemeClr val="dk1"/>
                </a:solidFill>
                <a:latin typeface="Arial"/>
                <a:ea typeface="Arial"/>
                <a:cs typeface="Arial"/>
                <a:sym typeface="Arial"/>
              </a:defRPr>
            </a:lvl8pPr>
            <a:lvl9pPr indent="0" lvl="8" marL="0" marR="0" algn="ctr">
              <a:spcBef>
                <a:spcPts val="0"/>
              </a:spcBef>
              <a:buNone/>
              <a:defRPr sz="700">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493" name="Google Shape;493;p34"/>
          <p:cNvSpPr txBox="1"/>
          <p:nvPr>
            <p:ph idx="1" type="body"/>
          </p:nvPr>
        </p:nvSpPr>
        <p:spPr>
          <a:xfrm>
            <a:off x="1850807" y="2208158"/>
            <a:ext cx="8490387" cy="69616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SzPts val="4400"/>
              <a:buNone/>
              <a:defRPr b="1" sz="4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34"/>
          <p:cNvSpPr txBox="1"/>
          <p:nvPr>
            <p:ph idx="2" type="body"/>
          </p:nvPr>
        </p:nvSpPr>
        <p:spPr>
          <a:xfrm>
            <a:off x="876991" y="3039455"/>
            <a:ext cx="10438019" cy="459447"/>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000046"/>
              </a:buClr>
              <a:buSzPts val="2000"/>
              <a:buNone/>
              <a:defRPr b="1" sz="2000">
                <a:solidFill>
                  <a:srgbClr val="000046"/>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34"/>
          <p:cNvSpPr txBox="1"/>
          <p:nvPr>
            <p:ph idx="3" type="body"/>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1" i="0" sz="1400">
                <a:solidFill>
                  <a:schemeClr val="lt1"/>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34"/>
          <p:cNvSpPr txBox="1"/>
          <p:nvPr>
            <p:ph idx="4" type="body"/>
          </p:nvPr>
        </p:nvSpPr>
        <p:spPr>
          <a:xfrm>
            <a:off x="1850807" y="3630811"/>
            <a:ext cx="8490387" cy="64421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BFBFBF"/>
              </a:buClr>
              <a:buSzPts val="1200"/>
              <a:buNone/>
              <a:defRPr sz="1200">
                <a:solidFill>
                  <a:srgbClr val="BFBFBF"/>
                </a:solidFill>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34"/>
          <p:cNvSpPr txBox="1"/>
          <p:nvPr>
            <p:ph idx="10" type="dt"/>
          </p:nvPr>
        </p:nvSpPr>
        <p:spPr>
          <a:xfrm>
            <a:off x="6767806" y="6476999"/>
            <a:ext cx="2495896" cy="2367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72FF"/>
              </a:buClr>
              <a:buSzPts val="4000"/>
              <a:buFont typeface="Times New Roman"/>
              <a:buNone/>
              <a:defRPr b="1" i="0" sz="4000" u="none" cap="none" strike="noStrik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B8C9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C95"/>
                </a:solidFill>
                <a:latin typeface="Calibri"/>
                <a:ea typeface="Calibri"/>
                <a:cs typeface="Calibri"/>
                <a:sym typeface="Calibri"/>
              </a:defRPr>
            </a:lvl1pPr>
            <a:lvl2pPr indent="0" lvl="1" marL="0" marR="0" rtl="0" algn="r">
              <a:spcBef>
                <a:spcPts val="0"/>
              </a:spcBef>
              <a:buNone/>
              <a:defRPr b="0" i="0" sz="1200" u="none" cap="none" strike="noStrike">
                <a:solidFill>
                  <a:srgbClr val="8B8C95"/>
                </a:solidFill>
                <a:latin typeface="Calibri"/>
                <a:ea typeface="Calibri"/>
                <a:cs typeface="Calibri"/>
                <a:sym typeface="Calibri"/>
              </a:defRPr>
            </a:lvl2pPr>
            <a:lvl3pPr indent="0" lvl="2" marL="0" marR="0" rtl="0" algn="r">
              <a:spcBef>
                <a:spcPts val="0"/>
              </a:spcBef>
              <a:buNone/>
              <a:defRPr b="0" i="0" sz="1200" u="none" cap="none" strike="noStrike">
                <a:solidFill>
                  <a:srgbClr val="8B8C95"/>
                </a:solidFill>
                <a:latin typeface="Calibri"/>
                <a:ea typeface="Calibri"/>
                <a:cs typeface="Calibri"/>
                <a:sym typeface="Calibri"/>
              </a:defRPr>
            </a:lvl3pPr>
            <a:lvl4pPr indent="0" lvl="3" marL="0" marR="0" rtl="0" algn="r">
              <a:spcBef>
                <a:spcPts val="0"/>
              </a:spcBef>
              <a:buNone/>
              <a:defRPr b="0" i="0" sz="1200" u="none" cap="none" strike="noStrike">
                <a:solidFill>
                  <a:srgbClr val="8B8C95"/>
                </a:solidFill>
                <a:latin typeface="Calibri"/>
                <a:ea typeface="Calibri"/>
                <a:cs typeface="Calibri"/>
                <a:sym typeface="Calibri"/>
              </a:defRPr>
            </a:lvl4pPr>
            <a:lvl5pPr indent="0" lvl="4" marL="0" marR="0" rtl="0" algn="r">
              <a:spcBef>
                <a:spcPts val="0"/>
              </a:spcBef>
              <a:buNone/>
              <a:defRPr b="0" i="0" sz="1200" u="none" cap="none" strike="noStrike">
                <a:solidFill>
                  <a:srgbClr val="8B8C95"/>
                </a:solidFill>
                <a:latin typeface="Calibri"/>
                <a:ea typeface="Calibri"/>
                <a:cs typeface="Calibri"/>
                <a:sym typeface="Calibri"/>
              </a:defRPr>
            </a:lvl5pPr>
            <a:lvl6pPr indent="0" lvl="5" marL="0" marR="0" rtl="0" algn="r">
              <a:spcBef>
                <a:spcPts val="0"/>
              </a:spcBef>
              <a:buNone/>
              <a:defRPr b="0" i="0" sz="1200" u="none" cap="none" strike="noStrike">
                <a:solidFill>
                  <a:srgbClr val="8B8C95"/>
                </a:solidFill>
                <a:latin typeface="Calibri"/>
                <a:ea typeface="Calibri"/>
                <a:cs typeface="Calibri"/>
                <a:sym typeface="Calibri"/>
              </a:defRPr>
            </a:lvl6pPr>
            <a:lvl7pPr indent="0" lvl="6" marL="0" marR="0" rtl="0" algn="r">
              <a:spcBef>
                <a:spcPts val="0"/>
              </a:spcBef>
              <a:buNone/>
              <a:defRPr b="0" i="0" sz="1200" u="none" cap="none" strike="noStrike">
                <a:solidFill>
                  <a:srgbClr val="8B8C95"/>
                </a:solidFill>
                <a:latin typeface="Calibri"/>
                <a:ea typeface="Calibri"/>
                <a:cs typeface="Calibri"/>
                <a:sym typeface="Calibri"/>
              </a:defRPr>
            </a:lvl7pPr>
            <a:lvl8pPr indent="0" lvl="7" marL="0" marR="0" rtl="0" algn="r">
              <a:spcBef>
                <a:spcPts val="0"/>
              </a:spcBef>
              <a:buNone/>
              <a:defRPr b="0" i="0" sz="1200" u="none" cap="none" strike="noStrike">
                <a:solidFill>
                  <a:srgbClr val="8B8C95"/>
                </a:solidFill>
                <a:latin typeface="Calibri"/>
                <a:ea typeface="Calibri"/>
                <a:cs typeface="Calibri"/>
                <a:sym typeface="Calibri"/>
              </a:defRPr>
            </a:lvl8pPr>
            <a:lvl9pPr indent="0" lvl="8" marL="0" marR="0" rtl="0" algn="r">
              <a:spcBef>
                <a:spcPts val="0"/>
              </a:spcBef>
              <a:buNone/>
              <a:defRPr b="0" i="0" sz="1200" u="none" cap="none" strike="noStrike">
                <a:solidFill>
                  <a:srgbClr val="8B8C9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
          <p:cNvSpPr txBox="1"/>
          <p:nvPr>
            <p:ph idx="11" type="ftr"/>
          </p:nvPr>
        </p:nvSpPr>
        <p:spPr>
          <a:xfrm>
            <a:off x="2353680" y="6480629"/>
            <a:ext cx="4288103" cy="23677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03" name="Google Shape;503;p1"/>
          <p:cNvSpPr txBox="1"/>
          <p:nvPr>
            <p:ph idx="12" type="sldNum"/>
          </p:nvPr>
        </p:nvSpPr>
        <p:spPr>
          <a:xfrm>
            <a:off x="75604" y="6587552"/>
            <a:ext cx="291600" cy="291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4" name="Google Shape;504;p1"/>
          <p:cNvSpPr txBox="1"/>
          <p:nvPr>
            <p:ph idx="1" type="body"/>
          </p:nvPr>
        </p:nvSpPr>
        <p:spPr>
          <a:xfrm>
            <a:off x="1850803" y="936099"/>
            <a:ext cx="8490387" cy="69616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46"/>
              </a:buClr>
              <a:buSzPts val="2400"/>
              <a:buNone/>
            </a:pPr>
            <a:r>
              <a:rPr lang="en-US" sz="2400"/>
              <a:t>TRÍ TUỆ NHÂN TẠO CHO HỆ THỐNG NHÚNG</a:t>
            </a:r>
            <a:endParaRPr sz="2400"/>
          </a:p>
        </p:txBody>
      </p:sp>
      <p:sp>
        <p:nvSpPr>
          <p:cNvPr id="505" name="Google Shape;505;p1"/>
          <p:cNvSpPr txBox="1"/>
          <p:nvPr>
            <p:ph idx="2" type="body"/>
          </p:nvPr>
        </p:nvSpPr>
        <p:spPr>
          <a:xfrm>
            <a:off x="876988" y="1745523"/>
            <a:ext cx="10438019" cy="900113"/>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005088"/>
              </a:buClr>
              <a:buSzPts val="2400"/>
              <a:buNone/>
            </a:pPr>
            <a:r>
              <a:rPr b="1" i="0" lang="en-US" sz="2400" u="none" cap="none" strike="noStrike">
                <a:solidFill>
                  <a:srgbClr val="005088"/>
                </a:solidFill>
                <a:latin typeface="Roboto"/>
                <a:ea typeface="Roboto"/>
                <a:cs typeface="Roboto"/>
                <a:sym typeface="Roboto"/>
              </a:rPr>
              <a:t>NGHIÊN CỨU VÀ THIẾT KẾ HỆ THỐNG ĐIỂM DANH </a:t>
            </a:r>
            <a:endParaRPr/>
          </a:p>
          <a:p>
            <a:pPr indent="0" lvl="0" marL="0" marR="0" rtl="0" algn="ctr">
              <a:lnSpc>
                <a:spcPct val="120000"/>
              </a:lnSpc>
              <a:spcBef>
                <a:spcPts val="0"/>
              </a:spcBef>
              <a:spcAft>
                <a:spcPts val="0"/>
              </a:spcAft>
              <a:buClr>
                <a:srgbClr val="005088"/>
              </a:buClr>
              <a:buSzPts val="2400"/>
              <a:buNone/>
            </a:pPr>
            <a:r>
              <a:rPr b="1" i="0" lang="en-US" sz="2400" u="none" cap="none" strike="noStrike">
                <a:solidFill>
                  <a:srgbClr val="005088"/>
                </a:solidFill>
                <a:latin typeface="Roboto"/>
                <a:ea typeface="Roboto"/>
                <a:cs typeface="Roboto"/>
                <a:sym typeface="Roboto"/>
              </a:rPr>
              <a:t>DỰA TRÊN NHẬN DIỆN KHUÔN MẶT</a:t>
            </a:r>
            <a:endParaRPr sz="2400"/>
          </a:p>
        </p:txBody>
      </p:sp>
      <p:sp>
        <p:nvSpPr>
          <p:cNvPr id="506" name="Google Shape;506;p1"/>
          <p:cNvSpPr txBox="1"/>
          <p:nvPr/>
        </p:nvSpPr>
        <p:spPr>
          <a:xfrm>
            <a:off x="2161771" y="2940899"/>
            <a:ext cx="9144000" cy="3322448"/>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en-US" sz="2000">
                <a:solidFill>
                  <a:srgbClr val="000046"/>
                </a:solidFill>
                <a:latin typeface="Arial"/>
                <a:ea typeface="Arial"/>
                <a:cs typeface="Arial"/>
                <a:sym typeface="Arial"/>
              </a:rPr>
              <a:t>GVHD: ThS. Phan Đình Duy</a:t>
            </a:r>
            <a:endParaRPr b="1" sz="2000">
              <a:solidFill>
                <a:srgbClr val="000046"/>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Phạm Công Thành</a:t>
            </a:r>
            <a:r>
              <a:rPr lang="en-US" sz="2000">
                <a:solidFill>
                  <a:schemeClr val="dk1"/>
                </a:solidFill>
                <a:latin typeface="Calibri"/>
                <a:ea typeface="Calibri"/>
                <a:cs typeface="Calibri"/>
                <a:sym typeface="Calibri"/>
              </a:rPr>
              <a:t>	25410013</a:t>
            </a:r>
            <a:endParaRPr sz="2000">
              <a:solidFill>
                <a:schemeClr val="dk1"/>
              </a:solidFill>
              <a:latin typeface="Calibri"/>
              <a:ea typeface="Calibri"/>
              <a:cs typeface="Calibri"/>
              <a:sym typeface="Calibri"/>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Phạm Nguyễn Thế Châu</a:t>
            </a:r>
            <a:r>
              <a:rPr lang="en-US" sz="2000">
                <a:solidFill>
                  <a:schemeClr val="dk1"/>
                </a:solidFill>
                <a:latin typeface="Calibri"/>
                <a:ea typeface="Calibri"/>
                <a:cs typeface="Calibri"/>
                <a:sym typeface="Calibri"/>
              </a:rPr>
              <a:t>	25410004</a:t>
            </a:r>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Nguyễn Công Hậu</a:t>
            </a:r>
            <a:r>
              <a:rPr lang="en-US" sz="2000">
                <a:solidFill>
                  <a:schemeClr val="dk1"/>
                </a:solidFill>
                <a:latin typeface="Calibri"/>
                <a:ea typeface="Calibri"/>
                <a:cs typeface="Calibri"/>
                <a:sym typeface="Calibri"/>
              </a:rPr>
              <a:t>	25410006</a:t>
            </a:r>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Nguyễn Minh Hiếu</a:t>
            </a:r>
            <a:r>
              <a:rPr lang="en-US" sz="2000">
                <a:solidFill>
                  <a:schemeClr val="dk1"/>
                </a:solidFill>
                <a:latin typeface="Calibri"/>
                <a:ea typeface="Calibri"/>
                <a:cs typeface="Calibri"/>
                <a:sym typeface="Calibri"/>
              </a:rPr>
              <a:t>	25410007</a:t>
            </a:r>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Phạm Đoàn Nhật Linh</a:t>
            </a:r>
            <a:r>
              <a:rPr lang="en-US" sz="2000">
                <a:solidFill>
                  <a:schemeClr val="dk1"/>
                </a:solidFill>
                <a:latin typeface="Calibri"/>
                <a:ea typeface="Calibri"/>
                <a:cs typeface="Calibri"/>
                <a:sym typeface="Calibri"/>
              </a:rPr>
              <a:t>	25410009</a:t>
            </a:r>
            <a:endParaRPr/>
          </a:p>
          <a:p>
            <a:pPr indent="-342900" lvl="0" marL="342900" marR="0" rtl="0" algn="l">
              <a:lnSpc>
                <a:spcPct val="130000"/>
              </a:lnSpc>
              <a:spcBef>
                <a:spcPts val="6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Võ Văn Nhựt</a:t>
            </a:r>
            <a:r>
              <a:rPr lang="en-US" sz="2000">
                <a:solidFill>
                  <a:schemeClr val="dk1"/>
                </a:solidFill>
                <a:latin typeface="Calibri"/>
                <a:ea typeface="Calibri"/>
                <a:cs typeface="Calibri"/>
                <a:sym typeface="Calibri"/>
              </a:rPr>
              <a:t>	25210029</a:t>
            </a:r>
            <a:endParaRPr sz="2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
          <p:cNvSpPr txBox="1"/>
          <p:nvPr>
            <p:ph idx="11" type="ftr"/>
          </p:nvPr>
        </p:nvSpPr>
        <p:spPr>
          <a:xfrm>
            <a:off x="3465443" y="6466114"/>
            <a:ext cx="5261114" cy="2553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Trường Đại học Công nghệ Thông tin, ĐHQG-HCM</a:t>
            </a:r>
            <a:endParaRPr/>
          </a:p>
        </p:txBody>
      </p:sp>
      <p:sp>
        <p:nvSpPr>
          <p:cNvPr id="512" name="Google Shape;512;p2"/>
          <p:cNvSpPr txBox="1"/>
          <p:nvPr>
            <p:ph idx="12" type="sldNum"/>
          </p:nvPr>
        </p:nvSpPr>
        <p:spPr>
          <a:xfrm>
            <a:off x="11900400" y="6566400"/>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13" name="Google Shape;513;p2"/>
          <p:cNvSpPr txBox="1"/>
          <p:nvPr>
            <p:ph idx="1" type="body"/>
          </p:nvPr>
        </p:nvSpPr>
        <p:spPr>
          <a:xfrm>
            <a:off x="2735144" y="1286346"/>
            <a:ext cx="6721714" cy="4699000"/>
          </a:xfrm>
          <a:prstGeom prst="rect">
            <a:avLst/>
          </a:prstGeom>
          <a:noFill/>
          <a:ln>
            <a:noFill/>
          </a:ln>
        </p:spPr>
        <p:txBody>
          <a:bodyPr anchorCtr="0" anchor="ctr" bIns="45700" lIns="91425" spcFirstLastPara="1" rIns="91425" wrap="square" tIns="45700">
            <a:normAutofit/>
          </a:bodyPr>
          <a:lstStyle/>
          <a:p>
            <a:pPr indent="-514350" lvl="0" marL="514350" rtl="0" algn="just">
              <a:lnSpc>
                <a:spcPct val="150000"/>
              </a:lnSpc>
              <a:spcBef>
                <a:spcPts val="0"/>
              </a:spcBef>
              <a:spcAft>
                <a:spcPts val="0"/>
              </a:spcAft>
              <a:buClr>
                <a:schemeClr val="dk1"/>
              </a:buClr>
              <a:buSzPts val="2400"/>
              <a:buAutoNum type="arabicPeriod"/>
            </a:pPr>
            <a:r>
              <a:rPr b="1" lang="en-US" sz="2400"/>
              <a:t>TỔNG QUAN ĐỀ TÀI</a:t>
            </a:r>
            <a:endParaRPr/>
          </a:p>
          <a:p>
            <a:pPr indent="-514350" lvl="0" marL="514350" rtl="0" algn="just">
              <a:lnSpc>
                <a:spcPct val="150000"/>
              </a:lnSpc>
              <a:spcBef>
                <a:spcPts val="1000"/>
              </a:spcBef>
              <a:spcAft>
                <a:spcPts val="0"/>
              </a:spcAft>
              <a:buClr>
                <a:schemeClr val="dk1"/>
              </a:buClr>
              <a:buSzPts val="2400"/>
              <a:buAutoNum type="arabicPeriod"/>
            </a:pPr>
            <a:r>
              <a:rPr b="1" lang="en-US" sz="2400"/>
              <a:t>CƠ SỞ LÝ THUYẾT</a:t>
            </a:r>
            <a:endParaRPr/>
          </a:p>
          <a:p>
            <a:pPr indent="-514350" lvl="0" marL="514350" rtl="0" algn="just">
              <a:lnSpc>
                <a:spcPct val="150000"/>
              </a:lnSpc>
              <a:spcBef>
                <a:spcPts val="1000"/>
              </a:spcBef>
              <a:spcAft>
                <a:spcPts val="0"/>
              </a:spcAft>
              <a:buClr>
                <a:schemeClr val="dk1"/>
              </a:buClr>
              <a:buSzPts val="2400"/>
              <a:buAutoNum type="arabicPeriod"/>
            </a:pPr>
            <a:r>
              <a:rPr b="1" lang="en-US" sz="2400"/>
              <a:t>PHÂN TÍCH VÀ THIẾT KẾ HỆ THỐNG</a:t>
            </a:r>
            <a:endParaRPr/>
          </a:p>
          <a:p>
            <a:pPr indent="-514350" lvl="0" marL="514350" rtl="0" algn="just">
              <a:lnSpc>
                <a:spcPct val="150000"/>
              </a:lnSpc>
              <a:spcBef>
                <a:spcPts val="1000"/>
              </a:spcBef>
              <a:spcAft>
                <a:spcPts val="0"/>
              </a:spcAft>
              <a:buClr>
                <a:schemeClr val="dk1"/>
              </a:buClr>
              <a:buSzPts val="2400"/>
              <a:buAutoNum type="arabicPeriod"/>
            </a:pPr>
            <a:r>
              <a:rPr b="1" lang="en-US" sz="2400"/>
              <a:t>KẾT QUẢ THỰC NGHIỆM</a:t>
            </a:r>
            <a:endParaRPr/>
          </a:p>
          <a:p>
            <a:pPr indent="-514350" lvl="0" marL="514350" rtl="0" algn="just">
              <a:lnSpc>
                <a:spcPct val="150000"/>
              </a:lnSpc>
              <a:spcBef>
                <a:spcPts val="1000"/>
              </a:spcBef>
              <a:spcAft>
                <a:spcPts val="0"/>
              </a:spcAft>
              <a:buClr>
                <a:schemeClr val="dk1"/>
              </a:buClr>
              <a:buSzPts val="2400"/>
              <a:buAutoNum type="arabicPeriod"/>
            </a:pPr>
            <a:r>
              <a:rPr b="1" lang="en-US" sz="2400"/>
              <a:t>KẾT LUẬN VÀ HƯỚNG PHÁT TRIỂN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1. TỔNG QUAN ĐỀ TÀI</a:t>
            </a:r>
            <a:endParaRPr/>
          </a:p>
        </p:txBody>
      </p:sp>
      <p:sp>
        <p:nvSpPr>
          <p:cNvPr id="520" name="Google Shape;520;p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21" name="Google Shape;521;p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22" name="Google Shape;522;p3"/>
          <p:cNvSpPr txBox="1"/>
          <p:nvPr/>
        </p:nvSpPr>
        <p:spPr>
          <a:xfrm>
            <a:off x="517922" y="1397675"/>
            <a:ext cx="474226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Vấn đề và tính cấp thiết</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Phương pháp điểm danh truyền thống dễ xảy ra gian lận và mất nhiều thời gian.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Sự phát triển của Edge AI cho phép xử lý nhận diện khuôn mặt trực tiếp trên thiết bị.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Nhu cầu xây dựng hệ thống điểm danh tự động với chi phí thấp và phản hồi nhanh ngày càng tăng.</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523" name="Google Shape;523;p3"/>
          <p:cNvSpPr txBox="1"/>
          <p:nvPr/>
        </p:nvSpPr>
        <p:spPr>
          <a:xfrm>
            <a:off x="5516405" y="1397675"/>
            <a:ext cx="5663147"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Mục tiêu đề tài</a:t>
            </a:r>
            <a:endParaRPr b="1"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Nghiên cứu và xây dựng mô hình nhận diện khuôn mặt sử dụng MobileNetV2.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Xây dựng hệ thống điểm danh tự động theo thời gian thực.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Tự động lưu trữ dữ liệu điểm danh vào file CSV/Database.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Đánh giá độ chính xác và hiệu năng của hệ thống.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2. CƠ SỞ LÝ THUYẾT</a:t>
            </a:r>
            <a:endParaRPr/>
          </a:p>
        </p:txBody>
      </p:sp>
      <p:sp>
        <p:nvSpPr>
          <p:cNvPr id="530" name="Google Shape;530;p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31" name="Google Shape;531;p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32" name="Google Shape;532;p4"/>
          <p:cNvSpPr/>
          <p:nvPr/>
        </p:nvSpPr>
        <p:spPr>
          <a:xfrm>
            <a:off x="581025" y="2425468"/>
            <a:ext cx="10836830" cy="2585323"/>
          </a:xfrm>
          <a:prstGeom prst="rect">
            <a:avLst/>
          </a:prstGeom>
          <a:noFill/>
          <a:ln>
            <a:noFill/>
          </a:ln>
        </p:spPr>
        <p:txBody>
          <a:bodyPr anchorCtr="0" anchor="ctr"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Computer Vision (</a:t>
            </a:r>
            <a:r>
              <a:rPr b="1" lang="en-US" sz="1800">
                <a:solidFill>
                  <a:schemeClr val="dk1"/>
                </a:solidFill>
                <a:latin typeface="Arial"/>
                <a:ea typeface="Arial"/>
                <a:cs typeface="Arial"/>
                <a:sym typeface="Arial"/>
              </a:rPr>
              <a:t>Thị giác máy tính</a:t>
            </a:r>
            <a:r>
              <a:rPr b="1" i="0" lang="en-US" sz="1800" u="none" cap="none" strike="noStrike">
                <a:solidFill>
                  <a:schemeClr val="dk1"/>
                </a:solidFill>
                <a:latin typeface="Arial"/>
                <a:ea typeface="Arial"/>
                <a:cs typeface="Arial"/>
                <a:sym typeface="Arial"/>
              </a:rPr>
              <a:t>):</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Là lĩnh vực AI cho phép máy tính nhận dạng và hiểu được nội dung hình ảnh, video.</a:t>
            </a:r>
            <a:endParaRPr b="1"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 </a:t>
            </a:r>
            <a:endParaRPr b="1"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lang="en-US" sz="1800">
                <a:solidFill>
                  <a:schemeClr val="dk1"/>
                </a:solidFill>
                <a:latin typeface="Arial"/>
                <a:ea typeface="Arial"/>
                <a:cs typeface="Arial"/>
                <a:sym typeface="Arial"/>
              </a:rPr>
              <a:t>Mạng nơ-ron tích chập (CNN):</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Kiến trúc nền tảng trong xử lý ảnh, bao gồm các lớp Convolution, Pooling và Fully Connected. </a:t>
            </a:r>
            <a:endParaRPr/>
          </a:p>
          <a:p>
            <a:pPr indent="-171450" lvl="0" marL="28575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Kiến trúc MobileNetV2:</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Mô hình tối ưu cho thiết bị di động và hệ thống nhúng nhờ kỹ thuật Depthwise Separable Convolution. </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2. CƠ SỞ LÝ THUYẾT</a:t>
            </a:r>
            <a:endParaRPr/>
          </a:p>
        </p:txBody>
      </p:sp>
      <p:sp>
        <p:nvSpPr>
          <p:cNvPr id="539" name="Google Shape;539;p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40" name="Google Shape;540;p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41" name="Google Shape;541;p5"/>
          <p:cNvSpPr/>
          <p:nvPr/>
        </p:nvSpPr>
        <p:spPr>
          <a:xfrm>
            <a:off x="581025" y="2286969"/>
            <a:ext cx="10836830" cy="2862322"/>
          </a:xfrm>
          <a:prstGeom prst="rect">
            <a:avLst/>
          </a:prstGeom>
          <a:noFill/>
          <a:ln>
            <a:noFill/>
          </a:ln>
        </p:spPr>
        <p:txBody>
          <a:bodyPr anchorCtr="0" anchor="ctr"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Arial"/>
                <a:ea typeface="Arial"/>
                <a:cs typeface="Arial"/>
                <a:sym typeface="Arial"/>
              </a:rPr>
              <a:t>Transfer Learning:</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Tận dụng trọng số đã huấn luyện từ tập dữ liệu ImageNet nhằm tăng tốc độ huấn luyện và cải thiện độ chính xác. </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Arial"/>
                <a:ea typeface="Arial"/>
                <a:cs typeface="Arial"/>
                <a:sym typeface="Arial"/>
              </a:rPr>
              <a:t>Edge Impulse:</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Nền tảng TinyML hỗ trợ quản lý quy trình huấn luyện và triển khai mô hình AI trên thiết bị Edge. </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Arial"/>
                <a:ea typeface="Arial"/>
                <a:cs typeface="Arial"/>
                <a:sym typeface="Arial"/>
              </a:rPr>
              <a:t>Raspberry Pi 5:</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Là phiên bản mới nhất của dòng máy tính nhúng Raspberry Pi, được Raspberry Pi Foundation ra mắt vào tháng 10/2023</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 PHÂN TÍCH VÀ THIẾT KẾ HỆ THỐNG</a:t>
            </a:r>
            <a:endParaRPr/>
          </a:p>
        </p:txBody>
      </p:sp>
      <p:sp>
        <p:nvSpPr>
          <p:cNvPr id="548" name="Google Shape;548;p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49" name="Google Shape;549;p6"/>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50" name="Google Shape;550;p6"/>
          <p:cNvSpPr txBox="1"/>
          <p:nvPr/>
        </p:nvSpPr>
        <p:spPr>
          <a:xfrm>
            <a:off x="774145" y="1396896"/>
            <a:ext cx="4426505"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Đặc điểm hệ thống</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Hệ thống nhận diện khuôn mặt từ camera thời gian thực.</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Thời gian suy luận (Inference Time) dưới 100 ms.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Hệ thống hoạt động độc lập (Offline), không phụ thuộc Cloud.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Tích hợp cơ chế chống điểm danh trùng lặp.</a:t>
            </a:r>
            <a:endParaRPr/>
          </a:p>
        </p:txBody>
      </p:sp>
      <p:sp>
        <p:nvSpPr>
          <p:cNvPr id="551" name="Google Shape;551;p6"/>
          <p:cNvSpPr txBox="1"/>
          <p:nvPr/>
        </p:nvSpPr>
        <p:spPr>
          <a:xfrm>
            <a:off x="5672138" y="1396690"/>
            <a:ext cx="611505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Thành phần hệ thống</a:t>
            </a:r>
            <a:endParaRPr b="1"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Hardware:</a:t>
            </a:r>
            <a:r>
              <a:rPr lang="en-US" sz="1800">
                <a:solidFill>
                  <a:schemeClr val="dk1"/>
                </a:solidFill>
                <a:latin typeface="Calibri"/>
                <a:ea typeface="Calibri"/>
                <a:cs typeface="Calibri"/>
                <a:sym typeface="Calibri"/>
              </a:rPr>
              <a:t> Camera tích hợp trên laptop.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AI Engine:</a:t>
            </a:r>
            <a:r>
              <a:rPr lang="en-US" sz="1800">
                <a:solidFill>
                  <a:schemeClr val="dk1"/>
                </a:solidFill>
                <a:latin typeface="Calibri"/>
                <a:ea typeface="Calibri"/>
                <a:cs typeface="Calibri"/>
                <a:sym typeface="Calibri"/>
              </a:rPr>
              <a:t> MobileNetV2 kết hợp TensorFlow Lite Quantization INT8.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Application:</a:t>
            </a:r>
            <a:r>
              <a:rPr lang="en-US" sz="1800">
                <a:solidFill>
                  <a:schemeClr val="dk1"/>
                </a:solidFill>
                <a:latin typeface="Calibri"/>
                <a:ea typeface="Calibri"/>
                <a:cs typeface="Calibri"/>
                <a:sym typeface="Calibri"/>
              </a:rPr>
              <a:t> Ứng dụng Python hiển thị kết quả nhận diện và lưu dữ liệu điểm danh.</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3.1 </a:t>
            </a:r>
            <a:r>
              <a:rPr lang="en-US" sz="4000"/>
              <a:t>Thiết kế kiến trúc tổng thể</a:t>
            </a:r>
            <a:endParaRPr sz="3700"/>
          </a:p>
        </p:txBody>
      </p:sp>
      <p:sp>
        <p:nvSpPr>
          <p:cNvPr id="558" name="Google Shape;558;p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59" name="Google Shape;559;p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60" name="Google Shape;560;p7"/>
          <p:cNvSpPr txBox="1"/>
          <p:nvPr/>
        </p:nvSpPr>
        <p:spPr>
          <a:xfrm>
            <a:off x="4834550" y="1582340"/>
            <a:ext cx="7116023"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Mô tả luồng xử lý</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Camera thu nhận hình ảnh khuôn mặt theo thời gian thực.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Tiền xử lý dữ liệu ảnh (Resize 160×160, chuyển đổi RGB).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Mô hình MobileNetV2 thực hiện nhận diện khuôn mặt.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Hệ thống xác định danh tính dựa trên độ tin cậy (Confidence Score).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Nếu độ tin cậy vượt ngưỡng cho phép, hệ thống ghi nhận điểm danh.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Dữ liệu điểm danh được lưu vào file CSV và kiểm tra chống trùng lặp.</a:t>
            </a:r>
            <a:endParaRPr/>
          </a:p>
        </p:txBody>
      </p:sp>
      <p:pic>
        <p:nvPicPr>
          <p:cNvPr id="561" name="Google Shape;561;p7"/>
          <p:cNvPicPr preferRelativeResize="0"/>
          <p:nvPr/>
        </p:nvPicPr>
        <p:blipFill rotWithShape="1">
          <a:blip r:embed="rId3">
            <a:alphaModFix/>
          </a:blip>
          <a:srcRect b="0" l="0" r="0" t="0"/>
          <a:stretch/>
        </p:blipFill>
        <p:spPr>
          <a:xfrm>
            <a:off x="1936587" y="1285226"/>
            <a:ext cx="2044285" cy="50951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8"/>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3.1 </a:t>
            </a:r>
            <a:r>
              <a:rPr lang="en-US" sz="4000"/>
              <a:t>Thiết kế kiến trúc tổng thể</a:t>
            </a:r>
            <a:endParaRPr sz="3700"/>
          </a:p>
        </p:txBody>
      </p:sp>
      <p:sp>
        <p:nvSpPr>
          <p:cNvPr id="568" name="Google Shape;568;p8"/>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69" name="Google Shape;569;p8"/>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70" name="Google Shape;570;p8"/>
          <p:cNvSpPr txBox="1"/>
          <p:nvPr/>
        </p:nvSpPr>
        <p:spPr>
          <a:xfrm>
            <a:off x="5742432" y="1582340"/>
            <a:ext cx="6208141"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Thành phần hệ thống:</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Edge Devices – Raspberry Pi 5 (Client 1, Client 2,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Thu thập dữ liệu hình ảnh khuôn mặt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Tiền xử lý dữ liệu: resize, chuẩn hóa ảnh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Chạy mô hình MobileNetV2 để nhận diện khuôn mặt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Gửi các tham số mô hình (weights) lên máy chủ</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Local Data &amp; Local ML Models: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Dữ liệu ảnh khuôn mặt người dùng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Model MobileNetV2 được fine-tune trên dữ liệu cục bộ</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Federated Learning Server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Nhận tham số từ các thiết bị</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Tổng hợp mô hình, tạo ra mô hình toàn cục (global model), phân phối lại mô hình này cho các thiết bị</a:t>
            </a:r>
            <a:endParaRPr sz="1800">
              <a:solidFill>
                <a:schemeClr val="dk1"/>
              </a:solidFill>
              <a:latin typeface="Calibri"/>
              <a:ea typeface="Calibri"/>
              <a:cs typeface="Calibri"/>
              <a:sym typeface="Calibri"/>
            </a:endParaRPr>
          </a:p>
        </p:txBody>
      </p:sp>
      <p:pic>
        <p:nvPicPr>
          <p:cNvPr descr="image.png" id="571" name="Google Shape;571;p8"/>
          <p:cNvPicPr preferRelativeResize="0"/>
          <p:nvPr/>
        </p:nvPicPr>
        <p:blipFill rotWithShape="1">
          <a:blip r:embed="rId3">
            <a:alphaModFix/>
          </a:blip>
          <a:srcRect b="0" l="0" r="0" t="0"/>
          <a:stretch/>
        </p:blipFill>
        <p:spPr>
          <a:xfrm>
            <a:off x="233201" y="1882444"/>
            <a:ext cx="5202000" cy="29391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3.1 </a:t>
            </a:r>
            <a:r>
              <a:rPr lang="en-US" sz="4000"/>
              <a:t>Thiết kế kiến trúc tổng thể</a:t>
            </a:r>
            <a:endParaRPr sz="3700"/>
          </a:p>
        </p:txBody>
      </p:sp>
      <p:sp>
        <p:nvSpPr>
          <p:cNvPr id="578" name="Google Shape;578;p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79" name="Google Shape;579;p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80" name="Google Shape;580;p9"/>
          <p:cNvSpPr txBox="1"/>
          <p:nvPr/>
        </p:nvSpPr>
        <p:spPr>
          <a:xfrm>
            <a:off x="5742432" y="1582340"/>
            <a:ext cx="6208141"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Thành phần hệ thống:</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Global Model: Mô hình toàn cục được tạo ra từ việc tổng hợp các mô hình cục bộ của nhiều thiết bị. Sau mỗi vòng huấn luyện (round), mô hình toàn cục sẽ được gửi lại cho các thiết bị để cập nhật, giúp nâng cao độ chính xác nhận diện theo thời gian.</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Edge Impulse Platform: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Thu thập và quản lý dữ liệu</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Huấn luyện model (MobileNetV2)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Convert model sang dạng chạy được trên Raspberry Pi</a:t>
            </a:r>
            <a:endParaRPr/>
          </a:p>
        </p:txBody>
      </p:sp>
      <p:pic>
        <p:nvPicPr>
          <p:cNvPr descr="image.png" id="581" name="Google Shape;581;p9"/>
          <p:cNvPicPr preferRelativeResize="0"/>
          <p:nvPr/>
        </p:nvPicPr>
        <p:blipFill rotWithShape="1">
          <a:blip r:embed="rId3">
            <a:alphaModFix/>
          </a:blip>
          <a:srcRect b="0" l="0" r="0" t="0"/>
          <a:stretch/>
        </p:blipFill>
        <p:spPr>
          <a:xfrm>
            <a:off x="233201" y="1882444"/>
            <a:ext cx="5202000" cy="29391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0"/>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3.2 </a:t>
            </a:r>
            <a:r>
              <a:rPr lang="en-US" sz="4000"/>
              <a:t>Thiết kế phần cứng</a:t>
            </a:r>
            <a:endParaRPr sz="3700"/>
          </a:p>
        </p:txBody>
      </p:sp>
      <p:sp>
        <p:nvSpPr>
          <p:cNvPr id="588" name="Google Shape;588;p10"/>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89" name="Google Shape;589;p10"/>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90" name="Google Shape;590;p10"/>
          <p:cNvSpPr/>
          <p:nvPr/>
        </p:nvSpPr>
        <p:spPr>
          <a:xfrm>
            <a:off x="838199" y="1543740"/>
            <a:ext cx="5788938" cy="4524315"/>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Thiết bị xử lý:</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Hệ thống được thiết kế theo định hướng triển khai trên thiết bị Edge như Raspberry Pi 5 hoặc laptop hỗ trợ Python/OpenCV. </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Thiết bị thu nhận hình ảnh:</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Webcam USB hoặc camera tích hợp dùng để thu nhận dữ liệu khuôn mặt theo thời gian thực. </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Lưu trữ dữ liệu:</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Dữ liệu điểm danh và mô hình AI được lưu trữ cục bộ trên thiết bị. </a:t>
            </a: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Nguồn cấp:</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Hệ thống sử dụng nguồn cấp tiêu chuẩn phù hợp với thiết bị triển khai. </a:t>
            </a:r>
            <a:endParaRPr/>
          </a:p>
        </p:txBody>
      </p:sp>
      <p:pic>
        <p:nvPicPr>
          <p:cNvPr id="591" name="Google Shape;591;p10"/>
          <p:cNvPicPr preferRelativeResize="0"/>
          <p:nvPr/>
        </p:nvPicPr>
        <p:blipFill rotWithShape="1">
          <a:blip r:embed="rId3">
            <a:alphaModFix/>
          </a:blip>
          <a:srcRect b="0" l="0" r="0" t="0"/>
          <a:stretch/>
        </p:blipFill>
        <p:spPr>
          <a:xfrm>
            <a:off x="7029450" y="1128335"/>
            <a:ext cx="3749386" cy="49991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1"/>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3.3 </a:t>
            </a:r>
            <a:r>
              <a:rPr lang="en-US" sz="4000"/>
              <a:t>Thiết kế phần mềm</a:t>
            </a:r>
            <a:endParaRPr sz="3700"/>
          </a:p>
        </p:txBody>
      </p:sp>
      <p:sp>
        <p:nvSpPr>
          <p:cNvPr id="598" name="Google Shape;598;p11"/>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599" name="Google Shape;599;p11"/>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00" name="Google Shape;600;p11"/>
          <p:cNvSpPr txBox="1"/>
          <p:nvPr/>
        </p:nvSpPr>
        <p:spPr>
          <a:xfrm>
            <a:off x="5337775" y="1285840"/>
            <a:ext cx="6630906"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Các module phần mềm:</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Module Camera: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Sử dụng OpenCV để thu nhận luồng video thời gian thực từ webcam.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Module AI Inference: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TensorFlow Lite Interpreter thực thi mô hình MobileNetV2 đã được huấn luyện từ Edge Impulse.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Module Logging:</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Ghi dữ liệu điểm danh vào file CSV và kiểm tra chống trùng lặp.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Module GUI:</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Hiển thị thông tin nhận diện, độ tin cậy và trạng thái hệ thống trên giao diện camera. </a:t>
            </a:r>
            <a:endParaRPr/>
          </a:p>
        </p:txBody>
      </p:sp>
      <p:pic>
        <p:nvPicPr>
          <p:cNvPr id="601" name="Google Shape;601;p11"/>
          <p:cNvPicPr preferRelativeResize="0"/>
          <p:nvPr/>
        </p:nvPicPr>
        <p:blipFill rotWithShape="1">
          <a:blip r:embed="rId3">
            <a:alphaModFix/>
          </a:blip>
          <a:srcRect b="0" l="0" r="0" t="0"/>
          <a:stretch/>
        </p:blipFill>
        <p:spPr>
          <a:xfrm>
            <a:off x="1458439" y="1467963"/>
            <a:ext cx="3195042" cy="4251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2"/>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4. KẾT QUẢ THỰC NGHIỆM</a:t>
            </a:r>
            <a:endParaRPr/>
          </a:p>
        </p:txBody>
      </p:sp>
      <p:sp>
        <p:nvSpPr>
          <p:cNvPr id="608" name="Google Shape;608;p12"/>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09" name="Google Shape;609;p12"/>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10" name="Google Shape;610;p12"/>
          <p:cNvSpPr txBox="1"/>
          <p:nvPr/>
        </p:nvSpPr>
        <p:spPr>
          <a:xfrm>
            <a:off x="1524000" y="1997839"/>
            <a:ext cx="9144000"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Triển khai hệ thống nhận diện khuôn mặt phục vụ chấm công tự động, sử dụng kiến trúc MobileNetV2 kết hợp Transfer Learning trên nền tảng Edge Impulse, triển khai trên máy tính nhúng Raspberry Pi 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Tập dữ liệu gồm 250 ảnh thuộc 5 lớp (4 cá nhân + Unknown), chia 80/20 cho training/test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Mô hình MobileNetV2 160×160 width 1.0 được sử dụng làm backbone, kết hợp Dense 16 neurons + dropout 0.25</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Huấn luyện 50 epoch với data augmentation, learning rate 0.0005.</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3"/>
          <p:cNvSpPr txBox="1"/>
          <p:nvPr>
            <p:ph type="title"/>
          </p:nvPr>
        </p:nvSpPr>
        <p:spPr>
          <a:xfrm>
            <a:off x="774146" y="202010"/>
            <a:ext cx="10579657" cy="1267562"/>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Clr>
                <a:srgbClr val="0072FF"/>
              </a:buClr>
              <a:buSzPts val="3700"/>
              <a:buFont typeface="Times New Roman"/>
              <a:buNone/>
            </a:pPr>
            <a:r>
              <a:rPr lang="en-US" sz="3700"/>
              <a:t>4. KẾT QUẢ THỰC NGHIỆM</a:t>
            </a:r>
            <a:endParaRPr/>
          </a:p>
        </p:txBody>
      </p:sp>
      <p:sp>
        <p:nvSpPr>
          <p:cNvPr id="617" name="Google Shape;617;p13"/>
          <p:cNvSpPr txBox="1"/>
          <p:nvPr/>
        </p:nvSpPr>
        <p:spPr>
          <a:xfrm>
            <a:off x="1371600" y="1333458"/>
            <a:ext cx="10472059" cy="538885"/>
          </a:xfrm>
          <a:prstGeom prst="rect">
            <a:avLst/>
          </a:prstGeom>
          <a:noFill/>
          <a:ln>
            <a:noFill/>
          </a:ln>
        </p:spPr>
        <p:txBody>
          <a:bodyPr anchorCtr="0" anchor="t" bIns="45700" lIns="91425" spcFirstLastPara="1" rIns="91425" wrap="square" tIns="45700">
            <a:normAutofit/>
          </a:bodyPr>
          <a:lstStyle/>
          <a:p>
            <a:pPr indent="0" lvl="0" marL="0" marR="0" rtl="0" algn="just">
              <a:lnSpc>
                <a:spcPct val="120000"/>
              </a:lnSpc>
              <a:spcBef>
                <a:spcPts val="0"/>
              </a:spcBef>
              <a:spcAft>
                <a:spcPts val="0"/>
              </a:spcAft>
              <a:buNone/>
            </a:pPr>
            <a:r>
              <a:t/>
            </a:r>
            <a:endParaRPr sz="2400">
              <a:solidFill>
                <a:schemeClr val="dk1"/>
              </a:solidFill>
              <a:latin typeface="Arial"/>
              <a:ea typeface="Arial"/>
              <a:cs typeface="Arial"/>
              <a:sym typeface="Arial"/>
            </a:endParaRPr>
          </a:p>
        </p:txBody>
      </p:sp>
      <p:sp>
        <p:nvSpPr>
          <p:cNvPr id="618" name="Google Shape;618;p13"/>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Trường Đại học Công nghệ Thông tin, ĐHQG-HCM</a:t>
            </a:r>
            <a:endParaRPr/>
          </a:p>
        </p:txBody>
      </p:sp>
      <p:sp>
        <p:nvSpPr>
          <p:cNvPr id="619" name="Google Shape;619;p13"/>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May 19, 2026</a:t>
            </a:r>
            <a:endParaRPr/>
          </a:p>
        </p:txBody>
      </p:sp>
      <p:sp>
        <p:nvSpPr>
          <p:cNvPr id="620" name="Google Shape;620;p13"/>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621" name="Google Shape;621;p13"/>
          <p:cNvGraphicFramePr/>
          <p:nvPr/>
        </p:nvGraphicFramePr>
        <p:xfrm>
          <a:off x="3387761" y="2144892"/>
          <a:ext cx="3000000" cy="3000000"/>
        </p:xfrm>
        <a:graphic>
          <a:graphicData uri="http://schemas.openxmlformats.org/drawingml/2006/table">
            <a:tbl>
              <a:tblPr>
                <a:noFill/>
                <a:tableStyleId>{45BEF19B-5B1D-4A26-B267-ECC71EF7E2D4}</a:tableStyleId>
              </a:tblPr>
              <a:tblGrid>
                <a:gridCol w="1281175"/>
                <a:gridCol w="940575"/>
                <a:gridCol w="886075"/>
                <a:gridCol w="886075"/>
                <a:gridCol w="992800"/>
                <a:gridCol w="1281175"/>
              </a:tblGrid>
              <a:tr h="753900">
                <a:tc>
                  <a:txBody>
                    <a:bodyPr/>
                    <a:lstStyle/>
                    <a:p>
                      <a:pPr indent="0" lvl="0" marL="0" marR="0" rtl="0" algn="ctr">
                        <a:lnSpc>
                          <a:spcPct val="116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Thực tế \ Dự đoán</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Hau</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Hieu</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Nhut</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Thanh</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Unknown</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DD7EE"/>
                    </a:solidFill>
                  </a:tcPr>
                </a:tc>
              </a:tr>
              <a:tr h="501125">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Hau</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2F2F2"/>
                    </a:solidFill>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88.9%</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11.1%</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1125">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Hieu</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2F2F2"/>
                    </a:solidFill>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100%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1125">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Nhut</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2F2F2"/>
                    </a:solidFill>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100%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1125">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Thanh</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2F2F2"/>
                    </a:solidFill>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20%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80%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1125">
                <a:tc>
                  <a:txBody>
                    <a:bodyPr/>
                    <a:lstStyle/>
                    <a:p>
                      <a:pPr indent="0" lvl="0" marL="0" marR="0" rtl="0" algn="ctr">
                        <a:lnSpc>
                          <a:spcPct val="116000"/>
                        </a:lnSpc>
                        <a:spcBef>
                          <a:spcPts val="0"/>
                        </a:spcBef>
                        <a:spcAft>
                          <a:spcPts val="0"/>
                        </a:spcAft>
                        <a:buClr>
                          <a:srgbClr val="000000"/>
                        </a:buClr>
                        <a:buSzPts val="1700"/>
                        <a:buFont typeface="Times New Roman"/>
                        <a:buNone/>
                      </a:pPr>
                      <a:r>
                        <a:rPr b="1" i="0" lang="en-US" sz="1700" u="none" cap="none" strike="noStrike">
                          <a:solidFill>
                            <a:srgbClr val="000000"/>
                          </a:solidFill>
                          <a:latin typeface="Times New Roman"/>
                          <a:ea typeface="Times New Roman"/>
                          <a:cs typeface="Times New Roman"/>
                          <a:sym typeface="Times New Roman"/>
                        </a:rPr>
                        <a:t>Unknown</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2F2F2"/>
                    </a:solidFill>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chemeClr val="dk1"/>
                        </a:buClr>
                        <a:buSzPts val="1700"/>
                        <a:buFont typeface="Times New Roman"/>
                        <a:buNone/>
                      </a:pPr>
                      <a:r>
                        <a:rPr b="0" i="0" lang="en-US" sz="1700" u="none" cap="none" strike="noStrike">
                          <a:latin typeface="Times New Roman"/>
                          <a:ea typeface="Times New Roman"/>
                          <a:cs typeface="Times New Roman"/>
                          <a:sym typeface="Times New Roman"/>
                        </a:rPr>
                        <a:t>100%</a:t>
                      </a:r>
                      <a:endParaRPr b="0" i="0" sz="2600" u="none" cap="none" strike="noStrike">
                        <a:latin typeface="Arial"/>
                        <a:ea typeface="Arial"/>
                        <a:cs typeface="Arial"/>
                        <a:sym typeface="Arial"/>
                      </a:endParaRPr>
                    </a:p>
                  </a:txBody>
                  <a:tcPr marT="72675" marB="72675" marR="109000" marL="109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4"/>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4. KẾT QUẢ THỰC NGHIỆM</a:t>
            </a:r>
            <a:endParaRPr/>
          </a:p>
        </p:txBody>
      </p:sp>
      <p:sp>
        <p:nvSpPr>
          <p:cNvPr id="628" name="Google Shape;628;p14"/>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29" name="Google Shape;629;p14"/>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30" name="Google Shape;630;p14"/>
          <p:cNvSpPr/>
          <p:nvPr/>
        </p:nvSpPr>
        <p:spPr>
          <a:xfrm>
            <a:off x="571500" y="4902398"/>
            <a:ext cx="47627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1" name="Google Shape;631;p14"/>
          <p:cNvSpPr/>
          <p:nvPr/>
        </p:nvSpPr>
        <p:spPr>
          <a:xfrm>
            <a:off x="5334297" y="4902398"/>
            <a:ext cx="62862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2" name="Google Shape;632;p14"/>
          <p:cNvSpPr/>
          <p:nvPr/>
        </p:nvSpPr>
        <p:spPr>
          <a:xfrm>
            <a:off x="571500" y="5426273"/>
            <a:ext cx="47627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3" name="Google Shape;633;p14"/>
          <p:cNvSpPr/>
          <p:nvPr/>
        </p:nvSpPr>
        <p:spPr>
          <a:xfrm>
            <a:off x="5334297" y="5426273"/>
            <a:ext cx="62862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4" name="Google Shape;634;p14"/>
          <p:cNvSpPr/>
          <p:nvPr/>
        </p:nvSpPr>
        <p:spPr>
          <a:xfrm>
            <a:off x="571500" y="5950148"/>
            <a:ext cx="476279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5" name="Google Shape;635;p14"/>
          <p:cNvSpPr/>
          <p:nvPr/>
        </p:nvSpPr>
        <p:spPr>
          <a:xfrm>
            <a:off x="5334297" y="5950148"/>
            <a:ext cx="62862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6" name="Google Shape;636;p14"/>
          <p:cNvSpPr txBox="1"/>
          <p:nvPr/>
        </p:nvSpPr>
        <p:spPr>
          <a:xfrm>
            <a:off x="502369" y="6041698"/>
            <a:ext cx="11118130"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a:t>
            </a:r>
            <a:r>
              <a:rPr b="1" i="1" lang="en-US" sz="1800">
                <a:solidFill>
                  <a:srgbClr val="0054BF"/>
                </a:solidFill>
                <a:latin typeface="Calibri"/>
                <a:ea typeface="Calibri"/>
                <a:cs typeface="Calibri"/>
                <a:sym typeface="Calibri"/>
              </a:rPr>
              <a:t>Kết quả cho thấy mô hình đáp ứng khả năng suy luận thời gian thực với tài nguyên phần cứng thấp.</a:t>
            </a:r>
            <a:endParaRPr/>
          </a:p>
        </p:txBody>
      </p:sp>
      <p:graphicFrame>
        <p:nvGraphicFramePr>
          <p:cNvPr id="637" name="Google Shape;637;p14"/>
          <p:cNvGraphicFramePr/>
          <p:nvPr/>
        </p:nvGraphicFramePr>
        <p:xfrm>
          <a:off x="774145" y="1466845"/>
          <a:ext cx="3000000" cy="3000000"/>
        </p:xfrm>
        <a:graphic>
          <a:graphicData uri="http://schemas.openxmlformats.org/drawingml/2006/table">
            <a:tbl>
              <a:tblPr>
                <a:noFill/>
                <a:tableStyleId>{EE219758-DFE7-4E60-9379-781288D8A987}</a:tableStyleId>
              </a:tblPr>
              <a:tblGrid>
                <a:gridCol w="5257800"/>
                <a:gridCol w="5257800"/>
              </a:tblGrid>
              <a:tr h="728175">
                <a:tc>
                  <a:txBody>
                    <a:bodyPr/>
                    <a:lstStyle/>
                    <a:p>
                      <a:pPr indent="0" lvl="0" marL="0" marR="0" rtl="0" algn="l">
                        <a:spcBef>
                          <a:spcPts val="0"/>
                        </a:spcBef>
                        <a:spcAft>
                          <a:spcPts val="0"/>
                        </a:spcAft>
                        <a:buNone/>
                      </a:pPr>
                      <a:r>
                        <a:rPr lang="en-US" sz="1800" u="none" cap="none" strike="noStrike">
                          <a:solidFill>
                            <a:schemeClr val="lt1"/>
                          </a:solidFill>
                        </a:rPr>
                        <a:t>Performance Metric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lang="en-US" sz="1800">
                          <a:solidFill>
                            <a:schemeClr val="lt1"/>
                          </a:solidFill>
                        </a:rPr>
                        <a:t>Result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6"/>
                    </a:solidFill>
                  </a:tcPr>
                </a:tc>
              </a:tr>
              <a:tr h="728175">
                <a:tc>
                  <a:txBody>
                    <a:bodyPr/>
                    <a:lstStyle/>
                    <a:p>
                      <a:pPr indent="0" lvl="0" marL="0" marR="0" rtl="0" algn="l">
                        <a:spcBef>
                          <a:spcPts val="0"/>
                        </a:spcBef>
                        <a:spcAft>
                          <a:spcPts val="0"/>
                        </a:spcAft>
                        <a:buNone/>
                      </a:pPr>
                      <a:r>
                        <a:rPr lang="en-US" sz="1800">
                          <a:solidFill>
                            <a:srgbClr val="0054BF"/>
                          </a:solidFill>
                        </a:rPr>
                        <a:t>Accuracy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54BF"/>
                          </a:solidFill>
                        </a:rPr>
                        <a:t>96.92%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8175">
                <a:tc>
                  <a:txBody>
                    <a:bodyPr/>
                    <a:lstStyle/>
                    <a:p>
                      <a:pPr indent="0" lvl="0" marL="0" marR="0" rtl="0" algn="l">
                        <a:spcBef>
                          <a:spcPts val="0"/>
                        </a:spcBef>
                        <a:spcAft>
                          <a:spcPts val="0"/>
                        </a:spcAft>
                        <a:buNone/>
                      </a:pPr>
                      <a:r>
                        <a:rPr lang="en-US" sz="1800">
                          <a:solidFill>
                            <a:srgbClr val="0054BF"/>
                          </a:solidFill>
                        </a:rPr>
                        <a:t>Precision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54BF"/>
                          </a:solidFill>
                        </a:rPr>
                        <a:t>0.99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8175">
                <a:tc>
                  <a:txBody>
                    <a:bodyPr/>
                    <a:lstStyle/>
                    <a:p>
                      <a:pPr indent="0" lvl="0" marL="0" marR="0" rtl="0" algn="l">
                        <a:spcBef>
                          <a:spcPts val="0"/>
                        </a:spcBef>
                        <a:spcAft>
                          <a:spcPts val="0"/>
                        </a:spcAft>
                        <a:buNone/>
                      </a:pPr>
                      <a:r>
                        <a:rPr lang="en-US" sz="1800">
                          <a:solidFill>
                            <a:srgbClr val="0054BF"/>
                          </a:solidFill>
                        </a:rPr>
                        <a:t>Recall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54BF"/>
                          </a:solidFill>
                        </a:rPr>
                        <a:t>0.98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8175">
                <a:tc>
                  <a:txBody>
                    <a:bodyPr/>
                    <a:lstStyle/>
                    <a:p>
                      <a:pPr indent="0" lvl="0" marL="0" marR="0" rtl="0" algn="l">
                        <a:spcBef>
                          <a:spcPts val="0"/>
                        </a:spcBef>
                        <a:spcAft>
                          <a:spcPts val="0"/>
                        </a:spcAft>
                        <a:buNone/>
                      </a:pPr>
                      <a:r>
                        <a:rPr lang="en-US" sz="1800">
                          <a:solidFill>
                            <a:srgbClr val="0054BF"/>
                          </a:solidFill>
                        </a:rPr>
                        <a:t>F1-Score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54BF"/>
                          </a:solidFill>
                        </a:rPr>
                        <a:t>0.98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8175">
                <a:tc>
                  <a:txBody>
                    <a:bodyPr/>
                    <a:lstStyle/>
                    <a:p>
                      <a:pPr indent="0" lvl="0" marL="0" marR="0" rtl="0" algn="l">
                        <a:spcBef>
                          <a:spcPts val="0"/>
                        </a:spcBef>
                        <a:spcAft>
                          <a:spcPts val="0"/>
                        </a:spcAft>
                        <a:buNone/>
                      </a:pPr>
                      <a:r>
                        <a:rPr lang="en-US" sz="1800">
                          <a:solidFill>
                            <a:srgbClr val="0054BF"/>
                          </a:solidFill>
                        </a:rPr>
                        <a:t>Inference Time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54BF"/>
                          </a:solidFill>
                        </a:rPr>
                        <a:t>≈33 ms/frame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5"/>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5. KẾT LUẬN VÀ HƯỚNG PHÁT TRIỂN</a:t>
            </a:r>
            <a:endParaRPr/>
          </a:p>
        </p:txBody>
      </p:sp>
      <p:sp>
        <p:nvSpPr>
          <p:cNvPr id="644" name="Google Shape;644;p15"/>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45" name="Google Shape;645;p15"/>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46" name="Google Shape;646;p15"/>
          <p:cNvSpPr txBox="1"/>
          <p:nvPr/>
        </p:nvSpPr>
        <p:spPr>
          <a:xfrm>
            <a:off x="838200" y="1321092"/>
            <a:ext cx="1051560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Kết luận</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Xây dựng thành công hệ thống điểm danh khuôn mặt theo thời gian thực sử dụng MobileNetV2 và TensorFlow Lite.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Hệ thống có khả năng nhận diện và lưu dữ liệu điểm danh tự động.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Mô hình hoạt động ổn định trong môi trường thử nghiệm với độ trễ thấp.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Hệ thống hỗ trợ hoạt động offline và không phụ thuộc Cloud.</a:t>
            </a:r>
            <a:endParaRPr/>
          </a:p>
        </p:txBody>
      </p:sp>
      <p:sp>
        <p:nvSpPr>
          <p:cNvPr id="647" name="Google Shape;647;p15"/>
          <p:cNvSpPr txBox="1"/>
          <p:nvPr/>
        </p:nvSpPr>
        <p:spPr>
          <a:xfrm>
            <a:off x="838200" y="3682000"/>
            <a:ext cx="11184802"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Hướng phát triển</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Triển khai hệ thống trên thiết bị Edge như Raspberry Pi.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Tối ưu khả năng nhận diện trong điều kiện ánh sáng và môi trường khác nhau.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Hỗ trợ nhận diện khi người dùng đeo khẩu trang hoặc thay đổi góc nhìn khuôn mặt.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Mở rộng khả năng tích hợp với thiết bị di động và hệ thống quản lý điểm danh trực tuyến.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Nâng cao độ chính xác khi số lượng người dùng tăng lớn.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6"/>
          <p:cNvSpPr txBox="1"/>
          <p:nvPr>
            <p:ph type="title"/>
          </p:nvPr>
        </p:nvSpPr>
        <p:spPr>
          <a:xfrm>
            <a:off x="774145" y="223964"/>
            <a:ext cx="10579655" cy="7858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20000"/>
              </a:lnSpc>
              <a:spcBef>
                <a:spcPts val="0"/>
              </a:spcBef>
              <a:spcAft>
                <a:spcPts val="0"/>
              </a:spcAft>
              <a:buClr>
                <a:srgbClr val="0072FF"/>
              </a:buClr>
              <a:buSzPct val="100000"/>
              <a:buFont typeface="Times New Roman"/>
              <a:buNone/>
            </a:pPr>
            <a:r>
              <a:rPr lang="en-US"/>
              <a:t>PHÂN CÔNG CÔNG VIỆC NHÓM</a:t>
            </a:r>
            <a:endParaRPr/>
          </a:p>
        </p:txBody>
      </p:sp>
      <p:sp>
        <p:nvSpPr>
          <p:cNvPr id="653" name="Google Shape;653;p16"/>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54" name="Google Shape;654;p16"/>
          <p:cNvSpPr txBox="1"/>
          <p:nvPr>
            <p:ph idx="10" type="dt"/>
          </p:nvPr>
        </p:nvSpPr>
        <p:spPr>
          <a:xfrm>
            <a:off x="6447446" y="6475620"/>
            <a:ext cx="2090098" cy="2631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May 19, 2026</a:t>
            </a:r>
            <a:endParaRPr/>
          </a:p>
        </p:txBody>
      </p:sp>
      <p:sp>
        <p:nvSpPr>
          <p:cNvPr id="655" name="Google Shape;655;p16"/>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656" name="Google Shape;656;p16"/>
          <p:cNvGraphicFramePr/>
          <p:nvPr/>
        </p:nvGraphicFramePr>
        <p:xfrm>
          <a:off x="774145" y="1233488"/>
          <a:ext cx="3000000" cy="3000000"/>
        </p:xfrm>
        <a:graphic>
          <a:graphicData uri="http://schemas.openxmlformats.org/drawingml/2006/table">
            <a:tbl>
              <a:tblPr>
                <a:noFill/>
                <a:tableStyleId>{45BEF19B-5B1D-4A26-B267-ECC71EF7E2D4}</a:tableStyleId>
              </a:tblPr>
              <a:tblGrid>
                <a:gridCol w="2992100"/>
                <a:gridCol w="1041150"/>
                <a:gridCol w="6907800"/>
              </a:tblGrid>
              <a:tr h="270875">
                <a:tc>
                  <a:txBody>
                    <a:bodyPr/>
                    <a:lstStyle/>
                    <a:p>
                      <a:pPr indent="0" lvl="0" marL="0" marR="0" rtl="0" algn="ctr">
                        <a:spcBef>
                          <a:spcPts val="0"/>
                        </a:spcBef>
                        <a:spcAft>
                          <a:spcPts val="0"/>
                        </a:spcAft>
                        <a:buNone/>
                      </a:pPr>
                      <a:r>
                        <a:rPr b="1" i="0" lang="en-US" sz="1300">
                          <a:solidFill>
                            <a:schemeClr val="lt1"/>
                          </a:solidFill>
                          <a:latin typeface="Times New Roman"/>
                          <a:ea typeface="Times New Roman"/>
                          <a:cs typeface="Times New Roman"/>
                          <a:sym typeface="Times New Roman"/>
                        </a:rPr>
                        <a:t>Thành viên</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54BF"/>
                    </a:solidFill>
                  </a:tcPr>
                </a:tc>
                <a:tc>
                  <a:txBody>
                    <a:bodyPr/>
                    <a:lstStyle/>
                    <a:p>
                      <a:pPr indent="0" lvl="0" marL="0" marR="0" rtl="0" algn="ctr">
                        <a:spcBef>
                          <a:spcPts val="0"/>
                        </a:spcBef>
                        <a:spcAft>
                          <a:spcPts val="0"/>
                        </a:spcAft>
                        <a:buNone/>
                      </a:pPr>
                      <a:r>
                        <a:rPr b="1" i="0" lang="en-US" sz="1300">
                          <a:solidFill>
                            <a:schemeClr val="lt1"/>
                          </a:solidFill>
                          <a:latin typeface="Times New Roman"/>
                          <a:ea typeface="Times New Roman"/>
                          <a:cs typeface="Times New Roman"/>
                          <a:sym typeface="Times New Roman"/>
                        </a:rPr>
                        <a:t>MSSV</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54BF"/>
                    </a:solidFill>
                  </a:tcPr>
                </a:tc>
                <a:tc>
                  <a:txBody>
                    <a:bodyPr/>
                    <a:lstStyle/>
                    <a:p>
                      <a:pPr indent="0" lvl="0" marL="0" marR="0" rtl="0" algn="ctr">
                        <a:spcBef>
                          <a:spcPts val="0"/>
                        </a:spcBef>
                        <a:spcAft>
                          <a:spcPts val="0"/>
                        </a:spcAft>
                        <a:buNone/>
                      </a:pPr>
                      <a:r>
                        <a:rPr b="1" i="0" lang="en-US" sz="1300">
                          <a:solidFill>
                            <a:schemeClr val="lt1"/>
                          </a:solidFill>
                          <a:latin typeface="Times New Roman"/>
                          <a:ea typeface="Times New Roman"/>
                          <a:cs typeface="Times New Roman"/>
                          <a:sym typeface="Times New Roman"/>
                        </a:rPr>
                        <a:t>Công việc phụ trách</a:t>
                      </a:r>
                      <a:endParaRPr b="1" i="0" sz="1300">
                        <a:solidFill>
                          <a:schemeClr val="lt1"/>
                        </a:solidFill>
                        <a:latin typeface="Times New Roman"/>
                        <a:ea typeface="Times New Roman"/>
                        <a:cs typeface="Times New Roman"/>
                        <a:sym typeface="Times New Roman"/>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54BF"/>
                    </a:solidFill>
                  </a:tcPr>
                </a:tc>
              </a:tr>
              <a:tr h="1083500">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Phạm Công Thành</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25410013</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Demo hệ thống, tích hợp Python + OpenCV + camera laptop + chức năng điểm danh tự động, xử lý logic nhận diện và hỗ trợ viết báo cáo</a:t>
                      </a:r>
                      <a:endParaRPr sz="1300">
                        <a:latin typeface="Times New Roman"/>
                        <a:ea typeface="Times New Roman"/>
                        <a:cs typeface="Times New Roman"/>
                        <a:sym typeface="Times New Roman"/>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86650">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Nguyễn Công Hậu</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25410006</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Huấn luyện mô hình MobileNetV2 trên Edge Impulse, tối ưu tham số mô hình, xử lý và mở rộng dataset, hỗ trợ viết báo cáo và đánh giá kết quả thực nghiệm</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80350">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Nguyễn Minh Hiếu</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25410007</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Hỗ trợ thu thập và xử lý dữ liệu hình ảnh, hỗ trợ huấn luyện mô hình, testing hệ thống thực tế và kiểm tra kết quả nhận diện</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7200">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Phạm Nguyễn Thế Châu</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25410004</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Hỗ trợ viết báo cáo, chuẩn bị nội dung thuyết trình, thiết kế slide thuyết trình và testing hệ thống</a:t>
                      </a:r>
                      <a:endParaRPr sz="1300">
                        <a:latin typeface="Times New Roman"/>
                        <a:ea typeface="Times New Roman"/>
                        <a:cs typeface="Times New Roman"/>
                        <a:sym typeface="Times New Roman"/>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4025">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Võ Văn Nhựt</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25210029</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Hỗ trợ testing hệ thống và quay video demo</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0875">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Phạm Đoàn Nhật Linh</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25410009</a:t>
                      </a:r>
                      <a:endParaRPr/>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300"/>
                    </a:p>
                  </a:txBody>
                  <a:tcPr marT="33850" marB="33850" marR="67725" marL="67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7"/>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Tài liệu tham khảo</a:t>
            </a:r>
            <a:endParaRPr/>
          </a:p>
        </p:txBody>
      </p:sp>
      <p:sp>
        <p:nvSpPr>
          <p:cNvPr id="663" name="Google Shape;663;p17"/>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64" name="Google Shape;664;p17"/>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65" name="Google Shape;665;p17"/>
          <p:cNvSpPr txBox="1"/>
          <p:nvPr/>
        </p:nvSpPr>
        <p:spPr>
          <a:xfrm>
            <a:off x="904875" y="1419225"/>
            <a:ext cx="10715625"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334155"/>
              </a:buClr>
              <a:buSzPts val="1650"/>
              <a:buFont typeface="Open Sans"/>
              <a:buNone/>
            </a:pPr>
            <a:r>
              <a:rPr b="0" i="0" lang="en-US" sz="1650" u="none" cap="none" strike="noStrike">
                <a:solidFill>
                  <a:srgbClr val="334155"/>
                </a:solidFill>
                <a:latin typeface="Open Sans"/>
                <a:ea typeface="Open Sans"/>
                <a:cs typeface="Open Sans"/>
                <a:sym typeface="Open Sans"/>
              </a:rPr>
              <a:t>[1] Sandler, M., et al. (2018). "MobileNetV2: Inverted Residuals and Linear Bottlenecks". CVPR.</a:t>
            </a:r>
            <a:endParaRPr sz="1800">
              <a:solidFill>
                <a:schemeClr val="dk1"/>
              </a:solidFill>
              <a:latin typeface="Calibri"/>
              <a:ea typeface="Calibri"/>
              <a:cs typeface="Calibri"/>
              <a:sym typeface="Calibri"/>
            </a:endParaRPr>
          </a:p>
        </p:txBody>
      </p:sp>
      <p:sp>
        <p:nvSpPr>
          <p:cNvPr id="666" name="Google Shape;666;p17"/>
          <p:cNvSpPr txBox="1"/>
          <p:nvPr/>
        </p:nvSpPr>
        <p:spPr>
          <a:xfrm>
            <a:off x="904875" y="1897260"/>
            <a:ext cx="10715625"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334155"/>
              </a:buClr>
              <a:buSzPts val="1650"/>
              <a:buFont typeface="Open Sans"/>
              <a:buNone/>
            </a:pPr>
            <a:r>
              <a:rPr b="0" i="0" lang="en-US" sz="1650" u="none" cap="none" strike="noStrike">
                <a:solidFill>
                  <a:srgbClr val="334155"/>
                </a:solidFill>
                <a:latin typeface="Open Sans"/>
                <a:ea typeface="Open Sans"/>
                <a:cs typeface="Open Sans"/>
                <a:sym typeface="Open Sans"/>
              </a:rPr>
              <a:t>[2] Edge Impulse Documentation: "Edge AI on Raspberry Pi". https://docs.edgeimpulse.com</a:t>
            </a:r>
            <a:endParaRPr sz="1800">
              <a:solidFill>
                <a:schemeClr val="dk1"/>
              </a:solidFill>
              <a:latin typeface="Calibri"/>
              <a:ea typeface="Calibri"/>
              <a:cs typeface="Calibri"/>
              <a:sym typeface="Calibri"/>
            </a:endParaRPr>
          </a:p>
        </p:txBody>
      </p:sp>
      <p:sp>
        <p:nvSpPr>
          <p:cNvPr id="667" name="Google Shape;667;p17"/>
          <p:cNvSpPr txBox="1"/>
          <p:nvPr/>
        </p:nvSpPr>
        <p:spPr>
          <a:xfrm>
            <a:off x="904875" y="2375296"/>
            <a:ext cx="10715625"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334155"/>
              </a:buClr>
              <a:buSzPts val="1650"/>
              <a:buFont typeface="Open Sans"/>
              <a:buNone/>
            </a:pPr>
            <a:r>
              <a:rPr b="0" i="0" lang="en-US" sz="1650" u="none" cap="none" strike="noStrike">
                <a:solidFill>
                  <a:srgbClr val="334155"/>
                </a:solidFill>
                <a:latin typeface="Open Sans"/>
                <a:ea typeface="Open Sans"/>
                <a:cs typeface="Open Sans"/>
                <a:sym typeface="Open Sans"/>
              </a:rPr>
              <a:t>[3] Raspberry Pi Foundation (2023). "Raspberry Pi 5 Technical Specifications".</a:t>
            </a:r>
            <a:endParaRPr sz="1800">
              <a:solidFill>
                <a:schemeClr val="dk1"/>
              </a:solidFill>
              <a:latin typeface="Calibri"/>
              <a:ea typeface="Calibri"/>
              <a:cs typeface="Calibri"/>
              <a:sym typeface="Calibri"/>
            </a:endParaRPr>
          </a:p>
        </p:txBody>
      </p:sp>
      <p:sp>
        <p:nvSpPr>
          <p:cNvPr id="668" name="Google Shape;668;p17"/>
          <p:cNvSpPr txBox="1"/>
          <p:nvPr/>
        </p:nvSpPr>
        <p:spPr>
          <a:xfrm>
            <a:off x="904875" y="2853332"/>
            <a:ext cx="10715625"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334155"/>
              </a:buClr>
              <a:buSzPts val="1650"/>
              <a:buFont typeface="Open Sans"/>
              <a:buNone/>
            </a:pPr>
            <a:r>
              <a:rPr b="0" i="0" lang="en-US" sz="1650" u="none" cap="none" strike="noStrike">
                <a:solidFill>
                  <a:srgbClr val="334155"/>
                </a:solidFill>
                <a:latin typeface="Open Sans"/>
                <a:ea typeface="Open Sans"/>
                <a:cs typeface="Open Sans"/>
                <a:sym typeface="Open Sans"/>
              </a:rPr>
              <a:t>[4] Google Developers (2024). "Transfer Learning with MobileNet".</a:t>
            </a:r>
            <a:endParaRPr sz="1800">
              <a:solidFill>
                <a:schemeClr val="dk1"/>
              </a:solidFill>
              <a:latin typeface="Calibri"/>
              <a:ea typeface="Calibri"/>
              <a:cs typeface="Calibri"/>
              <a:sym typeface="Calibri"/>
            </a:endParaRPr>
          </a:p>
        </p:txBody>
      </p:sp>
      <p:sp>
        <p:nvSpPr>
          <p:cNvPr id="669" name="Google Shape;669;p17"/>
          <p:cNvSpPr txBox="1"/>
          <p:nvPr/>
        </p:nvSpPr>
        <p:spPr>
          <a:xfrm>
            <a:off x="666750" y="1381125"/>
            <a:ext cx="104775" cy="428625"/>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Clr>
                <a:srgbClr val="005088"/>
              </a:buClr>
              <a:buSzPts val="2100"/>
              <a:buFont typeface="Open Sans"/>
              <a:buNone/>
            </a:pPr>
            <a:r>
              <a:rPr b="1" i="0" lang="en-US" sz="2100" u="none" cap="none" strike="noStrike">
                <a:solidFill>
                  <a:srgbClr val="005088"/>
                </a:solidFill>
                <a:latin typeface="Open Sans"/>
                <a:ea typeface="Open Sans"/>
                <a:cs typeface="Open Sans"/>
                <a:sym typeface="Open Sans"/>
              </a:rPr>
              <a:t>•</a:t>
            </a:r>
            <a:endParaRPr sz="1800">
              <a:solidFill>
                <a:schemeClr val="dk1"/>
              </a:solidFill>
              <a:latin typeface="Calibri"/>
              <a:ea typeface="Calibri"/>
              <a:cs typeface="Calibri"/>
              <a:sym typeface="Calibri"/>
            </a:endParaRPr>
          </a:p>
        </p:txBody>
      </p:sp>
      <p:sp>
        <p:nvSpPr>
          <p:cNvPr id="670" name="Google Shape;670;p17"/>
          <p:cNvSpPr txBox="1"/>
          <p:nvPr/>
        </p:nvSpPr>
        <p:spPr>
          <a:xfrm>
            <a:off x="666750" y="1859160"/>
            <a:ext cx="104775" cy="428625"/>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Clr>
                <a:srgbClr val="005088"/>
              </a:buClr>
              <a:buSzPts val="2100"/>
              <a:buFont typeface="Open Sans"/>
              <a:buNone/>
            </a:pPr>
            <a:r>
              <a:rPr b="1" i="0" lang="en-US" sz="2100" u="none" cap="none" strike="noStrike">
                <a:solidFill>
                  <a:srgbClr val="005088"/>
                </a:solidFill>
                <a:latin typeface="Open Sans"/>
                <a:ea typeface="Open Sans"/>
                <a:cs typeface="Open Sans"/>
                <a:sym typeface="Open Sans"/>
              </a:rPr>
              <a:t>•</a:t>
            </a:r>
            <a:endParaRPr sz="1800">
              <a:solidFill>
                <a:schemeClr val="dk1"/>
              </a:solidFill>
              <a:latin typeface="Calibri"/>
              <a:ea typeface="Calibri"/>
              <a:cs typeface="Calibri"/>
              <a:sym typeface="Calibri"/>
            </a:endParaRPr>
          </a:p>
        </p:txBody>
      </p:sp>
      <p:sp>
        <p:nvSpPr>
          <p:cNvPr id="671" name="Google Shape;671;p17"/>
          <p:cNvSpPr txBox="1"/>
          <p:nvPr/>
        </p:nvSpPr>
        <p:spPr>
          <a:xfrm>
            <a:off x="666750" y="2337196"/>
            <a:ext cx="104775" cy="428625"/>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Clr>
                <a:srgbClr val="005088"/>
              </a:buClr>
              <a:buSzPts val="2100"/>
              <a:buFont typeface="Open Sans"/>
              <a:buNone/>
            </a:pPr>
            <a:r>
              <a:rPr b="1" i="0" lang="en-US" sz="2100" u="none" cap="none" strike="noStrike">
                <a:solidFill>
                  <a:srgbClr val="005088"/>
                </a:solidFill>
                <a:latin typeface="Open Sans"/>
                <a:ea typeface="Open Sans"/>
                <a:cs typeface="Open Sans"/>
                <a:sym typeface="Open Sans"/>
              </a:rPr>
              <a:t>•</a:t>
            </a:r>
            <a:endParaRPr sz="1800">
              <a:solidFill>
                <a:schemeClr val="dk1"/>
              </a:solidFill>
              <a:latin typeface="Calibri"/>
              <a:ea typeface="Calibri"/>
              <a:cs typeface="Calibri"/>
              <a:sym typeface="Calibri"/>
            </a:endParaRPr>
          </a:p>
        </p:txBody>
      </p:sp>
      <p:sp>
        <p:nvSpPr>
          <p:cNvPr id="672" name="Google Shape;672;p17"/>
          <p:cNvSpPr txBox="1"/>
          <p:nvPr/>
        </p:nvSpPr>
        <p:spPr>
          <a:xfrm>
            <a:off x="666750" y="2815232"/>
            <a:ext cx="104775" cy="428625"/>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Clr>
                <a:srgbClr val="005088"/>
              </a:buClr>
              <a:buSzPts val="2100"/>
              <a:buFont typeface="Open Sans"/>
              <a:buNone/>
            </a:pPr>
            <a:r>
              <a:rPr b="1" i="0" lang="en-US" sz="2100" u="none" cap="none" strike="noStrike">
                <a:solidFill>
                  <a:srgbClr val="005088"/>
                </a:solidFill>
                <a:latin typeface="Open Sans"/>
                <a:ea typeface="Open Sans"/>
                <a:cs typeface="Open Sans"/>
                <a:sym typeface="Open Sans"/>
              </a:rPr>
              <a:t>•</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8"/>
          <p:cNvSpPr txBox="1"/>
          <p:nvPr>
            <p:ph idx="11" type="ftr"/>
          </p:nvPr>
        </p:nvSpPr>
        <p:spPr>
          <a:xfrm>
            <a:off x="3684104" y="6481647"/>
            <a:ext cx="4823792" cy="2398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Trường Đại học Công nghệ Thông tin, ĐHQG-HCM</a:t>
            </a:r>
            <a:endParaRPr/>
          </a:p>
        </p:txBody>
      </p:sp>
      <p:sp>
        <p:nvSpPr>
          <p:cNvPr id="678" name="Google Shape;678;p18"/>
          <p:cNvSpPr txBox="1"/>
          <p:nvPr>
            <p:ph idx="12" type="sldNum"/>
          </p:nvPr>
        </p:nvSpPr>
        <p:spPr>
          <a:xfrm>
            <a:off x="11897699" y="6560242"/>
            <a:ext cx="291600" cy="29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79" name="Google Shape;679;p18"/>
          <p:cNvSpPr txBox="1"/>
          <p:nvPr/>
        </p:nvSpPr>
        <p:spPr>
          <a:xfrm>
            <a:off x="4343213" y="1735130"/>
            <a:ext cx="4012558" cy="110092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72FF"/>
              </a:buClr>
              <a:buSzPts val="4000"/>
              <a:buFont typeface="Times New Roman"/>
              <a:buNone/>
            </a:pPr>
            <a:r>
              <a:rPr b="1" lang="en-US" sz="4000">
                <a:solidFill>
                  <a:srgbClr val="0072FF"/>
                </a:solidFill>
                <a:latin typeface="Times New Roman"/>
                <a:ea typeface="Times New Roman"/>
                <a:cs typeface="Times New Roman"/>
                <a:sym typeface="Times New Roman"/>
              </a:rPr>
              <a:t>HỎI VÀ ĐÁP</a:t>
            </a:r>
            <a:endParaRPr b="1" sz="4000">
              <a:solidFill>
                <a:srgbClr val="0072FF"/>
              </a:solidFill>
              <a:latin typeface="Times New Roman"/>
              <a:ea typeface="Times New Roman"/>
              <a:cs typeface="Times New Roman"/>
              <a:sym typeface="Times New Roman"/>
            </a:endParaRPr>
          </a:p>
        </p:txBody>
      </p:sp>
      <p:pic>
        <p:nvPicPr>
          <p:cNvPr descr="http://data.sinhvienit.net/2013/T09/img/SinhVienIT.Net---suy-nghi.jpg" id="680" name="Google Shape;680;p18"/>
          <p:cNvPicPr preferRelativeResize="0"/>
          <p:nvPr/>
        </p:nvPicPr>
        <p:blipFill rotWithShape="1">
          <a:blip r:embed="rId3">
            <a:alphaModFix/>
          </a:blip>
          <a:srcRect b="0" l="0" r="0" t="0"/>
          <a:stretch/>
        </p:blipFill>
        <p:spPr>
          <a:xfrm>
            <a:off x="4895842" y="3018931"/>
            <a:ext cx="3211551" cy="24086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9"/>
          <p:cNvSpPr txBox="1"/>
          <p:nvPr>
            <p:ph type="title"/>
          </p:nvPr>
        </p:nvSpPr>
        <p:spPr>
          <a:xfrm>
            <a:off x="774145" y="223964"/>
            <a:ext cx="10579655" cy="1357186"/>
          </a:xfrm>
          <a:prstGeom prst="rect">
            <a:avLst/>
          </a:prstGeom>
          <a:noFill/>
          <a:ln>
            <a:noFill/>
          </a:ln>
        </p:spPr>
        <p:txBody>
          <a:bodyPr anchorCtr="0" anchor="ctr" bIns="45700" lIns="91425" spcFirstLastPara="1" rIns="91425" wrap="square" tIns="45700">
            <a:noAutofit/>
          </a:bodyPr>
          <a:lstStyle/>
          <a:p>
            <a:pPr indent="0" lvl="0" marL="0" rtl="0" algn="l">
              <a:lnSpc>
                <a:spcPct val="120000"/>
              </a:lnSpc>
              <a:spcBef>
                <a:spcPts val="0"/>
              </a:spcBef>
              <a:spcAft>
                <a:spcPts val="0"/>
              </a:spcAft>
              <a:buClr>
                <a:srgbClr val="0072FF"/>
              </a:buClr>
              <a:buSzPts val="3700"/>
              <a:buFont typeface="Times New Roman"/>
              <a:buNone/>
            </a:pPr>
            <a:r>
              <a:rPr lang="en-US" sz="3700"/>
              <a:t>Phụ lục (nếu có)</a:t>
            </a:r>
            <a:endParaRPr/>
          </a:p>
        </p:txBody>
      </p:sp>
      <p:sp>
        <p:nvSpPr>
          <p:cNvPr id="687" name="Google Shape;687;p19"/>
          <p:cNvSpPr txBox="1"/>
          <p:nvPr>
            <p:ph idx="11" type="ftr"/>
          </p:nvPr>
        </p:nvSpPr>
        <p:spPr>
          <a:xfrm>
            <a:off x="774146" y="6475620"/>
            <a:ext cx="4311788" cy="26311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Trường Đại học Công nghệ Thông tin, ĐHQG-HCM</a:t>
            </a:r>
            <a:endParaRPr/>
          </a:p>
        </p:txBody>
      </p:sp>
      <p:sp>
        <p:nvSpPr>
          <p:cNvPr id="688" name="Google Shape;688;p19"/>
          <p:cNvSpPr txBox="1"/>
          <p:nvPr>
            <p:ph idx="12" type="sldNum"/>
          </p:nvPr>
        </p:nvSpPr>
        <p:spPr>
          <a:xfrm>
            <a:off x="58380" y="6508358"/>
            <a:ext cx="349642" cy="34964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2023-03-03T01:55:04Z</dcterms:created>
  <dc:creator>Trần Hoàng Lộc</dc:creator>
</cp:coreProperties>
</file>