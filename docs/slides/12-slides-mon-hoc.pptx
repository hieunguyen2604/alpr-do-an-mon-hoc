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đầu-cuối,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gãy bộ nhận dạng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0,6996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2324100"/>
            <a:ext cx="7112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hậu xử lý cứu được,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Mua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Giá phải trả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trái kỳ vọng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engine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nhầm phổ biến nhất — trực giác không gợi ra </a:t>
            </a:r>
            <a:r>
              <a:rPr>
                <a:latin typeface="Courier"/>
              </a:rPr>
              <a:t>E → F</a:t>
            </a:r>
            <a:r>
              <a:rPr/>
              <a:t> hay </a:t>
            </a:r>
            <a:r>
              <a:rPr>
                <a:latin typeface="Courier"/>
              </a:rPr>
              <a:t>4 → L</a:t>
            </a:r>
          </a:p>
          <a:p>
            <a:pPr lvl="0"/>
            <a:r>
              <a:rPr b="1"/>
              <a:t>Siêu phân giải mua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Rẻ nhất: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mạnh hơn — mua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Phần chưa đạt: đọc đúng cả chuỗi </a:t>
            </a:r>
            <a:r>
              <a:rPr b="1"/>
              <a:t>0,7512</a:t>
            </a:r>
            <a:r>
              <a:rPr/>
              <a:t> so với ngưỡng 0,85, khoảng cách nằm trọn ở biển hai dòng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2026-08-13T04:12:54Z</dcterms:created>
  <dcterms:modified xsi:type="dcterms:W3CDTF">2026-08-13T04:12:54Z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