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OCR đọc sai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510</a:t>
                      </a:r>
                      <a:r>
                        <a:rPr/>
                        <a:t> · 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9200" y="2324100"/>
            <a:ext cx="7112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phí tính toán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— và một trong hai suy </a:t>
            </a:r>
            <a:r>
              <a:rPr b="1"/>
              <a:t>sai chiều</a:t>
            </a:r>
            <a:r>
              <a:rPr/>
              <a:t>. Thay bằng bảng trích từ ma trận đo được: phủ </a:t>
            </a:r>
            <a:r>
              <a:rPr b="1"/>
              <a:t>4/10</a:t>
            </a:r>
            <a:r>
              <a:rPr/>
              <a:t>, thêm </a:t>
            </a:r>
            <a:r>
              <a:rPr b="1"/>
              <a:t>53 biển đúng, 0 hỏng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Tối ưu hóa: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CPU: phát hiện </a:t>
            </a:r>
            <a:r>
              <a:rPr b="1"/>
              <a:t>mAP@0,5 = 0,9829</a:t>
            </a:r>
          </a:p>
          <a:p>
            <a:pPr lvl="0"/>
            <a:r>
              <a:rPr/>
              <a:t>Biển hai dòng giải bằng </a:t>
            </a:r>
            <a:r>
              <a:rPr b="1"/>
              <a:t>phép biến đổi ảnh</a:t>
            </a:r>
            <a:r>
              <a:rPr/>
              <a:t>, không bằng mô hình nặng hơn —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/ 2.801 biển</a:t>
            </a:r>
          </a:p>
          <a:p>
            <a:pPr lvl="0"/>
            <a:r>
              <a:rPr/>
              <a:t>Chưa đạt: đọc đúng cả chuỗi </a:t>
            </a:r>
            <a:r>
              <a:rPr b="1"/>
              <a:t>0,7701</a:t>
            </a:r>
            <a:r>
              <a:rPr/>
              <a:t> so với ngưỡng 0,85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2026-08-30T14:41:53Z</dcterms:created>
  <dcterms:modified xsi:type="dcterms:W3CDTF">2026-08-30T14:41:53Z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