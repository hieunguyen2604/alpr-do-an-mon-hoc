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510</a:t>
                      </a:r>
                      <a:r>
                        <a:rPr/>
                        <a:t> · 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2026-08-31T03:14:41Z</dcterms:created>
  <dcterms:modified xsi:type="dcterms:W3CDTF">2026-08-31T03:14:41Z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