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g" ContentType="image/jpeg"/>
  <Default Extension="fntdata" ContentType="application/x-fontdata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ahyp="http://schemas.microsoft.com/office/drawing/2018/hyperlinkcolor" xmlns:c="http://schemas.openxmlformats.org/drawingml/2006/chart" xmlns:com="http://schemas.openxmlformats.org/drawingml/2006/compatibility" xmlns:dgm="http://schemas.openxmlformats.org/drawingml/2006/diagram" xmlns:mc="http://schemas.openxmlformats.org/markup-compatibility/2006" xmlns:mv="urn:schemas-microsoft-com:mac:vml" xmlns:o="urn:schemas-microsoft-com:office:office" xmlns:p="http://schemas.openxmlformats.org/presentationml/2006/main" xmlns:p14="http://schemas.microsoft.com/office/powerpoint/2010/main" xmlns:p15="http://schemas.microsoft.com/office/powerpoint/2012/main" xmlns:pvml="urn:schemas-microsoft-com:office:powerpoint" xmlns:r="http://schemas.openxmlformats.org/officeDocument/2006/relationships" xmlns:v="urn:schemas-microsoft-com:vml" autoCompressPictures="0" embedTrueTypeFonts="1" saveSubsetFonts="1" strictFirstAndLastChars="0">
  <p:sldMasterIdLst>
    <p:sldMasterId id="2147483648" r:id="rId4"/>
  </p:sld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69" r:id="rId18"/>
    <p:sldId id="270" r:id="rId19"/>
    <p:sldId id="271" r:id="rId20"/>
  </p:sldIdLst>
  <p:sldSz cx="12192000" cy="6858000"/>
  <p:notesSz cx="6858000" cy="9144000"/>
  <p:embeddedFontLst>
    <p:embeddedFont>
      <p:font typeface="Roboto"/>
      <p:regular r:id="rId21"/>
      <p:bold r:id="rId22"/>
      <p:italic r:id="rId23"/>
      <p:boldItalic r:id="rId24"/>
    </p:embeddedFont>
    <p:embeddedFont>
      <p:font typeface="Open Sans"/>
      <p:regular r:id="rId25"/>
      <p:bold r:id="rId26"/>
      <p:italic r:id="rId27"/>
      <p:boldItalic r:id="rId28"/>
    </p:embeddedFont>
  </p:embeddedFontLst>
  <p:defaultTextStyle>
    <a:defPPr algn="l" lvl="0" marR="0" rtl="0">
      <a:lnSpc>
        <a:spcPct val="100000"/>
      </a:lnSpc>
      <a:spcBef>
        <a:spcPts val="0"/>
      </a:spcBef>
      <a:spcAft>
        <a:spcPts val="0"/>
      </a:spcAft>
    </a:defPPr>
    <a:lvl1pPr algn="l" lvl="0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1pPr>
    <a:lvl2pPr algn="l" lvl="1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2pPr>
    <a:lvl3pPr algn="l" lvl="2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3pPr>
    <a:lvl4pPr algn="l" lvl="3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4pPr>
    <a:lvl5pPr algn="l" lvl="4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5pPr>
    <a:lvl6pPr algn="l" lvl="5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6pPr>
    <a:lvl7pPr algn="l" lvl="6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7pPr>
    <a:lvl8pPr algn="l" lvl="7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8pPr>
    <a:lvl9pPr algn="l" lvl="8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GoogleSlidesCustomDataVersion2">
      <go:slidesCustomData xmlns:go="http://customooxmlschemas.google.com/" roundtripDataSignature="AMtx7mhu5dURU4INwSlvEO7StWDXKr50jg==" r:id="rId29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45BEF19B-5B1D-4A26-B267-ECC71EF7E2D4}">
  <a:tblStyle styleId="{45BEF19B-5B1D-4A26-B267-ECC71EF7E2D4}" styleName="Table_0">
    <a:wholeTbl>
      <a:tcTxStyle>
        <a:font>
          <a:latin typeface="Arial"/>
          <a:ea typeface="Arial"/>
          <a:cs typeface="Arial"/>
        </a:font>
        <a:srgbClr val="000000"/>
      </a:tcTxStyle>
      <a:tcStyle>
        <a:tcBdr>
          <a:left>
            <a:ln w="12700" cmpd="sng">
              <a:solidFill>
                <a:srgbClr val="7F7F7F"/>
              </a:solidFill>
            </a:ln>
          </a:left>
          <a:right>
            <a:ln w="12700" cmpd="sng">
              <a:solidFill>
                <a:srgbClr val="7F7F7F"/>
              </a:solidFill>
            </a:ln>
          </a:right>
          <a:top>
            <a:ln w="12700" cmpd="sng">
              <a:solidFill>
                <a:srgbClr val="7F7F7F"/>
              </a:solidFill>
            </a:ln>
          </a:top>
          <a:bottom>
            <a:ln w="12700" cmpd="sng">
              <a:solidFill>
                <a:srgbClr val="7F7F7F"/>
              </a:solidFill>
            </a:ln>
          </a:bottom>
          <a:insideH>
            <a:ln w="12700" cmpd="sng">
              <a:solidFill>
                <a:srgbClr val="7F7F7F"/>
              </a:solidFill>
            </a:ln>
          </a:insideH>
          <a:insideV>
            <a:ln w="12700" cmpd="sng">
              <a:solidFill>
                <a:srgbClr val="7F7F7F"/>
              </a:solidFill>
            </a:ln>
          </a:insideV>
        </a:tcBdr>
      </a:tc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  <a:tblStyle styleId="{EE219758-DFE7-4E60-9379-781288D8A987}" styleName="Table_1">
    <a:wholeTbl>
      <a:tcTxStyle b="off" i="off">
        <a:font>
          <a:latin typeface="Calibri"/>
          <a:ea typeface="Calibri"/>
          <a:cs typeface="Calibri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BEBEB"/>
          </a:solidFill>
        </a:fill>
      </a:tcStyle>
    </a:wholeTbl>
    <a:band1H>
      <a:tcTxStyle/>
      <a:tcStyle>
        <a:fill>
          <a:solidFill>
            <a:srgbClr val="F8D4D4"/>
          </a:solidFill>
        </a:fill>
      </a:tcStyle>
    </a:band1H>
    <a:band2H>
      <a:tcTxStyle/>
    </a:band2H>
    <a:band1V>
      <a:tcTxStyle/>
      <a:tcStyle>
        <a:fill>
          <a:solidFill>
            <a:srgbClr val="F8D4D4"/>
          </a:solidFill>
        </a:fill>
      </a:tcStyle>
    </a:band1V>
    <a:band2V>
      <a:tcTxStyle/>
    </a:band2V>
    <a:lastCol>
      <a:tcTxStyle b="on" i="off">
        <a:font>
          <a:latin typeface="Calibri"/>
          <a:ea typeface="Calibri"/>
          <a:cs typeface="Calibri"/>
        </a:font>
        <a:schemeClr val="lt1"/>
      </a:tcTxStyle>
      <a:tcStyle>
        <a:fill>
          <a:solidFill>
            <a:schemeClr val="accent3"/>
          </a:solidFill>
        </a:fill>
      </a:tcStyle>
    </a:lastCol>
    <a:firstCol>
      <a:tcTxStyle b="on" i="off">
        <a:font>
          <a:latin typeface="Calibri"/>
          <a:ea typeface="Calibri"/>
          <a:cs typeface="Calibri"/>
        </a:font>
        <a:schemeClr val="lt1"/>
      </a:tcTxStyle>
      <a:tcStyle>
        <a:fill>
          <a:solidFill>
            <a:schemeClr val="accent3"/>
          </a:solidFill>
        </a:fill>
      </a:tcStyle>
    </a:firstCol>
    <a:lastRow>
      <a:tcTxStyle b="on" i="off">
        <a:font>
          <a:latin typeface="Calibri"/>
          <a:ea typeface="Calibri"/>
          <a:cs typeface="Calibri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3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Calibri"/>
          <a:ea typeface="Calibri"/>
          <a:cs typeface="Calibri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3"/>
          </a:solidFill>
        </a:fill>
      </a:tcStyle>
    </a:firstRow>
    <a:neCell>
      <a:tcTxStyle/>
    </a:neCell>
    <a:nwCell>
      <a:tcTxStyle/>
    </a:nwCell>
  </a:tblStyle>
</a:tblStyleLst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5" Type="http://schemas.openxmlformats.org/officeDocument/2006/relationships/slide" Target="slides/slide1.xml" /><Relationship Id="rId6" Type="http://schemas.openxmlformats.org/officeDocument/2006/relationships/slide" Target="slides/slide2.xml" /><Relationship Id="rId7" Type="http://schemas.openxmlformats.org/officeDocument/2006/relationships/slide" Target="slides/slide3.xml" /><Relationship Id="rId8" Type="http://schemas.openxmlformats.org/officeDocument/2006/relationships/slide" Target="slides/slide4.xml" /><Relationship Id="rId9" Type="http://schemas.openxmlformats.org/officeDocument/2006/relationships/slide" Target="slides/slide5.xml" /><Relationship Id="rId10" Type="http://schemas.openxmlformats.org/officeDocument/2006/relationships/slide" Target="slides/slide6.xml" /><Relationship Id="rId11" Type="http://schemas.openxmlformats.org/officeDocument/2006/relationships/slide" Target="slides/slide7.xml" /><Relationship Id="rId12" Type="http://schemas.openxmlformats.org/officeDocument/2006/relationships/slide" Target="slides/slide8.xml" /><Relationship Id="rId13" Type="http://schemas.openxmlformats.org/officeDocument/2006/relationships/slide" Target="slides/slide9.xml" /><Relationship Id="rId14" Type="http://schemas.openxmlformats.org/officeDocument/2006/relationships/slide" Target="slides/slide10.xml" /><Relationship Id="rId15" Type="http://schemas.openxmlformats.org/officeDocument/2006/relationships/slide" Target="slides/slide11.xml" /><Relationship Id="rId16" Type="http://schemas.openxmlformats.org/officeDocument/2006/relationships/slide" Target="slides/slide12.xml" /><Relationship Id="rId17" Type="http://schemas.openxmlformats.org/officeDocument/2006/relationships/slide" Target="slides/slide13.xml" /><Relationship Id="rId18" Type="http://schemas.openxmlformats.org/officeDocument/2006/relationships/slide" Target="slides/slide14.xml" /><Relationship Id="rId19" Type="http://schemas.openxmlformats.org/officeDocument/2006/relationships/slide" Target="slides/slide15.xml" /><Relationship Id="rId20" Type="http://schemas.openxmlformats.org/officeDocument/2006/relationships/slide" Target="slides/slide16.xml" /><Relationship Id="rId1" Type="http://schemas.openxmlformats.org/officeDocument/2006/relationships/theme" Target="theme/theme1.xml" /><Relationship Id="rId2" Type="http://schemas.openxmlformats.org/officeDocument/2006/relationships/presProps" Target="presProps.xml" /><Relationship Id="rId3" Type="http://schemas.openxmlformats.org/officeDocument/2006/relationships/tableStyles" Target="tableStyles.xml" /><Relationship Id="rId4" Type="http://schemas.openxmlformats.org/officeDocument/2006/relationships/slideMaster" Target="slideMasters/slideMaster1.xml" /><Relationship Id="rId22" Type="http://schemas.openxmlformats.org/officeDocument/2006/relationships/font" Target="fonts/Roboto-bold.fntdata" /><Relationship Id="rId21" Type="http://schemas.openxmlformats.org/officeDocument/2006/relationships/font" Target="fonts/Roboto-regular.fntdata" /><Relationship Id="rId24" Type="http://schemas.openxmlformats.org/officeDocument/2006/relationships/font" Target="fonts/Roboto-boldItalic.fntdata" /><Relationship Id="rId23" Type="http://schemas.openxmlformats.org/officeDocument/2006/relationships/font" Target="fonts/Roboto-italic.fntdata" /><Relationship Id="rId25" Type="http://schemas.openxmlformats.org/officeDocument/2006/relationships/font" Target="fonts/OpenSans-regular.fntdata" /><Relationship Id="rId27" Type="http://schemas.openxmlformats.org/officeDocument/2006/relationships/font" Target="fonts/OpenSans-italic.fntdata" /><Relationship Id="rId26" Type="http://schemas.openxmlformats.org/officeDocument/2006/relationships/font" Target="fonts/OpenSans-bold.fntdata" /><Relationship Id="rId29" Type="http://customschemas.google.com/relationships/presentationmetadata" Target="metadata" /><Relationship Id="rId28" Type="http://schemas.openxmlformats.org/officeDocument/2006/relationships/font" Target="fonts/OpenSans-boldItalic.fntdata" /></Relationship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Relationship Id="rId3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Relationship Id="rId3" Type="http://schemas.openxmlformats.org/officeDocument/2006/relationships/image" Target="../media/image1.png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jp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jpg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Relationship Id="rId3" Type="http://schemas.openxmlformats.org/officeDocument/2006/relationships/image" Target="../media/image1.png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êu đề">
  <p:cSld name="Title Slide">
    <p:spTree>
      <p:nvGrpSpPr>
        <p:cNvPr id="15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21"/>
          <p:cNvSpPr txBox="1"/>
          <p:nvPr>
            <p:ph idx="11" type="ftr"/>
          </p:nvPr>
        </p:nvSpPr>
        <p:spPr>
          <a:xfrm>
            <a:off x="2353680" y="6480629"/>
            <a:ext cx="4288103" cy="23677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7" name="Google Shape;17;p21"/>
          <p:cNvSpPr/>
          <p:nvPr/>
        </p:nvSpPr>
        <p:spPr>
          <a:xfrm rot="10800000">
            <a:off x="-1" y="0"/>
            <a:ext cx="12192000" cy="6858000"/>
          </a:xfrm>
          <a:custGeom>
            <a:rect b="b" l="l" r="r" t="t"/>
            <a:pathLst>
              <a:path extrusionOk="0" h="6858000" w="12192000">
                <a:moveTo>
                  <a:pt x="12192000" y="304800"/>
                </a:moveTo>
                <a:lnTo>
                  <a:pt x="9909279" y="304800"/>
                </a:lnTo>
                <a:lnTo>
                  <a:pt x="9732789" y="152400"/>
                </a:lnTo>
                <a:lnTo>
                  <a:pt x="5617499" y="152400"/>
                </a:lnTo>
                <a:lnTo>
                  <a:pt x="5441009" y="0"/>
                </a:lnTo>
                <a:lnTo>
                  <a:pt x="12192000" y="0"/>
                </a:lnTo>
                <a:close/>
                <a:moveTo>
                  <a:pt x="0" y="616911"/>
                </a:moveTo>
                <a:lnTo>
                  <a:pt x="0" y="0"/>
                </a:lnTo>
                <a:lnTo>
                  <a:pt x="715617" y="0"/>
                </a:lnTo>
                <a:close/>
                <a:moveTo>
                  <a:pt x="12191999" y="6858000"/>
                </a:moveTo>
                <a:lnTo>
                  <a:pt x="11476382" y="6858000"/>
                </a:lnTo>
                <a:lnTo>
                  <a:pt x="12191999" y="6241089"/>
                </a:lnTo>
                <a:close/>
                <a:moveTo>
                  <a:pt x="6750991" y="6858000"/>
                </a:moveTo>
                <a:lnTo>
                  <a:pt x="0" y="6858000"/>
                </a:lnTo>
                <a:lnTo>
                  <a:pt x="0" y="6553200"/>
                </a:lnTo>
                <a:lnTo>
                  <a:pt x="2282721" y="6553200"/>
                </a:lnTo>
                <a:lnTo>
                  <a:pt x="2459211" y="6705600"/>
                </a:lnTo>
                <a:lnTo>
                  <a:pt x="6574500" y="6705600"/>
                </a:lnTo>
                <a:close/>
              </a:path>
            </a:pathLst>
          </a:custGeom>
          <a:blipFill rotWithShape="1">
            <a:blip r:embed="rId2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" name="Google Shape;18;p21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19" name="Google Shape;19;p21"/>
          <p:cNvGrpSpPr/>
          <p:nvPr/>
        </p:nvGrpSpPr>
        <p:grpSpPr>
          <a:xfrm>
            <a:off x="58527" y="40944"/>
            <a:ext cx="2869771" cy="1563379"/>
            <a:chOff x="44879" y="27296"/>
            <a:chExt cx="2869771" cy="1563379"/>
          </a:xfrm>
        </p:grpSpPr>
        <p:cxnSp>
          <p:nvCxnSpPr>
            <p:cNvPr id="20" name="Google Shape;20;p21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21" name="Google Shape;21;p21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22" name="Google Shape;22;p21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23" name="Google Shape;23;p21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24" name="Google Shape;24;p21"/>
          <p:cNvGrpSpPr/>
          <p:nvPr/>
        </p:nvGrpSpPr>
        <p:grpSpPr>
          <a:xfrm rot="10800000">
            <a:off x="9263702" y="5253677"/>
            <a:ext cx="2869771" cy="1563379"/>
            <a:chOff x="44879" y="27296"/>
            <a:chExt cx="2869771" cy="1563379"/>
          </a:xfrm>
        </p:grpSpPr>
        <p:cxnSp>
          <p:nvCxnSpPr>
            <p:cNvPr id="25" name="Google Shape;25;p21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26" name="Google Shape;26;p21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27" name="Google Shape;27;p21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</p:grpSp>
      <p:sp>
        <p:nvSpPr>
          <p:cNvPr id="28" name="Google Shape;28;p21"/>
          <p:cNvSpPr/>
          <p:nvPr/>
        </p:nvSpPr>
        <p:spPr>
          <a:xfrm flipH="1">
            <a:off x="5441009" y="0"/>
            <a:ext cx="6750991" cy="304800"/>
          </a:xfrm>
          <a:custGeom>
            <a:rect b="b" l="l" r="r" t="t"/>
            <a:pathLst>
              <a:path extrusionOk="0" h="304800" w="6750991">
                <a:moveTo>
                  <a:pt x="0" y="0"/>
                </a:moveTo>
                <a:lnTo>
                  <a:pt x="6750991" y="0"/>
                </a:lnTo>
                <a:lnTo>
                  <a:pt x="6574501" y="152400"/>
                </a:lnTo>
                <a:lnTo>
                  <a:pt x="2459211" y="152400"/>
                </a:lnTo>
                <a:lnTo>
                  <a:pt x="2282721" y="304800"/>
                </a:lnTo>
                <a:lnTo>
                  <a:pt x="0" y="304800"/>
                </a:lnTo>
                <a:close/>
              </a:path>
            </a:pathLst>
          </a:custGeom>
          <a:gradFill>
            <a:gsLst>
              <a:gs pos="0">
                <a:srgbClr val="0072FF">
                  <a:alpha val="80000"/>
                </a:srgbClr>
              </a:gs>
              <a:gs pos="100000">
                <a:srgbClr val="00C6FF">
                  <a:alpha val="85098"/>
                </a:srgbClr>
              </a:gs>
            </a:gsLst>
            <a:lin ang="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" name="Google Shape;29;p21"/>
          <p:cNvSpPr/>
          <p:nvPr/>
        </p:nvSpPr>
        <p:spPr>
          <a:xfrm flipH="1" rot="10800000">
            <a:off x="0" y="6553200"/>
            <a:ext cx="6750991" cy="304800"/>
          </a:xfrm>
          <a:custGeom>
            <a:rect b="b" l="l" r="r" t="t"/>
            <a:pathLst>
              <a:path extrusionOk="0" h="304800" w="6750991">
                <a:moveTo>
                  <a:pt x="0" y="0"/>
                </a:moveTo>
                <a:lnTo>
                  <a:pt x="6750991" y="0"/>
                </a:lnTo>
                <a:lnTo>
                  <a:pt x="6574501" y="152400"/>
                </a:lnTo>
                <a:lnTo>
                  <a:pt x="2459211" y="152400"/>
                </a:lnTo>
                <a:lnTo>
                  <a:pt x="2282721" y="304800"/>
                </a:lnTo>
                <a:lnTo>
                  <a:pt x="0" y="304800"/>
                </a:lnTo>
                <a:close/>
              </a:path>
            </a:pathLst>
          </a:custGeom>
          <a:gradFill>
            <a:gsLst>
              <a:gs pos="0">
                <a:srgbClr val="0072FF">
                  <a:alpha val="80000"/>
                </a:srgbClr>
              </a:gs>
              <a:gs pos="100000">
                <a:srgbClr val="00C6FF">
                  <a:alpha val="85098"/>
                </a:srgbClr>
              </a:gs>
            </a:gsLst>
            <a:lin ang="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A picture containing clipart, vector graphics&#10;&#10;Description automatically generated" id="30" name="Google Shape;30;p2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2638" y="362637"/>
            <a:ext cx="544288" cy="450213"/>
          </a:xfrm>
          <a:prstGeom prst="rect">
            <a:avLst/>
          </a:prstGeom>
          <a:noFill/>
          <a:ln>
            <a:noFill/>
          </a:ln>
        </p:spPr>
      </p:pic>
      <p:sp>
        <p:nvSpPr>
          <p:cNvPr id="31" name="Google Shape;31;p21"/>
          <p:cNvSpPr txBox="1"/>
          <p:nvPr/>
        </p:nvSpPr>
        <p:spPr>
          <a:xfrm>
            <a:off x="956926" y="326133"/>
            <a:ext cx="3996607" cy="5232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400" u="none" cap="none" strike="noStrike">
                <a:solidFill>
                  <a:srgbClr val="000046"/>
                </a:solidFill>
                <a:latin typeface="Arial"/>
                <a:ea typeface="Arial"/>
                <a:cs typeface="Arial"/>
                <a:sym typeface="Arial"/>
              </a:rPr>
              <a:t>ĐẠI HỌC QUỐC GIA TP. HỒ CHÍ MINH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400">
                <a:solidFill>
                  <a:srgbClr val="000046"/>
                </a:solidFill>
                <a:latin typeface="Arial"/>
                <a:ea typeface="Arial"/>
                <a:cs typeface="Arial"/>
                <a:sym typeface="Arial"/>
              </a:rPr>
              <a:t>TRƯỜNG ĐẠI HỌC CÔNG NGHỆ THÔNG TIN</a:t>
            </a:r>
            <a:endParaRPr/>
          </a:p>
        </p:txBody>
      </p:sp>
      <p:sp>
        <p:nvSpPr>
          <p:cNvPr id="32" name="Google Shape;32;p21"/>
          <p:cNvSpPr/>
          <p:nvPr/>
        </p:nvSpPr>
        <p:spPr>
          <a:xfrm>
            <a:off x="105836" y="6604291"/>
            <a:ext cx="233916" cy="23391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3" name="Google Shape;33;p21"/>
          <p:cNvSpPr txBox="1"/>
          <p:nvPr>
            <p:ph idx="12" type="sldNum"/>
          </p:nvPr>
        </p:nvSpPr>
        <p:spPr>
          <a:xfrm>
            <a:off x="75604" y="6587552"/>
            <a:ext cx="291600" cy="291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ctr">
              <a:spcBef>
                <a:spcPts val="0"/>
              </a:spcBef>
              <a:buNone/>
              <a:defRPr b="0" i="0" sz="7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ctr">
              <a:spcBef>
                <a:spcPts val="0"/>
              </a:spcBef>
              <a:buNone/>
              <a:defRPr b="0" i="0" sz="7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ctr">
              <a:spcBef>
                <a:spcPts val="0"/>
              </a:spcBef>
              <a:buNone/>
              <a:defRPr b="0" i="0" sz="7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ctr">
              <a:spcBef>
                <a:spcPts val="0"/>
              </a:spcBef>
              <a:buNone/>
              <a:defRPr b="0" i="0" sz="7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ctr">
              <a:spcBef>
                <a:spcPts val="0"/>
              </a:spcBef>
              <a:buNone/>
              <a:defRPr b="0" i="0" sz="7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ctr">
              <a:spcBef>
                <a:spcPts val="0"/>
              </a:spcBef>
              <a:buNone/>
              <a:defRPr b="0" i="0" sz="7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ctr">
              <a:spcBef>
                <a:spcPts val="0"/>
              </a:spcBef>
              <a:buNone/>
              <a:defRPr b="0" i="0" sz="7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ctr">
              <a:spcBef>
                <a:spcPts val="0"/>
              </a:spcBef>
              <a:buNone/>
              <a:defRPr b="0" i="0" sz="7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ctr">
              <a:spcBef>
                <a:spcPts val="0"/>
              </a:spcBef>
              <a:buNone/>
              <a:defRPr b="0" i="0" sz="7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34" name="Google Shape;34;p21"/>
          <p:cNvSpPr txBox="1"/>
          <p:nvPr>
            <p:ph type="ctrTitle"/>
          </p:nvPr>
        </p:nvSpPr>
        <p:spPr>
          <a:xfrm>
            <a:off x="952500" y="1333500"/>
            <a:ext cx="10287000" cy="1905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0046"/>
              </a:buClr>
              <a:buSzPts val="4400"/>
              <a:buNone/>
              <a:defRPr b="1" sz="4400">
                <a:solidFill>
                  <a:srgbClr val="000046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5" name="Google Shape;35;p21"/>
          <p:cNvSpPr txBox="1"/>
          <p:nvPr>
            <p:ph type="subTitle" idx="1"/>
          </p:nvPr>
        </p:nvSpPr>
        <p:spPr>
          <a:xfrm>
            <a:off x="952500" y="3524250"/>
            <a:ext cx="10287000" cy="2000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0046"/>
              </a:buClr>
              <a:buSzPts val="2800"/>
              <a:buNone/>
              <a:defRPr b="1" sz="2800">
                <a:solidFill>
                  <a:srgbClr val="000046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6" name="Google Shape;36;p21"/>
          <p:cNvSpPr txBox="1"/>
          <p:nvPr>
            <p:ph idx="3" type="body"/>
          </p:nvPr>
        </p:nvSpPr>
        <p:spPr>
          <a:xfrm>
            <a:off x="4680970" y="4963048"/>
            <a:ext cx="2830058" cy="345005"/>
          </a:xfrm>
          <a:prstGeom prst="rect">
            <a:avLst/>
          </a:prstGeom>
          <a:gradFill>
            <a:gsLst>
              <a:gs pos="0">
                <a:srgbClr val="0072FF"/>
              </a:gs>
              <a:gs pos="100000">
                <a:srgbClr val="00C6FF"/>
              </a:gs>
            </a:gsLst>
            <a:lin ang="270000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 b="1" i="0" sz="140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7" name="Google Shape;37;p21"/>
          <p:cNvSpPr txBox="1"/>
          <p:nvPr>
            <p:ph idx="4" type="body"/>
          </p:nvPr>
        </p:nvSpPr>
        <p:spPr>
          <a:xfrm>
            <a:off x="1850807" y="3630811"/>
            <a:ext cx="8490387" cy="6442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A5A5A5"/>
              </a:buClr>
              <a:buSzPts val="1200"/>
              <a:buNone/>
              <a:defRPr sz="1200">
                <a:solidFill>
                  <a:srgbClr val="A5A5A5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8" name="Google Shape;38;p21"/>
          <p:cNvSpPr txBox="1"/>
          <p:nvPr>
            <p:ph idx="10" type="dt"/>
          </p:nvPr>
        </p:nvSpPr>
        <p:spPr>
          <a:xfrm>
            <a:off x="6767806" y="6476999"/>
            <a:ext cx="2495896" cy="2367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21"/>
          <p:cNvSpPr/>
          <p:nvPr/>
        </p:nvSpPr>
        <p:spPr>
          <a:xfrm rot="10800000">
            <a:off x="-1" y="0"/>
            <a:ext cx="12192000" cy="6858000"/>
          </a:xfrm>
          <a:custGeom>
            <a:rect b="b" l="l" r="r" t="t"/>
            <a:pathLst>
              <a:path extrusionOk="0" h="6858000" w="12192000">
                <a:moveTo>
                  <a:pt x="12192000" y="304800"/>
                </a:moveTo>
                <a:lnTo>
                  <a:pt x="9909279" y="304800"/>
                </a:lnTo>
                <a:lnTo>
                  <a:pt x="9732789" y="152400"/>
                </a:lnTo>
                <a:lnTo>
                  <a:pt x="5617499" y="152400"/>
                </a:lnTo>
                <a:lnTo>
                  <a:pt x="5441009" y="0"/>
                </a:lnTo>
                <a:lnTo>
                  <a:pt x="12192000" y="0"/>
                </a:lnTo>
                <a:close/>
                <a:moveTo>
                  <a:pt x="0" y="616911"/>
                </a:moveTo>
                <a:lnTo>
                  <a:pt x="0" y="0"/>
                </a:lnTo>
                <a:lnTo>
                  <a:pt x="715617" y="0"/>
                </a:lnTo>
                <a:close/>
                <a:moveTo>
                  <a:pt x="12191999" y="6858000"/>
                </a:moveTo>
                <a:lnTo>
                  <a:pt x="11476382" y="6858000"/>
                </a:lnTo>
                <a:lnTo>
                  <a:pt x="12191999" y="6241089"/>
                </a:lnTo>
                <a:close/>
                <a:moveTo>
                  <a:pt x="6750991" y="6858000"/>
                </a:moveTo>
                <a:lnTo>
                  <a:pt x="0" y="6858000"/>
                </a:lnTo>
                <a:lnTo>
                  <a:pt x="0" y="6553200"/>
                </a:lnTo>
                <a:lnTo>
                  <a:pt x="2282721" y="6553200"/>
                </a:lnTo>
                <a:lnTo>
                  <a:pt x="2459211" y="6705600"/>
                </a:lnTo>
                <a:lnTo>
                  <a:pt x="6574500" y="6705600"/>
                </a:lnTo>
                <a:close/>
              </a:path>
            </a:pathLst>
          </a:custGeom>
          <a:blipFill rotWithShape="1">
            <a:blip r:embed="rId2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0" name="Google Shape;40;p21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41" name="Google Shape;41;p21"/>
          <p:cNvGrpSpPr/>
          <p:nvPr/>
        </p:nvGrpSpPr>
        <p:grpSpPr>
          <a:xfrm>
            <a:off x="58527" y="40944"/>
            <a:ext cx="2869771" cy="1563379"/>
            <a:chOff x="44879" y="27296"/>
            <a:chExt cx="2869771" cy="1563379"/>
          </a:xfrm>
        </p:grpSpPr>
        <p:cxnSp>
          <p:nvCxnSpPr>
            <p:cNvPr id="42" name="Google Shape;42;p21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3" name="Google Shape;43;p21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4" name="Google Shape;44;p21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45" name="Google Shape;45;p21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46" name="Google Shape;46;p21"/>
          <p:cNvGrpSpPr/>
          <p:nvPr/>
        </p:nvGrpSpPr>
        <p:grpSpPr>
          <a:xfrm rot="10800000">
            <a:off x="9263702" y="5253677"/>
            <a:ext cx="2869771" cy="1563379"/>
            <a:chOff x="44879" y="27296"/>
            <a:chExt cx="2869771" cy="1563379"/>
          </a:xfrm>
        </p:grpSpPr>
        <p:cxnSp>
          <p:nvCxnSpPr>
            <p:cNvPr id="47" name="Google Shape;47;p21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48" name="Google Shape;48;p21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49" name="Google Shape;49;p21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</p:grpSp>
      <p:sp>
        <p:nvSpPr>
          <p:cNvPr id="50" name="Google Shape;50;p21"/>
          <p:cNvSpPr/>
          <p:nvPr/>
        </p:nvSpPr>
        <p:spPr>
          <a:xfrm flipH="1">
            <a:off x="5441009" y="0"/>
            <a:ext cx="6750991" cy="304800"/>
          </a:xfrm>
          <a:custGeom>
            <a:rect b="b" l="l" r="r" t="t"/>
            <a:pathLst>
              <a:path extrusionOk="0" h="304800" w="6750991">
                <a:moveTo>
                  <a:pt x="0" y="0"/>
                </a:moveTo>
                <a:lnTo>
                  <a:pt x="6750991" y="0"/>
                </a:lnTo>
                <a:lnTo>
                  <a:pt x="6574501" y="152400"/>
                </a:lnTo>
                <a:lnTo>
                  <a:pt x="2459211" y="152400"/>
                </a:lnTo>
                <a:lnTo>
                  <a:pt x="2282721" y="304800"/>
                </a:lnTo>
                <a:lnTo>
                  <a:pt x="0" y="304800"/>
                </a:lnTo>
                <a:close/>
              </a:path>
            </a:pathLst>
          </a:custGeom>
          <a:gradFill>
            <a:gsLst>
              <a:gs pos="0">
                <a:srgbClr val="0072FF">
                  <a:alpha val="80000"/>
                </a:srgbClr>
              </a:gs>
              <a:gs pos="100000">
                <a:srgbClr val="00C6FF">
                  <a:alpha val="85098"/>
                </a:srgbClr>
              </a:gs>
            </a:gsLst>
            <a:lin ang="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1" name="Google Shape;51;p21"/>
          <p:cNvSpPr/>
          <p:nvPr/>
        </p:nvSpPr>
        <p:spPr>
          <a:xfrm flipH="1" rot="10800000">
            <a:off x="0" y="6553200"/>
            <a:ext cx="6750991" cy="304800"/>
          </a:xfrm>
          <a:custGeom>
            <a:rect b="b" l="l" r="r" t="t"/>
            <a:pathLst>
              <a:path extrusionOk="0" h="304800" w="6750991">
                <a:moveTo>
                  <a:pt x="0" y="0"/>
                </a:moveTo>
                <a:lnTo>
                  <a:pt x="6750991" y="0"/>
                </a:lnTo>
                <a:lnTo>
                  <a:pt x="6574501" y="152400"/>
                </a:lnTo>
                <a:lnTo>
                  <a:pt x="2459211" y="152400"/>
                </a:lnTo>
                <a:lnTo>
                  <a:pt x="2282721" y="304800"/>
                </a:lnTo>
                <a:lnTo>
                  <a:pt x="0" y="304800"/>
                </a:lnTo>
                <a:close/>
              </a:path>
            </a:pathLst>
          </a:custGeom>
          <a:gradFill>
            <a:gsLst>
              <a:gs pos="0">
                <a:srgbClr val="0072FF">
                  <a:alpha val="80000"/>
                </a:srgbClr>
              </a:gs>
              <a:gs pos="100000">
                <a:srgbClr val="00C6FF">
                  <a:alpha val="85098"/>
                </a:srgbClr>
              </a:gs>
            </a:gsLst>
            <a:lin ang="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A picture containing clipart, vector graphics&#10;&#10;Description automatically generated" id="52" name="Google Shape;52;p2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2638" y="362637"/>
            <a:ext cx="544288" cy="450213"/>
          </a:xfrm>
          <a:prstGeom prst="rect">
            <a:avLst/>
          </a:prstGeom>
          <a:noFill/>
          <a:ln>
            <a:noFill/>
          </a:ln>
        </p:spPr>
      </p:pic>
      <p:sp>
        <p:nvSpPr>
          <p:cNvPr id="53" name="Google Shape;53;p21"/>
          <p:cNvSpPr txBox="1"/>
          <p:nvPr/>
        </p:nvSpPr>
        <p:spPr>
          <a:xfrm>
            <a:off x="956926" y="326133"/>
            <a:ext cx="3996607" cy="5232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>
                <a:solidFill>
                  <a:srgbClr val="000046"/>
                </a:solidFill>
                <a:latin typeface="Arial"/>
                <a:ea typeface="Arial"/>
                <a:cs typeface="Arial"/>
                <a:sym typeface="Arial"/>
              </a:rPr>
              <a:t>ĐẠI HỌC QUỐC GIA TP. HỒ CHÍ MINH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400">
                <a:solidFill>
                  <a:srgbClr val="000046"/>
                </a:solidFill>
                <a:latin typeface="Arial"/>
                <a:ea typeface="Arial"/>
                <a:cs typeface="Arial"/>
                <a:sym typeface="Arial"/>
              </a:rPr>
              <a:t>TRƯỜNG ĐẠI HỌC CÔNG NGHỆ THÔNG TIN</a:t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2_Mục lục">
  <p:cSld name="2_Mục lục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22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56" name="Google Shape;56;p22"/>
          <p:cNvGrpSpPr/>
          <p:nvPr/>
        </p:nvGrpSpPr>
        <p:grpSpPr>
          <a:xfrm rot="10800000">
            <a:off x="9263702" y="5930537"/>
            <a:ext cx="2869771" cy="886519"/>
            <a:chOff x="44879" y="27296"/>
            <a:chExt cx="2869771" cy="886519"/>
          </a:xfrm>
        </p:grpSpPr>
        <p:cxnSp>
          <p:nvCxnSpPr>
            <p:cNvPr id="57" name="Google Shape;57;p22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58" name="Google Shape;58;p22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59" name="Google Shape;59;p22"/>
            <p:cNvCxnSpPr/>
            <p:nvPr/>
          </p:nvCxnSpPr>
          <p:spPr>
            <a:xfrm rot="10800000">
              <a:off x="52214" y="654128"/>
              <a:ext cx="0" cy="259687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</p:grpSp>
      <p:sp>
        <p:nvSpPr>
          <p:cNvPr id="60" name="Google Shape;60;p22"/>
          <p:cNvSpPr txBox="1"/>
          <p:nvPr>
            <p:ph idx="11" type="ftr"/>
          </p:nvPr>
        </p:nvSpPr>
        <p:spPr>
          <a:xfrm>
            <a:off x="3465443" y="6466114"/>
            <a:ext cx="5261114" cy="25536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grpSp>
        <p:nvGrpSpPr>
          <p:cNvPr id="61" name="Google Shape;61;p22"/>
          <p:cNvGrpSpPr/>
          <p:nvPr/>
        </p:nvGrpSpPr>
        <p:grpSpPr>
          <a:xfrm>
            <a:off x="-1259888" y="1121391"/>
            <a:ext cx="4841288" cy="5054000"/>
            <a:chOff x="-1259888" y="901609"/>
            <a:chExt cx="4841288" cy="5054000"/>
          </a:xfrm>
        </p:grpSpPr>
        <p:grpSp>
          <p:nvGrpSpPr>
            <p:cNvPr id="62" name="Google Shape;62;p22"/>
            <p:cNvGrpSpPr/>
            <p:nvPr/>
          </p:nvGrpSpPr>
          <p:grpSpPr>
            <a:xfrm>
              <a:off x="-1225468" y="901609"/>
              <a:ext cx="4806868" cy="664514"/>
              <a:chOff x="0" y="901609"/>
              <a:chExt cx="4806868" cy="664514"/>
            </a:xfrm>
          </p:grpSpPr>
          <p:cxnSp>
            <p:nvCxnSpPr>
              <p:cNvPr id="63" name="Google Shape;63;p22"/>
              <p:cNvCxnSpPr/>
              <p:nvPr/>
            </p:nvCxnSpPr>
            <p:spPr>
              <a:xfrm>
                <a:off x="0" y="1566123"/>
                <a:ext cx="253393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64" name="Google Shape;64;p22"/>
              <p:cNvCxnSpPr/>
              <p:nvPr/>
            </p:nvCxnSpPr>
            <p:spPr>
              <a:xfrm flipH="1" rot="10800000">
                <a:off x="2520285" y="1059987"/>
                <a:ext cx="591405" cy="506136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65" name="Google Shape;65;p22"/>
              <p:cNvCxnSpPr/>
              <p:nvPr/>
            </p:nvCxnSpPr>
            <p:spPr>
              <a:xfrm>
                <a:off x="3111690" y="1059987"/>
                <a:ext cx="13784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66" name="Google Shape;66;p22"/>
              <p:cNvSpPr/>
              <p:nvPr/>
            </p:nvSpPr>
            <p:spPr>
              <a:xfrm>
                <a:off x="4490113" y="901609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67" name="Google Shape;67;p22"/>
            <p:cNvGrpSpPr/>
            <p:nvPr/>
          </p:nvGrpSpPr>
          <p:grpSpPr>
            <a:xfrm flipH="1" rot="10800000">
              <a:off x="-1225468" y="5291095"/>
              <a:ext cx="4806868" cy="664514"/>
              <a:chOff x="0" y="1232525"/>
              <a:chExt cx="4806868" cy="664514"/>
            </a:xfrm>
          </p:grpSpPr>
          <p:cxnSp>
            <p:nvCxnSpPr>
              <p:cNvPr id="68" name="Google Shape;68;p22"/>
              <p:cNvCxnSpPr/>
              <p:nvPr/>
            </p:nvCxnSpPr>
            <p:spPr>
              <a:xfrm>
                <a:off x="0" y="1897039"/>
                <a:ext cx="253393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69" name="Google Shape;69;p22"/>
              <p:cNvCxnSpPr/>
              <p:nvPr/>
            </p:nvCxnSpPr>
            <p:spPr>
              <a:xfrm flipH="1" rot="10800000">
                <a:off x="2520285" y="1390903"/>
                <a:ext cx="591405" cy="506136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70" name="Google Shape;70;p22"/>
              <p:cNvCxnSpPr/>
              <p:nvPr/>
            </p:nvCxnSpPr>
            <p:spPr>
              <a:xfrm>
                <a:off x="3111690" y="1390903"/>
                <a:ext cx="13784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71" name="Google Shape;71;p22"/>
              <p:cNvSpPr/>
              <p:nvPr/>
            </p:nvSpPr>
            <p:spPr>
              <a:xfrm>
                <a:off x="4490113" y="1232525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72" name="Google Shape;72;p22"/>
            <p:cNvGrpSpPr/>
            <p:nvPr/>
          </p:nvGrpSpPr>
          <p:grpSpPr>
            <a:xfrm>
              <a:off x="-1225469" y="1860637"/>
              <a:ext cx="3835321" cy="547270"/>
              <a:chOff x="-1" y="1860637"/>
              <a:chExt cx="3835321" cy="547270"/>
            </a:xfrm>
          </p:grpSpPr>
          <p:sp>
            <p:nvSpPr>
              <p:cNvPr id="73" name="Google Shape;73;p22"/>
              <p:cNvSpPr/>
              <p:nvPr/>
            </p:nvSpPr>
            <p:spPr>
              <a:xfrm>
                <a:off x="3518565" y="1860637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cxnSp>
            <p:nvCxnSpPr>
              <p:cNvPr id="74" name="Google Shape;74;p22"/>
              <p:cNvCxnSpPr/>
              <p:nvPr/>
            </p:nvCxnSpPr>
            <p:spPr>
              <a:xfrm>
                <a:off x="-1" y="2407907"/>
                <a:ext cx="1985654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75" name="Google Shape;75;p22"/>
              <p:cNvCxnSpPr/>
              <p:nvPr/>
            </p:nvCxnSpPr>
            <p:spPr>
              <a:xfrm flipH="1" rot="10800000">
                <a:off x="1974958" y="2019015"/>
                <a:ext cx="463440" cy="388892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76" name="Google Shape;76;p22"/>
              <p:cNvCxnSpPr/>
              <p:nvPr/>
            </p:nvCxnSpPr>
            <p:spPr>
              <a:xfrm>
                <a:off x="2438398" y="2019015"/>
                <a:ext cx="1080167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</p:grpSp>
        <p:grpSp>
          <p:nvGrpSpPr>
            <p:cNvPr id="77" name="Google Shape;77;p22"/>
            <p:cNvGrpSpPr/>
            <p:nvPr/>
          </p:nvGrpSpPr>
          <p:grpSpPr>
            <a:xfrm flipH="1" rot="10800000">
              <a:off x="-1259888" y="4408929"/>
              <a:ext cx="3835321" cy="547270"/>
              <a:chOff x="-1" y="1860637"/>
              <a:chExt cx="3835321" cy="547270"/>
            </a:xfrm>
          </p:grpSpPr>
          <p:sp>
            <p:nvSpPr>
              <p:cNvPr id="78" name="Google Shape;78;p22"/>
              <p:cNvSpPr/>
              <p:nvPr/>
            </p:nvSpPr>
            <p:spPr>
              <a:xfrm>
                <a:off x="3518565" y="1860637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cxnSp>
            <p:nvCxnSpPr>
              <p:cNvPr id="79" name="Google Shape;79;p22"/>
              <p:cNvCxnSpPr/>
              <p:nvPr/>
            </p:nvCxnSpPr>
            <p:spPr>
              <a:xfrm>
                <a:off x="-1" y="2407907"/>
                <a:ext cx="1985654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80" name="Google Shape;80;p22"/>
              <p:cNvCxnSpPr/>
              <p:nvPr/>
            </p:nvCxnSpPr>
            <p:spPr>
              <a:xfrm flipH="1" rot="10800000">
                <a:off x="1974958" y="2019015"/>
                <a:ext cx="463440" cy="388892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81" name="Google Shape;81;p22"/>
              <p:cNvCxnSpPr/>
              <p:nvPr/>
            </p:nvCxnSpPr>
            <p:spPr>
              <a:xfrm>
                <a:off x="2438398" y="2019015"/>
                <a:ext cx="1080167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</p:grpSp>
        <p:grpSp>
          <p:nvGrpSpPr>
            <p:cNvPr id="82" name="Google Shape;82;p22"/>
            <p:cNvGrpSpPr/>
            <p:nvPr/>
          </p:nvGrpSpPr>
          <p:grpSpPr>
            <a:xfrm>
              <a:off x="-1252333" y="2715185"/>
              <a:ext cx="2776521" cy="436736"/>
              <a:chOff x="-26865" y="2715185"/>
              <a:chExt cx="2776521" cy="436736"/>
            </a:xfrm>
          </p:grpSpPr>
          <p:cxnSp>
            <p:nvCxnSpPr>
              <p:cNvPr id="83" name="Google Shape;83;p22"/>
              <p:cNvCxnSpPr/>
              <p:nvPr/>
            </p:nvCxnSpPr>
            <p:spPr>
              <a:xfrm>
                <a:off x="-26865" y="3151921"/>
                <a:ext cx="14027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84" name="Google Shape;84;p22"/>
              <p:cNvCxnSpPr/>
              <p:nvPr/>
            </p:nvCxnSpPr>
            <p:spPr>
              <a:xfrm flipH="1" rot="10800000">
                <a:off x="1368303" y="2877197"/>
                <a:ext cx="327387" cy="274724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85" name="Google Shape;85;p22"/>
              <p:cNvCxnSpPr/>
              <p:nvPr/>
            </p:nvCxnSpPr>
            <p:spPr>
              <a:xfrm>
                <a:off x="1695690" y="2877197"/>
                <a:ext cx="763061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86" name="Google Shape;86;p22"/>
              <p:cNvSpPr/>
              <p:nvPr/>
            </p:nvSpPr>
            <p:spPr>
              <a:xfrm>
                <a:off x="2432901" y="2715185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87" name="Google Shape;87;p22"/>
            <p:cNvGrpSpPr/>
            <p:nvPr/>
          </p:nvGrpSpPr>
          <p:grpSpPr>
            <a:xfrm>
              <a:off x="-1225468" y="3843225"/>
              <a:ext cx="2802371" cy="433101"/>
              <a:chOff x="-34420" y="3843718"/>
              <a:chExt cx="2802371" cy="433101"/>
            </a:xfrm>
          </p:grpSpPr>
          <p:cxnSp>
            <p:nvCxnSpPr>
              <p:cNvPr id="88" name="Google Shape;88;p22"/>
              <p:cNvCxnSpPr/>
              <p:nvPr/>
            </p:nvCxnSpPr>
            <p:spPr>
              <a:xfrm>
                <a:off x="-34420" y="3843718"/>
                <a:ext cx="14027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89" name="Google Shape;89;p22"/>
              <p:cNvCxnSpPr/>
              <p:nvPr/>
            </p:nvCxnSpPr>
            <p:spPr>
              <a:xfrm>
                <a:off x="1360748" y="3843718"/>
                <a:ext cx="327387" cy="274724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90" name="Google Shape;90;p22"/>
              <p:cNvCxnSpPr/>
              <p:nvPr/>
            </p:nvCxnSpPr>
            <p:spPr>
              <a:xfrm>
                <a:off x="1688135" y="4118442"/>
                <a:ext cx="763061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91" name="Google Shape;91;p22"/>
              <p:cNvSpPr/>
              <p:nvPr/>
            </p:nvSpPr>
            <p:spPr>
              <a:xfrm>
                <a:off x="2451196" y="3960064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</p:grpSp>
      <p:grpSp>
        <p:nvGrpSpPr>
          <p:cNvPr id="92" name="Google Shape;92;p22"/>
          <p:cNvGrpSpPr/>
          <p:nvPr/>
        </p:nvGrpSpPr>
        <p:grpSpPr>
          <a:xfrm flipH="1">
            <a:off x="8607643" y="1121391"/>
            <a:ext cx="4841288" cy="5054000"/>
            <a:chOff x="-1259888" y="901609"/>
            <a:chExt cx="4841288" cy="5054000"/>
          </a:xfrm>
        </p:grpSpPr>
        <p:grpSp>
          <p:nvGrpSpPr>
            <p:cNvPr id="93" name="Google Shape;93;p22"/>
            <p:cNvGrpSpPr/>
            <p:nvPr/>
          </p:nvGrpSpPr>
          <p:grpSpPr>
            <a:xfrm>
              <a:off x="-1225468" y="901609"/>
              <a:ext cx="4806868" cy="664514"/>
              <a:chOff x="0" y="901609"/>
              <a:chExt cx="4806868" cy="664514"/>
            </a:xfrm>
          </p:grpSpPr>
          <p:cxnSp>
            <p:nvCxnSpPr>
              <p:cNvPr id="94" name="Google Shape;94;p22"/>
              <p:cNvCxnSpPr/>
              <p:nvPr/>
            </p:nvCxnSpPr>
            <p:spPr>
              <a:xfrm>
                <a:off x="0" y="1566123"/>
                <a:ext cx="253393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95" name="Google Shape;95;p22"/>
              <p:cNvCxnSpPr/>
              <p:nvPr/>
            </p:nvCxnSpPr>
            <p:spPr>
              <a:xfrm flipH="1" rot="10800000">
                <a:off x="2520285" y="1059987"/>
                <a:ext cx="591405" cy="506136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96" name="Google Shape;96;p22"/>
              <p:cNvCxnSpPr/>
              <p:nvPr/>
            </p:nvCxnSpPr>
            <p:spPr>
              <a:xfrm>
                <a:off x="3111690" y="1059987"/>
                <a:ext cx="13784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97" name="Google Shape;97;p22"/>
              <p:cNvSpPr/>
              <p:nvPr/>
            </p:nvSpPr>
            <p:spPr>
              <a:xfrm>
                <a:off x="4490113" y="901609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98" name="Google Shape;98;p22"/>
            <p:cNvGrpSpPr/>
            <p:nvPr/>
          </p:nvGrpSpPr>
          <p:grpSpPr>
            <a:xfrm flipH="1" rot="10800000">
              <a:off x="-1225468" y="5291095"/>
              <a:ext cx="4806868" cy="664514"/>
              <a:chOff x="0" y="1232525"/>
              <a:chExt cx="4806868" cy="664514"/>
            </a:xfrm>
          </p:grpSpPr>
          <p:cxnSp>
            <p:nvCxnSpPr>
              <p:cNvPr id="99" name="Google Shape;99;p22"/>
              <p:cNvCxnSpPr/>
              <p:nvPr/>
            </p:nvCxnSpPr>
            <p:spPr>
              <a:xfrm>
                <a:off x="0" y="1897039"/>
                <a:ext cx="253393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100" name="Google Shape;100;p22"/>
              <p:cNvCxnSpPr/>
              <p:nvPr/>
            </p:nvCxnSpPr>
            <p:spPr>
              <a:xfrm flipH="1" rot="10800000">
                <a:off x="2520285" y="1390903"/>
                <a:ext cx="591405" cy="506136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101" name="Google Shape;101;p22"/>
              <p:cNvCxnSpPr/>
              <p:nvPr/>
            </p:nvCxnSpPr>
            <p:spPr>
              <a:xfrm>
                <a:off x="3111690" y="1390903"/>
                <a:ext cx="13784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102" name="Google Shape;102;p22"/>
              <p:cNvSpPr/>
              <p:nvPr/>
            </p:nvSpPr>
            <p:spPr>
              <a:xfrm>
                <a:off x="4490113" y="1232525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103" name="Google Shape;103;p22"/>
            <p:cNvGrpSpPr/>
            <p:nvPr/>
          </p:nvGrpSpPr>
          <p:grpSpPr>
            <a:xfrm>
              <a:off x="-1225469" y="1860637"/>
              <a:ext cx="3835321" cy="547270"/>
              <a:chOff x="-1" y="1860637"/>
              <a:chExt cx="3835321" cy="547270"/>
            </a:xfrm>
          </p:grpSpPr>
          <p:sp>
            <p:nvSpPr>
              <p:cNvPr id="104" name="Google Shape;104;p22"/>
              <p:cNvSpPr/>
              <p:nvPr/>
            </p:nvSpPr>
            <p:spPr>
              <a:xfrm>
                <a:off x="3518565" y="1860637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cxnSp>
            <p:nvCxnSpPr>
              <p:cNvPr id="105" name="Google Shape;105;p22"/>
              <p:cNvCxnSpPr/>
              <p:nvPr/>
            </p:nvCxnSpPr>
            <p:spPr>
              <a:xfrm>
                <a:off x="-1" y="2407907"/>
                <a:ext cx="1985654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106" name="Google Shape;106;p22"/>
              <p:cNvCxnSpPr/>
              <p:nvPr/>
            </p:nvCxnSpPr>
            <p:spPr>
              <a:xfrm flipH="1" rot="10800000">
                <a:off x="1974958" y="2019015"/>
                <a:ext cx="463440" cy="388892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107" name="Google Shape;107;p22"/>
              <p:cNvCxnSpPr/>
              <p:nvPr/>
            </p:nvCxnSpPr>
            <p:spPr>
              <a:xfrm>
                <a:off x="2438398" y="2019015"/>
                <a:ext cx="1080167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</p:grpSp>
        <p:grpSp>
          <p:nvGrpSpPr>
            <p:cNvPr id="108" name="Google Shape;108;p22"/>
            <p:cNvGrpSpPr/>
            <p:nvPr/>
          </p:nvGrpSpPr>
          <p:grpSpPr>
            <a:xfrm flipH="1" rot="10800000">
              <a:off x="-1259888" y="4408929"/>
              <a:ext cx="3835321" cy="547270"/>
              <a:chOff x="-1" y="1860637"/>
              <a:chExt cx="3835321" cy="547270"/>
            </a:xfrm>
          </p:grpSpPr>
          <p:sp>
            <p:nvSpPr>
              <p:cNvPr id="109" name="Google Shape;109;p22"/>
              <p:cNvSpPr/>
              <p:nvPr/>
            </p:nvSpPr>
            <p:spPr>
              <a:xfrm>
                <a:off x="3518565" y="1860637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cxnSp>
            <p:nvCxnSpPr>
              <p:cNvPr id="110" name="Google Shape;110;p22"/>
              <p:cNvCxnSpPr/>
              <p:nvPr/>
            </p:nvCxnSpPr>
            <p:spPr>
              <a:xfrm>
                <a:off x="-1" y="2407907"/>
                <a:ext cx="1985654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111" name="Google Shape;111;p22"/>
              <p:cNvCxnSpPr/>
              <p:nvPr/>
            </p:nvCxnSpPr>
            <p:spPr>
              <a:xfrm flipH="1" rot="10800000">
                <a:off x="1974958" y="2019015"/>
                <a:ext cx="463440" cy="388892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112" name="Google Shape;112;p22"/>
              <p:cNvCxnSpPr/>
              <p:nvPr/>
            </p:nvCxnSpPr>
            <p:spPr>
              <a:xfrm>
                <a:off x="2438398" y="2019015"/>
                <a:ext cx="1080167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</p:grpSp>
        <p:grpSp>
          <p:nvGrpSpPr>
            <p:cNvPr id="113" name="Google Shape;113;p22"/>
            <p:cNvGrpSpPr/>
            <p:nvPr/>
          </p:nvGrpSpPr>
          <p:grpSpPr>
            <a:xfrm>
              <a:off x="-1252333" y="2715185"/>
              <a:ext cx="2776521" cy="436736"/>
              <a:chOff x="-26865" y="2715185"/>
              <a:chExt cx="2776521" cy="436736"/>
            </a:xfrm>
          </p:grpSpPr>
          <p:cxnSp>
            <p:nvCxnSpPr>
              <p:cNvPr id="114" name="Google Shape;114;p22"/>
              <p:cNvCxnSpPr/>
              <p:nvPr/>
            </p:nvCxnSpPr>
            <p:spPr>
              <a:xfrm>
                <a:off x="-26865" y="3151921"/>
                <a:ext cx="14027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115" name="Google Shape;115;p22"/>
              <p:cNvCxnSpPr/>
              <p:nvPr/>
            </p:nvCxnSpPr>
            <p:spPr>
              <a:xfrm flipH="1" rot="10800000">
                <a:off x="1368303" y="2877197"/>
                <a:ext cx="327387" cy="274724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116" name="Google Shape;116;p22"/>
              <p:cNvCxnSpPr/>
              <p:nvPr/>
            </p:nvCxnSpPr>
            <p:spPr>
              <a:xfrm>
                <a:off x="1695690" y="2877197"/>
                <a:ext cx="763061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117" name="Google Shape;117;p22"/>
              <p:cNvSpPr/>
              <p:nvPr/>
            </p:nvSpPr>
            <p:spPr>
              <a:xfrm>
                <a:off x="2432901" y="2715185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118" name="Google Shape;118;p22"/>
            <p:cNvGrpSpPr/>
            <p:nvPr/>
          </p:nvGrpSpPr>
          <p:grpSpPr>
            <a:xfrm>
              <a:off x="-1225468" y="3843225"/>
              <a:ext cx="2802371" cy="433101"/>
              <a:chOff x="-34420" y="3843718"/>
              <a:chExt cx="2802371" cy="433101"/>
            </a:xfrm>
          </p:grpSpPr>
          <p:cxnSp>
            <p:nvCxnSpPr>
              <p:cNvPr id="119" name="Google Shape;119;p22"/>
              <p:cNvCxnSpPr/>
              <p:nvPr/>
            </p:nvCxnSpPr>
            <p:spPr>
              <a:xfrm>
                <a:off x="-34420" y="3843718"/>
                <a:ext cx="14027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120" name="Google Shape;120;p22"/>
              <p:cNvCxnSpPr/>
              <p:nvPr/>
            </p:nvCxnSpPr>
            <p:spPr>
              <a:xfrm>
                <a:off x="1360748" y="3843718"/>
                <a:ext cx="327387" cy="274724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121" name="Google Shape;121;p22"/>
              <p:cNvCxnSpPr/>
              <p:nvPr/>
            </p:nvCxnSpPr>
            <p:spPr>
              <a:xfrm>
                <a:off x="1688135" y="4118442"/>
                <a:ext cx="763061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122" name="Google Shape;122;p22"/>
              <p:cNvSpPr/>
              <p:nvPr/>
            </p:nvSpPr>
            <p:spPr>
              <a:xfrm>
                <a:off x="2451196" y="3960064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</p:grpSp>
      <p:sp>
        <p:nvSpPr>
          <p:cNvPr id="123" name="Google Shape;123;p22"/>
          <p:cNvSpPr/>
          <p:nvPr/>
        </p:nvSpPr>
        <p:spPr>
          <a:xfrm>
            <a:off x="11924591" y="6583140"/>
            <a:ext cx="233916" cy="23391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4" name="Google Shape;124;p22"/>
          <p:cNvSpPr txBox="1"/>
          <p:nvPr>
            <p:ph idx="12" type="sldNum"/>
          </p:nvPr>
        </p:nvSpPr>
        <p:spPr>
          <a:xfrm>
            <a:off x="11900400" y="6566400"/>
            <a:ext cx="291600" cy="291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125" name="Google Shape;125;p22"/>
          <p:cNvSpPr txBox="1"/>
          <p:nvPr/>
        </p:nvSpPr>
        <p:spPr>
          <a:xfrm>
            <a:off x="4702630" y="640081"/>
            <a:ext cx="3028822" cy="646331"/>
          </a:xfrm>
          <a:prstGeom prst="rect">
            <a:avLst/>
          </a:prstGeom>
          <a:gradFill>
            <a:gsLst>
              <a:gs pos="0">
                <a:srgbClr val="0072FF"/>
              </a:gs>
              <a:gs pos="100000">
                <a:srgbClr val="00C6FF"/>
              </a:gs>
            </a:gsLst>
            <a:path path="circle">
              <a:fillToRect b="50%" l="50%" r="50%" t="50%"/>
            </a:path>
            <a:tileRect/>
          </a:gradFill>
          <a:ln>
            <a:noFill/>
          </a:ln>
        </p:spPr>
        <p:txBody>
          <a:bodyPr anchorCtr="0" anchor="ctr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360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NỘI DUNG</a:t>
            </a:r>
            <a:endParaRPr/>
          </a:p>
        </p:txBody>
      </p:sp>
      <p:sp>
        <p:nvSpPr>
          <p:cNvPr id="126" name="Google Shape;126;p22"/>
          <p:cNvSpPr txBox="1"/>
          <p:nvPr>
            <p:ph idx="1" type="body"/>
          </p:nvPr>
        </p:nvSpPr>
        <p:spPr>
          <a:xfrm>
            <a:off x="2735144" y="1286346"/>
            <a:ext cx="6721714" cy="4699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3683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200"/>
              <a:buFont typeface="Calibri"/>
              <a:buAutoNum type="arabicPeriod"/>
              <a:defRPr sz="2200"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Calibri"/>
              <a:buAutoNum type="arabicPeriod"/>
              <a:defRPr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AutoNum type="arabicPeriod"/>
              <a:defRPr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/>
              <a:buAutoNum type="arabicPeriod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/>
              <a:buAutoNum type="arabicPeriod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27" name="Google Shape;127;p22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128" name="Google Shape;128;p22"/>
          <p:cNvGrpSpPr/>
          <p:nvPr/>
        </p:nvGrpSpPr>
        <p:grpSpPr>
          <a:xfrm>
            <a:off x="58527" y="40944"/>
            <a:ext cx="2869771" cy="886519"/>
            <a:chOff x="44879" y="27296"/>
            <a:chExt cx="2869771" cy="886519"/>
          </a:xfrm>
        </p:grpSpPr>
        <p:cxnSp>
          <p:nvCxnSpPr>
            <p:cNvPr id="129" name="Google Shape;129;p22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30" name="Google Shape;130;p22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31" name="Google Shape;131;p22"/>
            <p:cNvCxnSpPr/>
            <p:nvPr/>
          </p:nvCxnSpPr>
          <p:spPr>
            <a:xfrm rot="10800000">
              <a:off x="52214" y="654128"/>
              <a:ext cx="0" cy="25968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pic>
        <p:nvPicPr>
          <p:cNvPr descr="A picture containing clipart, vector graphics&#10;&#10;Description automatically generated" id="132" name="Google Shape;132;p22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412638" y="362637"/>
            <a:ext cx="544288" cy="450213"/>
          </a:xfrm>
          <a:prstGeom prst="rect">
            <a:avLst/>
          </a:prstGeom>
          <a:noFill/>
          <a:ln>
            <a:noFill/>
          </a:ln>
        </p:spPr>
      </p:pic>
      <p:sp>
        <p:nvSpPr>
          <p:cNvPr id="133" name="Google Shape;133;p22"/>
          <p:cNvSpPr txBox="1"/>
          <p:nvPr>
            <p:ph idx="10" type="dt"/>
          </p:nvPr>
        </p:nvSpPr>
        <p:spPr>
          <a:xfrm>
            <a:off x="796022" y="6454635"/>
            <a:ext cx="2132276" cy="2668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Noi dung" type="obj">
  <p:cSld name="Title and Content"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5" name="Google Shape;135;p23"/>
          <p:cNvSpPr/>
          <p:nvPr/>
        </p:nvSpPr>
        <p:spPr>
          <a:xfrm rot="10800000">
            <a:off x="-2" y="0"/>
            <a:ext cx="12192000" cy="6858000"/>
          </a:xfrm>
          <a:custGeom>
            <a:rect b="b" l="l" r="r" t="t"/>
            <a:pathLst>
              <a:path extrusionOk="0" h="6858000" w="12192000">
                <a:moveTo>
                  <a:pt x="0" y="616911"/>
                </a:moveTo>
                <a:lnTo>
                  <a:pt x="0" y="0"/>
                </a:lnTo>
                <a:lnTo>
                  <a:pt x="715617" y="0"/>
                </a:lnTo>
                <a:close/>
                <a:moveTo>
                  <a:pt x="12192000" y="6858000"/>
                </a:moveTo>
                <a:lnTo>
                  <a:pt x="11476383" y="6858000"/>
                </a:lnTo>
                <a:lnTo>
                  <a:pt x="12192000" y="6241089"/>
                </a:lnTo>
                <a:close/>
              </a:path>
            </a:pathLst>
          </a:custGeom>
          <a:blipFill rotWithShape="1">
            <a:blip r:embed="rId2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6" name="Google Shape;136;p23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137" name="Google Shape;137;p23"/>
          <p:cNvGrpSpPr/>
          <p:nvPr/>
        </p:nvGrpSpPr>
        <p:grpSpPr>
          <a:xfrm>
            <a:off x="58527" y="54292"/>
            <a:ext cx="2869771" cy="1563379"/>
            <a:chOff x="44879" y="27296"/>
            <a:chExt cx="2869771" cy="1563379"/>
          </a:xfrm>
        </p:grpSpPr>
        <p:cxnSp>
          <p:nvCxnSpPr>
            <p:cNvPr id="138" name="Google Shape;138;p23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39" name="Google Shape;139;p23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40" name="Google Shape;140;p23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141" name="Google Shape;141;p23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2" name="Google Shape;142;p23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rgbClr val="0072FF"/>
              </a:buClr>
              <a:buSzPts val="4400"/>
              <a:buFont typeface="Times New Roman"/>
              <a:buNone/>
              <a:defRPr sz="4400"/>
            </a:lvl1pPr>
            <a:lvl2pPr lvl="1">
              <a:spcBef>
                <a:spcPts val="20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43" name="Google Shape;143;p23"/>
          <p:cNvSpPr txBox="1"/>
          <p:nvPr>
            <p:ph idx="1"/>
          </p:nvPr>
        </p:nvSpPr>
        <p:spPr>
          <a:xfrm>
            <a:off x="774145" y="1233824"/>
            <a:ext cx="10579654" cy="49431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44" name="Google Shape;144;p23"/>
          <p:cNvSpPr txBox="1"/>
          <p:nvPr>
            <p:ph idx="11" type="ftr"/>
          </p:nvPr>
        </p:nvSpPr>
        <p:spPr>
          <a:xfrm>
            <a:off x="774146" y="6475620"/>
            <a:ext cx="431178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grpSp>
        <p:nvGrpSpPr>
          <p:cNvPr id="145" name="Google Shape;145;p23"/>
          <p:cNvGrpSpPr/>
          <p:nvPr/>
        </p:nvGrpSpPr>
        <p:grpSpPr>
          <a:xfrm>
            <a:off x="16026" y="4629289"/>
            <a:ext cx="434350" cy="2228711"/>
            <a:chOff x="16026" y="4629289"/>
            <a:chExt cx="434350" cy="2228711"/>
          </a:xfrm>
        </p:grpSpPr>
        <p:sp>
          <p:nvSpPr>
            <p:cNvPr id="146" name="Google Shape;146;p23"/>
            <p:cNvSpPr/>
            <p:nvPr/>
          </p:nvSpPr>
          <p:spPr>
            <a:xfrm>
              <a:off x="16026" y="4629289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47" name="Google Shape;147;p23"/>
            <p:cNvSpPr/>
            <p:nvPr/>
          </p:nvSpPr>
          <p:spPr>
            <a:xfrm>
              <a:off x="16026" y="5005641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48" name="Google Shape;148;p23"/>
            <p:cNvSpPr/>
            <p:nvPr/>
          </p:nvSpPr>
          <p:spPr>
            <a:xfrm>
              <a:off x="16026" y="5381993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49" name="Google Shape;149;p23"/>
            <p:cNvSpPr/>
            <p:nvPr/>
          </p:nvSpPr>
          <p:spPr>
            <a:xfrm>
              <a:off x="16026" y="5758345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50" name="Google Shape;150;p23"/>
            <p:cNvSpPr/>
            <p:nvPr/>
          </p:nvSpPr>
          <p:spPr>
            <a:xfrm>
              <a:off x="16026" y="6134697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51" name="Google Shape;151;p23"/>
            <p:cNvSpPr/>
            <p:nvPr/>
          </p:nvSpPr>
          <p:spPr>
            <a:xfrm>
              <a:off x="16026" y="6511050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152" name="Google Shape;152;p23"/>
          <p:cNvSpPr txBox="1"/>
          <p:nvPr>
            <p:ph idx="10" type="dt"/>
          </p:nvPr>
        </p:nvSpPr>
        <p:spPr>
          <a:xfrm>
            <a:off x="6447446" y="6475620"/>
            <a:ext cx="209009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53" name="Google Shape;153;p23"/>
          <p:cNvSpPr/>
          <p:nvPr/>
        </p:nvSpPr>
        <p:spPr>
          <a:xfrm>
            <a:off x="11589537" y="105878"/>
            <a:ext cx="489307" cy="405155"/>
          </a:xfrm>
          <a:custGeom>
            <a:rect b="b" l="l" r="r" t="t"/>
            <a:pathLst>
              <a:path extrusionOk="0" h="405155" w="489307">
                <a:moveTo>
                  <a:pt x="278290" y="349616"/>
                </a:moveTo>
                <a:lnTo>
                  <a:pt x="277683" y="349811"/>
                </a:lnTo>
                <a:lnTo>
                  <a:pt x="277976" y="349743"/>
                </a:lnTo>
                <a:close/>
                <a:moveTo>
                  <a:pt x="173116" y="214928"/>
                </a:moveTo>
                <a:cubicBezTo>
                  <a:pt x="186639" y="218079"/>
                  <a:pt x="199843" y="222476"/>
                  <a:pt x="212561" y="228062"/>
                </a:cubicBezTo>
                <a:cubicBezTo>
                  <a:pt x="213178" y="228246"/>
                  <a:pt x="213754" y="228547"/>
                  <a:pt x="214259" y="228947"/>
                </a:cubicBezTo>
                <a:cubicBezTo>
                  <a:pt x="214217" y="229557"/>
                  <a:pt x="213672" y="229599"/>
                  <a:pt x="213316" y="229788"/>
                </a:cubicBezTo>
                <a:cubicBezTo>
                  <a:pt x="202362" y="236025"/>
                  <a:pt x="191918" y="243127"/>
                  <a:pt x="182086" y="251026"/>
                </a:cubicBezTo>
                <a:cubicBezTo>
                  <a:pt x="181512" y="251550"/>
                  <a:pt x="180766" y="251843"/>
                  <a:pt x="179990" y="251847"/>
                </a:cubicBezTo>
                <a:lnTo>
                  <a:pt x="156055" y="251847"/>
                </a:lnTo>
                <a:cubicBezTo>
                  <a:pt x="155735" y="251891"/>
                  <a:pt x="155409" y="251824"/>
                  <a:pt x="155132" y="251658"/>
                </a:cubicBezTo>
                <a:cubicBezTo>
                  <a:pt x="155074" y="251207"/>
                  <a:pt x="155162" y="250748"/>
                  <a:pt x="155384" y="250353"/>
                </a:cubicBezTo>
                <a:cubicBezTo>
                  <a:pt x="159232" y="238513"/>
                  <a:pt x="164239" y="227084"/>
                  <a:pt x="170328" y="216233"/>
                </a:cubicBezTo>
                <a:cubicBezTo>
                  <a:pt x="171292" y="214507"/>
                  <a:pt x="171313" y="214507"/>
                  <a:pt x="173116" y="214928"/>
                </a:cubicBezTo>
                <a:close/>
                <a:moveTo>
                  <a:pt x="277908" y="214851"/>
                </a:moveTo>
                <a:cubicBezTo>
                  <a:pt x="278730" y="214533"/>
                  <a:pt x="279652" y="214946"/>
                  <a:pt x="279966" y="215771"/>
                </a:cubicBezTo>
                <a:cubicBezTo>
                  <a:pt x="286223" y="226906"/>
                  <a:pt x="291362" y="238640"/>
                  <a:pt x="295308" y="250795"/>
                </a:cubicBezTo>
                <a:cubicBezTo>
                  <a:pt x="295455" y="251088"/>
                  <a:pt x="295499" y="251423"/>
                  <a:pt x="295434" y="251743"/>
                </a:cubicBezTo>
                <a:cubicBezTo>
                  <a:pt x="294948" y="251907"/>
                  <a:pt x="294432" y="251957"/>
                  <a:pt x="293925" y="251890"/>
                </a:cubicBezTo>
                <a:cubicBezTo>
                  <a:pt x="286191" y="251890"/>
                  <a:pt x="278520" y="251890"/>
                  <a:pt x="270870" y="251890"/>
                </a:cubicBezTo>
                <a:cubicBezTo>
                  <a:pt x="269914" y="251905"/>
                  <a:pt x="268985" y="251576"/>
                  <a:pt x="268250" y="250964"/>
                </a:cubicBezTo>
                <a:cubicBezTo>
                  <a:pt x="258573" y="243178"/>
                  <a:pt x="248290" y="236182"/>
                  <a:pt x="237502" y="230042"/>
                </a:cubicBezTo>
                <a:cubicBezTo>
                  <a:pt x="237020" y="229859"/>
                  <a:pt x="236588" y="229564"/>
                  <a:pt x="236245" y="229179"/>
                </a:cubicBezTo>
                <a:cubicBezTo>
                  <a:pt x="236350" y="228589"/>
                  <a:pt x="236874" y="228547"/>
                  <a:pt x="237251" y="228400"/>
                </a:cubicBezTo>
                <a:cubicBezTo>
                  <a:pt x="250332" y="222603"/>
                  <a:pt x="263932" y="218072"/>
                  <a:pt x="277870" y="214866"/>
                </a:cubicBezTo>
                <a:cubicBezTo>
                  <a:pt x="277883" y="214862"/>
                  <a:pt x="277895" y="214856"/>
                  <a:pt x="277908" y="214851"/>
                </a:cubicBezTo>
                <a:close/>
                <a:moveTo>
                  <a:pt x="151422" y="211056"/>
                </a:moveTo>
                <a:cubicBezTo>
                  <a:pt x="154692" y="211561"/>
                  <a:pt x="157982" y="212024"/>
                  <a:pt x="161566" y="212550"/>
                </a:cubicBezTo>
                <a:cubicBezTo>
                  <a:pt x="159177" y="217160"/>
                  <a:pt x="156830" y="221622"/>
                  <a:pt x="154797" y="226084"/>
                </a:cubicBezTo>
                <a:cubicBezTo>
                  <a:pt x="152764" y="230546"/>
                  <a:pt x="150982" y="235114"/>
                  <a:pt x="148886" y="239639"/>
                </a:cubicBezTo>
                <a:cubicBezTo>
                  <a:pt x="148760" y="238250"/>
                  <a:pt x="148530" y="236840"/>
                  <a:pt x="148530" y="235429"/>
                </a:cubicBezTo>
                <a:cubicBezTo>
                  <a:pt x="148302" y="227778"/>
                  <a:pt x="148673" y="220121"/>
                  <a:pt x="149641" y="212529"/>
                </a:cubicBezTo>
                <a:cubicBezTo>
                  <a:pt x="149850" y="210908"/>
                  <a:pt x="149913" y="210845"/>
                  <a:pt x="151422" y="211056"/>
                </a:cubicBezTo>
                <a:close/>
                <a:moveTo>
                  <a:pt x="299584" y="210929"/>
                </a:moveTo>
                <a:cubicBezTo>
                  <a:pt x="300465" y="210803"/>
                  <a:pt x="300800" y="211224"/>
                  <a:pt x="300800" y="212003"/>
                </a:cubicBezTo>
                <a:cubicBezTo>
                  <a:pt x="301093" y="214655"/>
                  <a:pt x="301492" y="217328"/>
                  <a:pt x="301680" y="219980"/>
                </a:cubicBezTo>
                <a:cubicBezTo>
                  <a:pt x="302219" y="226164"/>
                  <a:pt x="302227" y="232382"/>
                  <a:pt x="301701" y="238566"/>
                </a:cubicBezTo>
                <a:cubicBezTo>
                  <a:pt x="301825" y="238991"/>
                  <a:pt x="301825" y="239445"/>
                  <a:pt x="301701" y="239871"/>
                </a:cubicBezTo>
                <a:cubicBezTo>
                  <a:pt x="301093" y="239765"/>
                  <a:pt x="301093" y="239344"/>
                  <a:pt x="301093" y="238923"/>
                </a:cubicBezTo>
                <a:cubicBezTo>
                  <a:pt x="297648" y="229900"/>
                  <a:pt x="293609" y="221117"/>
                  <a:pt x="289000" y="212634"/>
                </a:cubicBezTo>
                <a:cubicBezTo>
                  <a:pt x="292647" y="211813"/>
                  <a:pt x="296126" y="211455"/>
                  <a:pt x="299584" y="210929"/>
                </a:cubicBezTo>
                <a:close/>
                <a:moveTo>
                  <a:pt x="112605" y="209436"/>
                </a:moveTo>
                <a:cubicBezTo>
                  <a:pt x="121492" y="209225"/>
                  <a:pt x="130358" y="209162"/>
                  <a:pt x="139224" y="209814"/>
                </a:cubicBezTo>
                <a:cubicBezTo>
                  <a:pt x="140397" y="209899"/>
                  <a:pt x="140544" y="209920"/>
                  <a:pt x="140397" y="211204"/>
                </a:cubicBezTo>
                <a:cubicBezTo>
                  <a:pt x="140041" y="214445"/>
                  <a:pt x="139685" y="217707"/>
                  <a:pt x="139475" y="220970"/>
                </a:cubicBezTo>
                <a:cubicBezTo>
                  <a:pt x="139059" y="227242"/>
                  <a:pt x="139052" y="233536"/>
                  <a:pt x="139454" y="239808"/>
                </a:cubicBezTo>
                <a:cubicBezTo>
                  <a:pt x="139706" y="243786"/>
                  <a:pt x="140167" y="247722"/>
                  <a:pt x="140670" y="251616"/>
                </a:cubicBezTo>
                <a:cubicBezTo>
                  <a:pt x="140179" y="251869"/>
                  <a:pt x="139621" y="251957"/>
                  <a:pt x="139077" y="251869"/>
                </a:cubicBezTo>
                <a:cubicBezTo>
                  <a:pt x="131615" y="251869"/>
                  <a:pt x="124133" y="251869"/>
                  <a:pt x="116671" y="251869"/>
                </a:cubicBezTo>
                <a:cubicBezTo>
                  <a:pt x="115649" y="251976"/>
                  <a:pt x="114660" y="251463"/>
                  <a:pt x="114156" y="250564"/>
                </a:cubicBezTo>
                <a:cubicBezTo>
                  <a:pt x="106186" y="238977"/>
                  <a:pt x="104682" y="224098"/>
                  <a:pt x="110174" y="211140"/>
                </a:cubicBezTo>
                <a:cubicBezTo>
                  <a:pt x="110472" y="210061"/>
                  <a:pt x="111492" y="209345"/>
                  <a:pt x="112605" y="209436"/>
                </a:cubicBezTo>
                <a:close/>
                <a:moveTo>
                  <a:pt x="337584" y="209372"/>
                </a:moveTo>
                <a:cubicBezTo>
                  <a:pt x="338953" y="209237"/>
                  <a:pt x="340213" y="210134"/>
                  <a:pt x="340539" y="211477"/>
                </a:cubicBezTo>
                <a:cubicBezTo>
                  <a:pt x="345851" y="224367"/>
                  <a:pt x="344272" y="239083"/>
                  <a:pt x="336348" y="250542"/>
                </a:cubicBezTo>
                <a:cubicBezTo>
                  <a:pt x="335962" y="251350"/>
                  <a:pt x="335145" y="251860"/>
                  <a:pt x="334252" y="251847"/>
                </a:cubicBezTo>
                <a:cubicBezTo>
                  <a:pt x="326518" y="251847"/>
                  <a:pt x="318805" y="251847"/>
                  <a:pt x="311070" y="251847"/>
                </a:cubicBezTo>
                <a:cubicBezTo>
                  <a:pt x="310666" y="251921"/>
                  <a:pt x="310247" y="251822"/>
                  <a:pt x="309918" y="251574"/>
                </a:cubicBezTo>
                <a:cubicBezTo>
                  <a:pt x="310190" y="249090"/>
                  <a:pt x="310463" y="246564"/>
                  <a:pt x="310735" y="244038"/>
                </a:cubicBezTo>
                <a:cubicBezTo>
                  <a:pt x="311452" y="236806"/>
                  <a:pt x="311592" y="229528"/>
                  <a:pt x="311154" y="222274"/>
                </a:cubicBezTo>
                <a:cubicBezTo>
                  <a:pt x="310945" y="218612"/>
                  <a:pt x="310567" y="214992"/>
                  <a:pt x="310169" y="211350"/>
                </a:cubicBezTo>
                <a:cubicBezTo>
                  <a:pt x="310023" y="209919"/>
                  <a:pt x="310043" y="209814"/>
                  <a:pt x="311343" y="209814"/>
                </a:cubicBezTo>
                <a:cubicBezTo>
                  <a:pt x="320083" y="209161"/>
                  <a:pt x="328823" y="209245"/>
                  <a:pt x="337584" y="209372"/>
                </a:cubicBezTo>
                <a:close/>
                <a:moveTo>
                  <a:pt x="223837" y="156099"/>
                </a:moveTo>
                <a:cubicBezTo>
                  <a:pt x="225577" y="154857"/>
                  <a:pt x="225137" y="154920"/>
                  <a:pt x="226772" y="156099"/>
                </a:cubicBezTo>
                <a:cubicBezTo>
                  <a:pt x="245080" y="169370"/>
                  <a:pt x="260831" y="185874"/>
                  <a:pt x="273260" y="204805"/>
                </a:cubicBezTo>
                <a:lnTo>
                  <a:pt x="273909" y="205920"/>
                </a:lnTo>
                <a:lnTo>
                  <a:pt x="270220" y="206888"/>
                </a:lnTo>
                <a:cubicBezTo>
                  <a:pt x="255205" y="210723"/>
                  <a:pt x="240613" y="216070"/>
                  <a:pt x="226667" y="222843"/>
                </a:cubicBezTo>
                <a:cubicBezTo>
                  <a:pt x="225843" y="223317"/>
                  <a:pt x="224829" y="223317"/>
                  <a:pt x="224005" y="222843"/>
                </a:cubicBezTo>
                <a:cubicBezTo>
                  <a:pt x="209195" y="215638"/>
                  <a:pt x="193660" y="210050"/>
                  <a:pt x="177664" y="206173"/>
                </a:cubicBezTo>
                <a:cubicBezTo>
                  <a:pt x="177441" y="206099"/>
                  <a:pt x="177223" y="206006"/>
                  <a:pt x="177014" y="205899"/>
                </a:cubicBezTo>
                <a:cubicBezTo>
                  <a:pt x="176783" y="205289"/>
                  <a:pt x="177202" y="204994"/>
                  <a:pt x="177433" y="204636"/>
                </a:cubicBezTo>
                <a:cubicBezTo>
                  <a:pt x="189845" y="185766"/>
                  <a:pt x="205569" y="169321"/>
                  <a:pt x="223837" y="156099"/>
                </a:cubicBezTo>
                <a:close/>
                <a:moveTo>
                  <a:pt x="190281" y="135577"/>
                </a:moveTo>
                <a:cubicBezTo>
                  <a:pt x="198967" y="139281"/>
                  <a:pt x="207373" y="143615"/>
                  <a:pt x="215432" y="148542"/>
                </a:cubicBezTo>
                <a:cubicBezTo>
                  <a:pt x="215810" y="148774"/>
                  <a:pt x="216166" y="149048"/>
                  <a:pt x="216732" y="149426"/>
                </a:cubicBezTo>
                <a:cubicBezTo>
                  <a:pt x="214196" y="151426"/>
                  <a:pt x="211806" y="153278"/>
                  <a:pt x="209459" y="155194"/>
                </a:cubicBezTo>
                <a:cubicBezTo>
                  <a:pt x="193209" y="168404"/>
                  <a:pt x="179212" y="184185"/>
                  <a:pt x="168022" y="201921"/>
                </a:cubicBezTo>
                <a:cubicBezTo>
                  <a:pt x="167418" y="203270"/>
                  <a:pt x="165893" y="203935"/>
                  <a:pt x="164501" y="203457"/>
                </a:cubicBezTo>
                <a:cubicBezTo>
                  <a:pt x="160875" y="202721"/>
                  <a:pt x="157186" y="202215"/>
                  <a:pt x="153539" y="201626"/>
                </a:cubicBezTo>
                <a:cubicBezTo>
                  <a:pt x="151653" y="201331"/>
                  <a:pt x="151653" y="201331"/>
                  <a:pt x="152051" y="199521"/>
                </a:cubicBezTo>
                <a:cubicBezTo>
                  <a:pt x="153707" y="192399"/>
                  <a:pt x="155957" y="185427"/>
                  <a:pt x="158779" y="178683"/>
                </a:cubicBezTo>
                <a:cubicBezTo>
                  <a:pt x="165364" y="162853"/>
                  <a:pt x="174937" y="148450"/>
                  <a:pt x="186969" y="136271"/>
                </a:cubicBezTo>
                <a:cubicBezTo>
                  <a:pt x="187741" y="135236"/>
                  <a:pt x="189160" y="134937"/>
                  <a:pt x="190281" y="135577"/>
                </a:cubicBezTo>
                <a:close/>
                <a:moveTo>
                  <a:pt x="260223" y="135514"/>
                </a:moveTo>
                <a:cubicBezTo>
                  <a:pt x="261329" y="134828"/>
                  <a:pt x="262773" y="135102"/>
                  <a:pt x="263555" y="136146"/>
                </a:cubicBezTo>
                <a:cubicBezTo>
                  <a:pt x="279501" y="152309"/>
                  <a:pt x="291048" y="172311"/>
                  <a:pt x="297090" y="194239"/>
                </a:cubicBezTo>
                <a:cubicBezTo>
                  <a:pt x="297614" y="196133"/>
                  <a:pt x="298075" y="198027"/>
                  <a:pt x="298536" y="199943"/>
                </a:cubicBezTo>
                <a:cubicBezTo>
                  <a:pt x="298830" y="201248"/>
                  <a:pt x="298788" y="201269"/>
                  <a:pt x="297384" y="201479"/>
                </a:cubicBezTo>
                <a:cubicBezTo>
                  <a:pt x="293297" y="202237"/>
                  <a:pt x="289189" y="202848"/>
                  <a:pt x="285101" y="203584"/>
                </a:cubicBezTo>
                <a:cubicBezTo>
                  <a:pt x="284261" y="203820"/>
                  <a:pt x="283374" y="203412"/>
                  <a:pt x="283006" y="202616"/>
                </a:cubicBezTo>
                <a:cubicBezTo>
                  <a:pt x="277902" y="194481"/>
                  <a:pt x="272199" y="186741"/>
                  <a:pt x="265945" y="179463"/>
                </a:cubicBezTo>
                <a:cubicBezTo>
                  <a:pt x="257022" y="169004"/>
                  <a:pt x="247027" y="159522"/>
                  <a:pt x="236119" y="151174"/>
                </a:cubicBezTo>
                <a:lnTo>
                  <a:pt x="233793" y="149364"/>
                </a:lnTo>
                <a:cubicBezTo>
                  <a:pt x="235813" y="147960"/>
                  <a:pt x="237911" y="146674"/>
                  <a:pt x="240081" y="145512"/>
                </a:cubicBezTo>
                <a:cubicBezTo>
                  <a:pt x="246591" y="141782"/>
                  <a:pt x="253316" y="138444"/>
                  <a:pt x="260223" y="135514"/>
                </a:cubicBezTo>
                <a:close/>
                <a:moveTo>
                  <a:pt x="322955" y="47469"/>
                </a:moveTo>
                <a:cubicBezTo>
                  <a:pt x="300264" y="54570"/>
                  <a:pt x="278009" y="63003"/>
                  <a:pt x="256303" y="72727"/>
                </a:cubicBezTo>
                <a:cubicBezTo>
                  <a:pt x="245153" y="77799"/>
                  <a:pt x="234128" y="83145"/>
                  <a:pt x="223376" y="89060"/>
                </a:cubicBezTo>
                <a:cubicBezTo>
                  <a:pt x="197303" y="103220"/>
                  <a:pt x="172759" y="120058"/>
                  <a:pt x="150144" y="139302"/>
                </a:cubicBezTo>
                <a:cubicBezTo>
                  <a:pt x="120830" y="164358"/>
                  <a:pt x="95293" y="193554"/>
                  <a:pt x="74334" y="225979"/>
                </a:cubicBezTo>
                <a:cubicBezTo>
                  <a:pt x="65749" y="239223"/>
                  <a:pt x="58928" y="253537"/>
                  <a:pt x="54045" y="268560"/>
                </a:cubicBezTo>
                <a:cubicBezTo>
                  <a:pt x="50376" y="279928"/>
                  <a:pt x="48876" y="291889"/>
                  <a:pt x="49622" y="303815"/>
                </a:cubicBezTo>
                <a:cubicBezTo>
                  <a:pt x="50381" y="318010"/>
                  <a:pt x="55442" y="331635"/>
                  <a:pt x="64126" y="342860"/>
                </a:cubicBezTo>
                <a:cubicBezTo>
                  <a:pt x="69755" y="349890"/>
                  <a:pt x="76705" y="355742"/>
                  <a:pt x="84583" y="360077"/>
                </a:cubicBezTo>
                <a:cubicBezTo>
                  <a:pt x="99400" y="368204"/>
                  <a:pt x="115709" y="373216"/>
                  <a:pt x="132517" y="374811"/>
                </a:cubicBezTo>
                <a:cubicBezTo>
                  <a:pt x="140389" y="375666"/>
                  <a:pt x="148317" y="375870"/>
                  <a:pt x="156222" y="375422"/>
                </a:cubicBezTo>
                <a:cubicBezTo>
                  <a:pt x="168209" y="374761"/>
                  <a:pt x="180147" y="373405"/>
                  <a:pt x="191979" y="371359"/>
                </a:cubicBezTo>
                <a:cubicBezTo>
                  <a:pt x="209438" y="368413"/>
                  <a:pt x="226814" y="365024"/>
                  <a:pt x="244000" y="360604"/>
                </a:cubicBezTo>
                <a:lnTo>
                  <a:pt x="277680" y="349812"/>
                </a:lnTo>
                <a:lnTo>
                  <a:pt x="247375" y="356815"/>
                </a:lnTo>
                <a:cubicBezTo>
                  <a:pt x="237369" y="358185"/>
                  <a:pt x="227256" y="358602"/>
                  <a:pt x="217172" y="358057"/>
                </a:cubicBezTo>
                <a:cubicBezTo>
                  <a:pt x="196093" y="356998"/>
                  <a:pt x="175394" y="352001"/>
                  <a:pt x="156138" y="343323"/>
                </a:cubicBezTo>
                <a:cubicBezTo>
                  <a:pt x="127518" y="330429"/>
                  <a:pt x="102944" y="309934"/>
                  <a:pt x="85065" y="284051"/>
                </a:cubicBezTo>
                <a:cubicBezTo>
                  <a:pt x="84876" y="283777"/>
                  <a:pt x="84667" y="283525"/>
                  <a:pt x="84499" y="283251"/>
                </a:cubicBezTo>
                <a:cubicBezTo>
                  <a:pt x="83388" y="281462"/>
                  <a:pt x="83702" y="280768"/>
                  <a:pt x="85798" y="280768"/>
                </a:cubicBezTo>
                <a:cubicBezTo>
                  <a:pt x="97955" y="280768"/>
                  <a:pt x="110090" y="280768"/>
                  <a:pt x="122226" y="280768"/>
                </a:cubicBezTo>
                <a:cubicBezTo>
                  <a:pt x="123646" y="280875"/>
                  <a:pt x="124955" y="281578"/>
                  <a:pt x="125831" y="282704"/>
                </a:cubicBezTo>
                <a:cubicBezTo>
                  <a:pt x="133821" y="290881"/>
                  <a:pt x="142741" y="298088"/>
                  <a:pt x="152407" y="304173"/>
                </a:cubicBezTo>
                <a:cubicBezTo>
                  <a:pt x="168993" y="314500"/>
                  <a:pt x="187563" y="321191"/>
                  <a:pt x="206902" y="323811"/>
                </a:cubicBezTo>
                <a:cubicBezTo>
                  <a:pt x="203192" y="321138"/>
                  <a:pt x="199902" y="318507"/>
                  <a:pt x="196548" y="316002"/>
                </a:cubicBezTo>
                <a:cubicBezTo>
                  <a:pt x="186802" y="308699"/>
                  <a:pt x="177119" y="301290"/>
                  <a:pt x="167393" y="293965"/>
                </a:cubicBezTo>
                <a:cubicBezTo>
                  <a:pt x="154168" y="283904"/>
                  <a:pt x="140901" y="273780"/>
                  <a:pt x="127571" y="263740"/>
                </a:cubicBezTo>
                <a:cubicBezTo>
                  <a:pt x="126795" y="263150"/>
                  <a:pt x="125433" y="262687"/>
                  <a:pt x="125789" y="261466"/>
                </a:cubicBezTo>
                <a:cubicBezTo>
                  <a:pt x="126145" y="260246"/>
                  <a:pt x="127529" y="260666"/>
                  <a:pt x="128472" y="260666"/>
                </a:cubicBezTo>
                <a:cubicBezTo>
                  <a:pt x="143751" y="260666"/>
                  <a:pt x="159010" y="260666"/>
                  <a:pt x="174289" y="260666"/>
                </a:cubicBezTo>
                <a:cubicBezTo>
                  <a:pt x="176224" y="260587"/>
                  <a:pt x="178058" y="261538"/>
                  <a:pt x="179110" y="263171"/>
                </a:cubicBezTo>
                <a:cubicBezTo>
                  <a:pt x="193928" y="283378"/>
                  <a:pt x="208914" y="303289"/>
                  <a:pt x="223795" y="323369"/>
                </a:cubicBezTo>
                <a:cubicBezTo>
                  <a:pt x="225221" y="325348"/>
                  <a:pt x="225304" y="325327"/>
                  <a:pt x="226772" y="323369"/>
                </a:cubicBezTo>
                <a:cubicBezTo>
                  <a:pt x="241584" y="303557"/>
                  <a:pt x="256310" y="283742"/>
                  <a:pt x="270954" y="263929"/>
                </a:cubicBezTo>
                <a:cubicBezTo>
                  <a:pt x="272283" y="261856"/>
                  <a:pt x="274624" y="260664"/>
                  <a:pt x="277074" y="260814"/>
                </a:cubicBezTo>
                <a:cubicBezTo>
                  <a:pt x="292018" y="260814"/>
                  <a:pt x="306983" y="260814"/>
                  <a:pt x="321928" y="260814"/>
                </a:cubicBezTo>
                <a:cubicBezTo>
                  <a:pt x="322934" y="260814"/>
                  <a:pt x="324568" y="260498"/>
                  <a:pt x="324799" y="261614"/>
                </a:cubicBezTo>
                <a:cubicBezTo>
                  <a:pt x="325030" y="262729"/>
                  <a:pt x="323730" y="263234"/>
                  <a:pt x="322934" y="263824"/>
                </a:cubicBezTo>
                <a:lnTo>
                  <a:pt x="269298" y="304447"/>
                </a:lnTo>
                <a:cubicBezTo>
                  <a:pt x="261082" y="310677"/>
                  <a:pt x="252803" y="316844"/>
                  <a:pt x="244650" y="323159"/>
                </a:cubicBezTo>
                <a:cubicBezTo>
                  <a:pt x="244342" y="323331"/>
                  <a:pt x="244088" y="323586"/>
                  <a:pt x="243916" y="323895"/>
                </a:cubicBezTo>
                <a:cubicBezTo>
                  <a:pt x="268192" y="320507"/>
                  <a:pt x="291142" y="310734"/>
                  <a:pt x="310442" y="295565"/>
                </a:cubicBezTo>
                <a:cubicBezTo>
                  <a:pt x="315749" y="291353"/>
                  <a:pt x="320762" y="286781"/>
                  <a:pt x="325449" y="281883"/>
                </a:cubicBezTo>
                <a:cubicBezTo>
                  <a:pt x="326298" y="281079"/>
                  <a:pt x="327455" y="280694"/>
                  <a:pt x="328614" y="280831"/>
                </a:cubicBezTo>
                <a:cubicBezTo>
                  <a:pt x="337710" y="280831"/>
                  <a:pt x="346785" y="280704"/>
                  <a:pt x="355861" y="280831"/>
                </a:cubicBezTo>
                <a:cubicBezTo>
                  <a:pt x="357919" y="281003"/>
                  <a:pt x="359891" y="279961"/>
                  <a:pt x="360912" y="278158"/>
                </a:cubicBezTo>
                <a:cubicBezTo>
                  <a:pt x="371568" y="262456"/>
                  <a:pt x="379537" y="245076"/>
                  <a:pt x="384491" y="226737"/>
                </a:cubicBezTo>
                <a:cubicBezTo>
                  <a:pt x="387315" y="216183"/>
                  <a:pt x="389153" y="205387"/>
                  <a:pt x="389983" y="194491"/>
                </a:cubicBezTo>
                <a:cubicBezTo>
                  <a:pt x="390318" y="190281"/>
                  <a:pt x="390507" y="186071"/>
                  <a:pt x="390507" y="181862"/>
                </a:cubicBezTo>
                <a:cubicBezTo>
                  <a:pt x="390501" y="172251"/>
                  <a:pt x="389715" y="162655"/>
                  <a:pt x="388159" y="153173"/>
                </a:cubicBezTo>
                <a:cubicBezTo>
                  <a:pt x="385212" y="135768"/>
                  <a:pt x="379650" y="118913"/>
                  <a:pt x="371664" y="103183"/>
                </a:cubicBezTo>
                <a:cubicBezTo>
                  <a:pt x="365936" y="91914"/>
                  <a:pt x="358969" y="81324"/>
                  <a:pt x="350893" y="71611"/>
                </a:cubicBezTo>
                <a:cubicBezTo>
                  <a:pt x="343746" y="63084"/>
                  <a:pt x="335794" y="55274"/>
                  <a:pt x="327146" y="48289"/>
                </a:cubicBezTo>
                <a:cubicBezTo>
                  <a:pt x="326002" y="47268"/>
                  <a:pt x="324397" y="46953"/>
                  <a:pt x="322955" y="47469"/>
                </a:cubicBezTo>
                <a:close/>
                <a:moveTo>
                  <a:pt x="279044" y="15391"/>
                </a:moveTo>
                <a:cubicBezTo>
                  <a:pt x="280107" y="14960"/>
                  <a:pt x="281293" y="14960"/>
                  <a:pt x="282356" y="15391"/>
                </a:cubicBezTo>
                <a:cubicBezTo>
                  <a:pt x="284473" y="16296"/>
                  <a:pt x="286694" y="17075"/>
                  <a:pt x="288790" y="17896"/>
                </a:cubicBezTo>
                <a:cubicBezTo>
                  <a:pt x="288958" y="17959"/>
                  <a:pt x="289126" y="18085"/>
                  <a:pt x="289650" y="18380"/>
                </a:cubicBezTo>
                <a:cubicBezTo>
                  <a:pt x="281266" y="21200"/>
                  <a:pt x="273217" y="23852"/>
                  <a:pt x="265211" y="26947"/>
                </a:cubicBezTo>
                <a:cubicBezTo>
                  <a:pt x="257204" y="30041"/>
                  <a:pt x="249282" y="33282"/>
                  <a:pt x="241422" y="36755"/>
                </a:cubicBezTo>
                <a:cubicBezTo>
                  <a:pt x="233562" y="40228"/>
                  <a:pt x="225807" y="43911"/>
                  <a:pt x="218115" y="47742"/>
                </a:cubicBezTo>
                <a:cubicBezTo>
                  <a:pt x="210429" y="51601"/>
                  <a:pt x="202835" y="55635"/>
                  <a:pt x="195332" y="59845"/>
                </a:cubicBezTo>
                <a:cubicBezTo>
                  <a:pt x="187814" y="64069"/>
                  <a:pt x="180403" y="68454"/>
                  <a:pt x="173094" y="73000"/>
                </a:cubicBezTo>
                <a:cubicBezTo>
                  <a:pt x="165785" y="77547"/>
                  <a:pt x="158569" y="82254"/>
                  <a:pt x="151443" y="87124"/>
                </a:cubicBezTo>
                <a:cubicBezTo>
                  <a:pt x="144373" y="92007"/>
                  <a:pt x="137386" y="97044"/>
                  <a:pt x="130483" y="102236"/>
                </a:cubicBezTo>
                <a:cubicBezTo>
                  <a:pt x="123581" y="107428"/>
                  <a:pt x="116804" y="112781"/>
                  <a:pt x="110153" y="118296"/>
                </a:cubicBezTo>
                <a:cubicBezTo>
                  <a:pt x="103516" y="123796"/>
                  <a:pt x="96990" y="129466"/>
                  <a:pt x="90577" y="135303"/>
                </a:cubicBezTo>
                <a:cubicBezTo>
                  <a:pt x="84163" y="141140"/>
                  <a:pt x="77910" y="147132"/>
                  <a:pt x="71818" y="153278"/>
                </a:cubicBezTo>
                <a:cubicBezTo>
                  <a:pt x="65740" y="159424"/>
                  <a:pt x="59850" y="165739"/>
                  <a:pt x="53814" y="172474"/>
                </a:cubicBezTo>
                <a:cubicBezTo>
                  <a:pt x="53793" y="170496"/>
                  <a:pt x="53940" y="169043"/>
                  <a:pt x="53940" y="167612"/>
                </a:cubicBezTo>
                <a:cubicBezTo>
                  <a:pt x="53730" y="163739"/>
                  <a:pt x="55616" y="161129"/>
                  <a:pt x="58131" y="158456"/>
                </a:cubicBezTo>
                <a:cubicBezTo>
                  <a:pt x="80821" y="134501"/>
                  <a:pt x="105627" y="112661"/>
                  <a:pt x="132244" y="93206"/>
                </a:cubicBezTo>
                <a:cubicBezTo>
                  <a:pt x="156774" y="75183"/>
                  <a:pt x="182675" y="59123"/>
                  <a:pt x="209710" y="45174"/>
                </a:cubicBezTo>
                <a:cubicBezTo>
                  <a:pt x="232078" y="33585"/>
                  <a:pt x="255249" y="23631"/>
                  <a:pt x="279044" y="15391"/>
                </a:cubicBezTo>
                <a:close/>
                <a:moveTo>
                  <a:pt x="261648" y="9456"/>
                </a:moveTo>
                <a:cubicBezTo>
                  <a:pt x="264037" y="10193"/>
                  <a:pt x="266469" y="10698"/>
                  <a:pt x="268900" y="11287"/>
                </a:cubicBezTo>
                <a:cubicBezTo>
                  <a:pt x="269067" y="11351"/>
                  <a:pt x="269227" y="11429"/>
                  <a:pt x="269382" y="11519"/>
                </a:cubicBezTo>
                <a:cubicBezTo>
                  <a:pt x="269005" y="12087"/>
                  <a:pt x="268376" y="12108"/>
                  <a:pt x="267852" y="12298"/>
                </a:cubicBezTo>
                <a:cubicBezTo>
                  <a:pt x="242275" y="21696"/>
                  <a:pt x="217451" y="33038"/>
                  <a:pt x="193593" y="46227"/>
                </a:cubicBezTo>
                <a:cubicBezTo>
                  <a:pt x="177984" y="54843"/>
                  <a:pt x="162747" y="64161"/>
                  <a:pt x="147880" y="74180"/>
                </a:cubicBezTo>
                <a:cubicBezTo>
                  <a:pt x="131120" y="85503"/>
                  <a:pt x="114947" y="97678"/>
                  <a:pt x="99422" y="110656"/>
                </a:cubicBezTo>
                <a:cubicBezTo>
                  <a:pt x="90437" y="118219"/>
                  <a:pt x="81690" y="126057"/>
                  <a:pt x="73180" y="134167"/>
                </a:cubicBezTo>
                <a:cubicBezTo>
                  <a:pt x="67605" y="139471"/>
                  <a:pt x="62261" y="145007"/>
                  <a:pt x="56853" y="150479"/>
                </a:cubicBezTo>
                <a:cubicBezTo>
                  <a:pt x="56769" y="150732"/>
                  <a:pt x="56602" y="150985"/>
                  <a:pt x="56371" y="150985"/>
                </a:cubicBezTo>
                <a:cubicBezTo>
                  <a:pt x="56015" y="151027"/>
                  <a:pt x="56036" y="150690"/>
                  <a:pt x="56057" y="150458"/>
                </a:cubicBezTo>
                <a:cubicBezTo>
                  <a:pt x="56043" y="150016"/>
                  <a:pt x="56167" y="149583"/>
                  <a:pt x="56413" y="149217"/>
                </a:cubicBezTo>
                <a:cubicBezTo>
                  <a:pt x="56806" y="146377"/>
                  <a:pt x="57380" y="143563"/>
                  <a:pt x="58132" y="140797"/>
                </a:cubicBezTo>
                <a:cubicBezTo>
                  <a:pt x="58380" y="140120"/>
                  <a:pt x="58808" y="139524"/>
                  <a:pt x="59368" y="139071"/>
                </a:cubicBezTo>
                <a:cubicBezTo>
                  <a:pt x="66760" y="131690"/>
                  <a:pt x="74354" y="124491"/>
                  <a:pt x="82151" y="117476"/>
                </a:cubicBezTo>
                <a:cubicBezTo>
                  <a:pt x="101750" y="100000"/>
                  <a:pt x="122497" y="83868"/>
                  <a:pt x="144254" y="69191"/>
                </a:cubicBezTo>
                <a:cubicBezTo>
                  <a:pt x="163134" y="56408"/>
                  <a:pt x="182729" y="44722"/>
                  <a:pt x="202940" y="34188"/>
                </a:cubicBezTo>
                <a:cubicBezTo>
                  <a:pt x="220404" y="25119"/>
                  <a:pt x="238335" y="16989"/>
                  <a:pt x="256660" y="9835"/>
                </a:cubicBezTo>
                <a:cubicBezTo>
                  <a:pt x="258227" y="9124"/>
                  <a:pt x="259992" y="8990"/>
                  <a:pt x="261648" y="9456"/>
                </a:cubicBezTo>
                <a:close/>
                <a:moveTo>
                  <a:pt x="245404" y="6677"/>
                </a:moveTo>
                <a:cubicBezTo>
                  <a:pt x="245634" y="6614"/>
                  <a:pt x="246158" y="6256"/>
                  <a:pt x="246033" y="6825"/>
                </a:cubicBezTo>
                <a:cubicBezTo>
                  <a:pt x="245907" y="7393"/>
                  <a:pt x="245488" y="7393"/>
                  <a:pt x="245027" y="7393"/>
                </a:cubicBezTo>
                <a:cubicBezTo>
                  <a:pt x="236643" y="10887"/>
                  <a:pt x="228301" y="14528"/>
                  <a:pt x="220064" y="18401"/>
                </a:cubicBezTo>
                <a:cubicBezTo>
                  <a:pt x="203994" y="25993"/>
                  <a:pt x="188275" y="34293"/>
                  <a:pt x="172905" y="43301"/>
                </a:cubicBezTo>
                <a:cubicBezTo>
                  <a:pt x="147433" y="58287"/>
                  <a:pt x="123089" y="75129"/>
                  <a:pt x="100071" y="93691"/>
                </a:cubicBezTo>
                <a:cubicBezTo>
                  <a:pt x="88166" y="103268"/>
                  <a:pt x="76638" y="113308"/>
                  <a:pt x="65572" y="123916"/>
                </a:cubicBezTo>
                <a:lnTo>
                  <a:pt x="62407" y="126842"/>
                </a:lnTo>
                <a:cubicBezTo>
                  <a:pt x="62176" y="122148"/>
                  <a:pt x="74501" y="95754"/>
                  <a:pt x="82507" y="83546"/>
                </a:cubicBezTo>
                <a:cubicBezTo>
                  <a:pt x="91237" y="70196"/>
                  <a:pt x="101729" y="58095"/>
                  <a:pt x="113695" y="47574"/>
                </a:cubicBezTo>
                <a:cubicBezTo>
                  <a:pt x="125704" y="37085"/>
                  <a:pt x="139107" y="28323"/>
                  <a:pt x="153518" y="21538"/>
                </a:cubicBezTo>
                <a:cubicBezTo>
                  <a:pt x="167768" y="14781"/>
                  <a:pt x="182897" y="10076"/>
                  <a:pt x="198455" y="7561"/>
                </a:cubicBezTo>
                <a:cubicBezTo>
                  <a:pt x="213981" y="5016"/>
                  <a:pt x="229793" y="4718"/>
                  <a:pt x="245404" y="6677"/>
                </a:cubicBezTo>
                <a:close/>
                <a:moveTo>
                  <a:pt x="416266" y="131"/>
                </a:moveTo>
                <a:cubicBezTo>
                  <a:pt x="431122" y="1575"/>
                  <a:pt x="442595" y="13881"/>
                  <a:pt x="443052" y="28862"/>
                </a:cubicBezTo>
                <a:cubicBezTo>
                  <a:pt x="442977" y="30144"/>
                  <a:pt x="443767" y="31318"/>
                  <a:pt x="444980" y="31724"/>
                </a:cubicBezTo>
                <a:cubicBezTo>
                  <a:pt x="453519" y="35548"/>
                  <a:pt x="461323" y="40849"/>
                  <a:pt x="468036" y="47384"/>
                </a:cubicBezTo>
                <a:cubicBezTo>
                  <a:pt x="477738" y="56923"/>
                  <a:pt x="484430" y="69119"/>
                  <a:pt x="487277" y="82451"/>
                </a:cubicBezTo>
                <a:cubicBezTo>
                  <a:pt x="489207" y="91549"/>
                  <a:pt x="489767" y="100886"/>
                  <a:pt x="488932" y="110150"/>
                </a:cubicBezTo>
                <a:cubicBezTo>
                  <a:pt x="487807" y="123049"/>
                  <a:pt x="484952" y="135737"/>
                  <a:pt x="480444" y="147869"/>
                </a:cubicBezTo>
                <a:cubicBezTo>
                  <a:pt x="475168" y="162253"/>
                  <a:pt x="468476" y="176074"/>
                  <a:pt x="460470" y="189123"/>
                </a:cubicBezTo>
                <a:cubicBezTo>
                  <a:pt x="453762" y="200176"/>
                  <a:pt x="446414" y="210824"/>
                  <a:pt x="438462" y="221012"/>
                </a:cubicBezTo>
                <a:cubicBezTo>
                  <a:pt x="438190" y="221369"/>
                  <a:pt x="437854" y="221685"/>
                  <a:pt x="437561" y="222022"/>
                </a:cubicBezTo>
                <a:cubicBezTo>
                  <a:pt x="436599" y="223510"/>
                  <a:pt x="435519" y="224918"/>
                  <a:pt x="434333" y="226232"/>
                </a:cubicBezTo>
                <a:cubicBezTo>
                  <a:pt x="434023" y="226802"/>
                  <a:pt x="433635" y="227326"/>
                  <a:pt x="433180" y="227789"/>
                </a:cubicBezTo>
                <a:cubicBezTo>
                  <a:pt x="432837" y="228469"/>
                  <a:pt x="432323" y="229050"/>
                  <a:pt x="431692" y="229473"/>
                </a:cubicBezTo>
                <a:cubicBezTo>
                  <a:pt x="431650" y="230083"/>
                  <a:pt x="431315" y="230483"/>
                  <a:pt x="430539" y="230799"/>
                </a:cubicBezTo>
                <a:cubicBezTo>
                  <a:pt x="430770" y="230115"/>
                  <a:pt x="431158" y="229494"/>
                  <a:pt x="431671" y="228989"/>
                </a:cubicBezTo>
                <a:lnTo>
                  <a:pt x="432803" y="227389"/>
                </a:lnTo>
                <a:cubicBezTo>
                  <a:pt x="433067" y="226783"/>
                  <a:pt x="433453" y="226240"/>
                  <a:pt x="433935" y="225789"/>
                </a:cubicBezTo>
                <a:cubicBezTo>
                  <a:pt x="434851" y="224165"/>
                  <a:pt x="435897" y="222615"/>
                  <a:pt x="437058" y="221159"/>
                </a:cubicBezTo>
                <a:cubicBezTo>
                  <a:pt x="439929" y="216423"/>
                  <a:pt x="443136" y="211940"/>
                  <a:pt x="445945" y="207183"/>
                </a:cubicBezTo>
                <a:cubicBezTo>
                  <a:pt x="453589" y="194691"/>
                  <a:pt x="460524" y="181775"/>
                  <a:pt x="466715" y="168496"/>
                </a:cubicBezTo>
                <a:cubicBezTo>
                  <a:pt x="471721" y="157743"/>
                  <a:pt x="475462" y="146442"/>
                  <a:pt x="477866" y="134819"/>
                </a:cubicBezTo>
                <a:cubicBezTo>
                  <a:pt x="479557" y="126606"/>
                  <a:pt x="480261" y="118216"/>
                  <a:pt x="479962" y="109835"/>
                </a:cubicBezTo>
                <a:cubicBezTo>
                  <a:pt x="479685" y="98430"/>
                  <a:pt x="477082" y="87205"/>
                  <a:pt x="472312" y="76852"/>
                </a:cubicBezTo>
                <a:cubicBezTo>
                  <a:pt x="467095" y="66064"/>
                  <a:pt x="458969" y="56963"/>
                  <a:pt x="448858" y="50584"/>
                </a:cubicBezTo>
                <a:cubicBezTo>
                  <a:pt x="446272" y="48900"/>
                  <a:pt x="443593" y="47368"/>
                  <a:pt x="440831" y="45995"/>
                </a:cubicBezTo>
                <a:cubicBezTo>
                  <a:pt x="439384" y="45280"/>
                  <a:pt x="439384" y="45301"/>
                  <a:pt x="438462" y="46732"/>
                </a:cubicBezTo>
                <a:cubicBezTo>
                  <a:pt x="434377" y="53474"/>
                  <a:pt x="427664" y="58185"/>
                  <a:pt x="419955" y="59719"/>
                </a:cubicBezTo>
                <a:cubicBezTo>
                  <a:pt x="404254" y="63069"/>
                  <a:pt x="388759" y="53219"/>
                  <a:pt x="385057" y="37534"/>
                </a:cubicBezTo>
                <a:cubicBezTo>
                  <a:pt x="384659" y="36039"/>
                  <a:pt x="384659" y="36039"/>
                  <a:pt x="383087" y="36039"/>
                </a:cubicBezTo>
                <a:cubicBezTo>
                  <a:pt x="374729" y="36508"/>
                  <a:pt x="366408" y="37485"/>
                  <a:pt x="358166" y="38965"/>
                </a:cubicBezTo>
                <a:cubicBezTo>
                  <a:pt x="349971" y="40270"/>
                  <a:pt x="341839" y="41912"/>
                  <a:pt x="333707" y="43575"/>
                </a:cubicBezTo>
                <a:cubicBezTo>
                  <a:pt x="333378" y="43576"/>
                  <a:pt x="333074" y="43752"/>
                  <a:pt x="332910" y="44038"/>
                </a:cubicBezTo>
                <a:cubicBezTo>
                  <a:pt x="333015" y="44627"/>
                  <a:pt x="333665" y="44901"/>
                  <a:pt x="334105" y="45280"/>
                </a:cubicBezTo>
                <a:cubicBezTo>
                  <a:pt x="353098" y="61237"/>
                  <a:pt x="368476" y="81087"/>
                  <a:pt x="379210" y="103499"/>
                </a:cubicBezTo>
                <a:cubicBezTo>
                  <a:pt x="386818" y="119273"/>
                  <a:pt x="392085" y="136078"/>
                  <a:pt x="394845" y="153383"/>
                </a:cubicBezTo>
                <a:cubicBezTo>
                  <a:pt x="396864" y="165903"/>
                  <a:pt x="397509" y="178608"/>
                  <a:pt x="396774" y="191270"/>
                </a:cubicBezTo>
                <a:cubicBezTo>
                  <a:pt x="395223" y="221224"/>
                  <a:pt x="386128" y="250294"/>
                  <a:pt x="370344" y="275758"/>
                </a:cubicBezTo>
                <a:cubicBezTo>
                  <a:pt x="360587" y="291612"/>
                  <a:pt x="348334" y="305773"/>
                  <a:pt x="334063" y="317686"/>
                </a:cubicBezTo>
                <a:cubicBezTo>
                  <a:pt x="329242" y="321706"/>
                  <a:pt x="324233" y="325432"/>
                  <a:pt x="319098" y="328968"/>
                </a:cubicBezTo>
                <a:cubicBezTo>
                  <a:pt x="317337" y="330147"/>
                  <a:pt x="315325" y="330884"/>
                  <a:pt x="313670" y="332252"/>
                </a:cubicBezTo>
                <a:cubicBezTo>
                  <a:pt x="313552" y="332694"/>
                  <a:pt x="313265" y="333073"/>
                  <a:pt x="312873" y="333304"/>
                </a:cubicBezTo>
                <a:lnTo>
                  <a:pt x="307549" y="336630"/>
                </a:lnTo>
                <a:lnTo>
                  <a:pt x="304846" y="338166"/>
                </a:lnTo>
                <a:lnTo>
                  <a:pt x="301408" y="340145"/>
                </a:lnTo>
                <a:cubicBezTo>
                  <a:pt x="300323" y="340905"/>
                  <a:pt x="299172" y="341568"/>
                  <a:pt x="297971" y="342123"/>
                </a:cubicBezTo>
                <a:cubicBezTo>
                  <a:pt x="297321" y="342687"/>
                  <a:pt x="296567" y="343117"/>
                  <a:pt x="295749" y="343386"/>
                </a:cubicBezTo>
                <a:cubicBezTo>
                  <a:pt x="295676" y="343576"/>
                  <a:pt x="295489" y="343696"/>
                  <a:pt x="295288" y="343681"/>
                </a:cubicBezTo>
                <a:cubicBezTo>
                  <a:pt x="295141" y="343946"/>
                  <a:pt x="294856" y="344102"/>
                  <a:pt x="294554" y="344081"/>
                </a:cubicBezTo>
                <a:cubicBezTo>
                  <a:pt x="294399" y="344352"/>
                  <a:pt x="294112" y="344521"/>
                  <a:pt x="293800" y="344523"/>
                </a:cubicBezTo>
                <a:cubicBezTo>
                  <a:pt x="293655" y="344792"/>
                  <a:pt x="293370" y="344956"/>
                  <a:pt x="293066" y="344944"/>
                </a:cubicBezTo>
                <a:cubicBezTo>
                  <a:pt x="292995" y="345125"/>
                  <a:pt x="292819" y="345243"/>
                  <a:pt x="292626" y="345238"/>
                </a:cubicBezTo>
                <a:cubicBezTo>
                  <a:pt x="287994" y="348122"/>
                  <a:pt x="283174" y="350711"/>
                  <a:pt x="278395" y="353300"/>
                </a:cubicBezTo>
                <a:cubicBezTo>
                  <a:pt x="256599" y="365194"/>
                  <a:pt x="233948" y="375438"/>
                  <a:pt x="210633" y="383946"/>
                </a:cubicBezTo>
                <a:cubicBezTo>
                  <a:pt x="192968" y="390402"/>
                  <a:pt x="174859" y="395565"/>
                  <a:pt x="156453" y="399396"/>
                </a:cubicBezTo>
                <a:cubicBezTo>
                  <a:pt x="147817" y="401220"/>
                  <a:pt x="139119" y="402622"/>
                  <a:pt x="130358" y="403605"/>
                </a:cubicBezTo>
                <a:cubicBezTo>
                  <a:pt x="118577" y="404992"/>
                  <a:pt x="106705" y="405449"/>
                  <a:pt x="94853" y="404973"/>
                </a:cubicBezTo>
                <a:cubicBezTo>
                  <a:pt x="80530" y="404529"/>
                  <a:pt x="66356" y="401917"/>
                  <a:pt x="52808" y="397228"/>
                </a:cubicBezTo>
                <a:cubicBezTo>
                  <a:pt x="41327" y="393306"/>
                  <a:pt x="30799" y="386994"/>
                  <a:pt x="21914" y="378705"/>
                </a:cubicBezTo>
                <a:cubicBezTo>
                  <a:pt x="11426" y="368621"/>
                  <a:pt x="4352" y="355489"/>
                  <a:pt x="1688" y="341155"/>
                </a:cubicBezTo>
                <a:cubicBezTo>
                  <a:pt x="-172" y="331366"/>
                  <a:pt x="-498" y="321347"/>
                  <a:pt x="724" y="311456"/>
                </a:cubicBezTo>
                <a:cubicBezTo>
                  <a:pt x="2699" y="295445"/>
                  <a:pt x="7095" y="279829"/>
                  <a:pt x="13761" y="265150"/>
                </a:cubicBezTo>
                <a:cubicBezTo>
                  <a:pt x="21442" y="247897"/>
                  <a:pt x="30904" y="231502"/>
                  <a:pt x="41993" y="216234"/>
                </a:cubicBezTo>
                <a:cubicBezTo>
                  <a:pt x="55802" y="197029"/>
                  <a:pt x="71229" y="179050"/>
                  <a:pt x="88104" y="162497"/>
                </a:cubicBezTo>
                <a:cubicBezTo>
                  <a:pt x="113892" y="137157"/>
                  <a:pt x="142171" y="114505"/>
                  <a:pt x="172508" y="94890"/>
                </a:cubicBezTo>
                <a:cubicBezTo>
                  <a:pt x="195316" y="79990"/>
                  <a:pt x="219207" y="66833"/>
                  <a:pt x="243979" y="55530"/>
                </a:cubicBezTo>
                <a:cubicBezTo>
                  <a:pt x="267374" y="44765"/>
                  <a:pt x="291670" y="36095"/>
                  <a:pt x="316583" y="29620"/>
                </a:cubicBezTo>
                <a:cubicBezTo>
                  <a:pt x="330194" y="26085"/>
                  <a:pt x="344033" y="23497"/>
                  <a:pt x="357999" y="21874"/>
                </a:cubicBezTo>
                <a:cubicBezTo>
                  <a:pt x="366053" y="20902"/>
                  <a:pt x="374156" y="20382"/>
                  <a:pt x="382270" y="20316"/>
                </a:cubicBezTo>
                <a:cubicBezTo>
                  <a:pt x="382521" y="20316"/>
                  <a:pt x="382773" y="20316"/>
                  <a:pt x="383024" y="20316"/>
                </a:cubicBezTo>
                <a:cubicBezTo>
                  <a:pt x="385015" y="20443"/>
                  <a:pt x="386043" y="19622"/>
                  <a:pt x="386923" y="17622"/>
                </a:cubicBezTo>
                <a:cubicBezTo>
                  <a:pt x="391878" y="6006"/>
                  <a:pt x="403739" y="-1064"/>
                  <a:pt x="416266" y="131"/>
                </a:cubicBezTo>
                <a:close/>
              </a:path>
            </a:pathLst>
          </a:custGeom>
          <a:solidFill>
            <a:srgbClr val="376DB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4" name="Google Shape;154;p23"/>
          <p:cNvSpPr/>
          <p:nvPr/>
        </p:nvSpPr>
        <p:spPr>
          <a:xfrm>
            <a:off x="92963" y="6542941"/>
            <a:ext cx="280476" cy="28047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55" name="Google Shape;155;p23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grpSp>
        <p:nvGrpSpPr>
          <p:cNvPr id="156" name="Google Shape;156;p23"/>
          <p:cNvGrpSpPr/>
          <p:nvPr/>
        </p:nvGrpSpPr>
        <p:grpSpPr>
          <a:xfrm rot="10800000">
            <a:off x="9265363" y="5246044"/>
            <a:ext cx="2869771" cy="1563379"/>
            <a:chOff x="44879" y="27296"/>
            <a:chExt cx="2869771" cy="1563379"/>
          </a:xfrm>
        </p:grpSpPr>
        <p:cxnSp>
          <p:nvCxnSpPr>
            <p:cNvPr id="157" name="Google Shape;157;p23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58" name="Google Shape;158;p23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59" name="Google Shape;159;p23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Noi dung 2">
  <p:cSld name="Noi dung 2"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4"/>
          <p:cNvSpPr/>
          <p:nvPr/>
        </p:nvSpPr>
        <p:spPr>
          <a:xfrm rot="10800000">
            <a:off x="-2" y="0"/>
            <a:ext cx="12192000" cy="6858000"/>
          </a:xfrm>
          <a:custGeom>
            <a:rect b="b" l="l" r="r" t="t"/>
            <a:pathLst>
              <a:path extrusionOk="0" h="6858000" w="12192000">
                <a:moveTo>
                  <a:pt x="0" y="616911"/>
                </a:moveTo>
                <a:lnTo>
                  <a:pt x="0" y="0"/>
                </a:lnTo>
                <a:lnTo>
                  <a:pt x="715617" y="0"/>
                </a:lnTo>
                <a:close/>
                <a:moveTo>
                  <a:pt x="12192000" y="6858000"/>
                </a:moveTo>
                <a:lnTo>
                  <a:pt x="11476383" y="6858000"/>
                </a:lnTo>
                <a:lnTo>
                  <a:pt x="12192000" y="6241089"/>
                </a:lnTo>
                <a:close/>
              </a:path>
            </a:pathLst>
          </a:custGeom>
          <a:blipFill rotWithShape="1">
            <a:blip r:embed="rId2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2" name="Google Shape;162;p24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163" name="Google Shape;163;p24"/>
          <p:cNvGrpSpPr/>
          <p:nvPr/>
        </p:nvGrpSpPr>
        <p:grpSpPr>
          <a:xfrm>
            <a:off x="58527" y="54292"/>
            <a:ext cx="2869771" cy="1563379"/>
            <a:chOff x="44879" y="27296"/>
            <a:chExt cx="2869771" cy="1563379"/>
          </a:xfrm>
        </p:grpSpPr>
        <p:cxnSp>
          <p:nvCxnSpPr>
            <p:cNvPr id="164" name="Google Shape;164;p24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65" name="Google Shape;165;p24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66" name="Google Shape;166;p24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167" name="Google Shape;167;p24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8" name="Google Shape;168;p24"/>
          <p:cNvSpPr txBox="1"/>
          <p:nvPr>
            <p:ph type="title"/>
          </p:nvPr>
        </p:nvSpPr>
        <p:spPr>
          <a:xfrm>
            <a:off x="774146" y="202009"/>
            <a:ext cx="3932227" cy="169804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rgbClr val="0072FF"/>
              </a:buClr>
              <a:buSzPts val="4000"/>
              <a:buFont typeface="Times New Roman"/>
              <a:buNone/>
              <a:defRPr sz="4000"/>
            </a:lvl1pPr>
            <a:lvl2pPr lvl="1">
              <a:spcBef>
                <a:spcPts val="20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69" name="Google Shape;169;p24"/>
          <p:cNvSpPr txBox="1"/>
          <p:nvPr>
            <p:ph idx="1" type="body"/>
          </p:nvPr>
        </p:nvSpPr>
        <p:spPr>
          <a:xfrm>
            <a:off x="774144" y="2113808"/>
            <a:ext cx="3932227" cy="40631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70" name="Google Shape;170;p24"/>
          <p:cNvSpPr txBox="1"/>
          <p:nvPr>
            <p:ph idx="11" type="ftr"/>
          </p:nvPr>
        </p:nvSpPr>
        <p:spPr>
          <a:xfrm>
            <a:off x="774146" y="6475620"/>
            <a:ext cx="431178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grpSp>
        <p:nvGrpSpPr>
          <p:cNvPr id="171" name="Google Shape;171;p24"/>
          <p:cNvGrpSpPr/>
          <p:nvPr/>
        </p:nvGrpSpPr>
        <p:grpSpPr>
          <a:xfrm>
            <a:off x="16026" y="4629289"/>
            <a:ext cx="434350" cy="2228711"/>
            <a:chOff x="16026" y="4629289"/>
            <a:chExt cx="434350" cy="2228711"/>
          </a:xfrm>
        </p:grpSpPr>
        <p:sp>
          <p:nvSpPr>
            <p:cNvPr id="172" name="Google Shape;172;p24"/>
            <p:cNvSpPr/>
            <p:nvPr/>
          </p:nvSpPr>
          <p:spPr>
            <a:xfrm>
              <a:off x="16026" y="4629289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73" name="Google Shape;173;p24"/>
            <p:cNvSpPr/>
            <p:nvPr/>
          </p:nvSpPr>
          <p:spPr>
            <a:xfrm>
              <a:off x="16026" y="5005641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74" name="Google Shape;174;p24"/>
            <p:cNvSpPr/>
            <p:nvPr/>
          </p:nvSpPr>
          <p:spPr>
            <a:xfrm>
              <a:off x="16026" y="5381993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75" name="Google Shape;175;p24"/>
            <p:cNvSpPr/>
            <p:nvPr/>
          </p:nvSpPr>
          <p:spPr>
            <a:xfrm>
              <a:off x="16026" y="5758345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76" name="Google Shape;176;p24"/>
            <p:cNvSpPr/>
            <p:nvPr/>
          </p:nvSpPr>
          <p:spPr>
            <a:xfrm>
              <a:off x="16026" y="6134697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77" name="Google Shape;177;p24"/>
            <p:cNvSpPr/>
            <p:nvPr/>
          </p:nvSpPr>
          <p:spPr>
            <a:xfrm>
              <a:off x="16026" y="6511050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178" name="Google Shape;178;p24"/>
          <p:cNvSpPr txBox="1"/>
          <p:nvPr>
            <p:ph idx="10" type="dt"/>
          </p:nvPr>
        </p:nvSpPr>
        <p:spPr>
          <a:xfrm>
            <a:off x="6447446" y="6475620"/>
            <a:ext cx="209009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79" name="Google Shape;179;p24"/>
          <p:cNvSpPr/>
          <p:nvPr/>
        </p:nvSpPr>
        <p:spPr>
          <a:xfrm>
            <a:off x="11589537" y="105878"/>
            <a:ext cx="489307" cy="405155"/>
          </a:xfrm>
          <a:custGeom>
            <a:rect b="b" l="l" r="r" t="t"/>
            <a:pathLst>
              <a:path extrusionOk="0" h="405155" w="489307">
                <a:moveTo>
                  <a:pt x="278290" y="349616"/>
                </a:moveTo>
                <a:lnTo>
                  <a:pt x="277683" y="349811"/>
                </a:lnTo>
                <a:lnTo>
                  <a:pt x="277976" y="349743"/>
                </a:lnTo>
                <a:close/>
                <a:moveTo>
                  <a:pt x="173116" y="214928"/>
                </a:moveTo>
                <a:cubicBezTo>
                  <a:pt x="186639" y="218079"/>
                  <a:pt x="199843" y="222476"/>
                  <a:pt x="212561" y="228062"/>
                </a:cubicBezTo>
                <a:cubicBezTo>
                  <a:pt x="213178" y="228246"/>
                  <a:pt x="213754" y="228547"/>
                  <a:pt x="214259" y="228947"/>
                </a:cubicBezTo>
                <a:cubicBezTo>
                  <a:pt x="214217" y="229557"/>
                  <a:pt x="213672" y="229599"/>
                  <a:pt x="213316" y="229788"/>
                </a:cubicBezTo>
                <a:cubicBezTo>
                  <a:pt x="202362" y="236025"/>
                  <a:pt x="191918" y="243127"/>
                  <a:pt x="182086" y="251026"/>
                </a:cubicBezTo>
                <a:cubicBezTo>
                  <a:pt x="181512" y="251550"/>
                  <a:pt x="180766" y="251843"/>
                  <a:pt x="179990" y="251847"/>
                </a:cubicBezTo>
                <a:lnTo>
                  <a:pt x="156055" y="251847"/>
                </a:lnTo>
                <a:cubicBezTo>
                  <a:pt x="155735" y="251891"/>
                  <a:pt x="155409" y="251824"/>
                  <a:pt x="155132" y="251658"/>
                </a:cubicBezTo>
                <a:cubicBezTo>
                  <a:pt x="155074" y="251207"/>
                  <a:pt x="155162" y="250748"/>
                  <a:pt x="155384" y="250353"/>
                </a:cubicBezTo>
                <a:cubicBezTo>
                  <a:pt x="159232" y="238513"/>
                  <a:pt x="164239" y="227084"/>
                  <a:pt x="170328" y="216233"/>
                </a:cubicBezTo>
                <a:cubicBezTo>
                  <a:pt x="171292" y="214507"/>
                  <a:pt x="171313" y="214507"/>
                  <a:pt x="173116" y="214928"/>
                </a:cubicBezTo>
                <a:close/>
                <a:moveTo>
                  <a:pt x="277908" y="214851"/>
                </a:moveTo>
                <a:cubicBezTo>
                  <a:pt x="278730" y="214533"/>
                  <a:pt x="279652" y="214946"/>
                  <a:pt x="279966" y="215771"/>
                </a:cubicBezTo>
                <a:cubicBezTo>
                  <a:pt x="286223" y="226906"/>
                  <a:pt x="291362" y="238640"/>
                  <a:pt x="295308" y="250795"/>
                </a:cubicBezTo>
                <a:cubicBezTo>
                  <a:pt x="295455" y="251088"/>
                  <a:pt x="295499" y="251423"/>
                  <a:pt x="295434" y="251743"/>
                </a:cubicBezTo>
                <a:cubicBezTo>
                  <a:pt x="294948" y="251907"/>
                  <a:pt x="294432" y="251957"/>
                  <a:pt x="293925" y="251890"/>
                </a:cubicBezTo>
                <a:cubicBezTo>
                  <a:pt x="286191" y="251890"/>
                  <a:pt x="278520" y="251890"/>
                  <a:pt x="270870" y="251890"/>
                </a:cubicBezTo>
                <a:cubicBezTo>
                  <a:pt x="269914" y="251905"/>
                  <a:pt x="268985" y="251576"/>
                  <a:pt x="268250" y="250964"/>
                </a:cubicBezTo>
                <a:cubicBezTo>
                  <a:pt x="258573" y="243178"/>
                  <a:pt x="248290" y="236182"/>
                  <a:pt x="237502" y="230042"/>
                </a:cubicBezTo>
                <a:cubicBezTo>
                  <a:pt x="237020" y="229859"/>
                  <a:pt x="236588" y="229564"/>
                  <a:pt x="236245" y="229179"/>
                </a:cubicBezTo>
                <a:cubicBezTo>
                  <a:pt x="236350" y="228589"/>
                  <a:pt x="236874" y="228547"/>
                  <a:pt x="237251" y="228400"/>
                </a:cubicBezTo>
                <a:cubicBezTo>
                  <a:pt x="250332" y="222603"/>
                  <a:pt x="263932" y="218072"/>
                  <a:pt x="277870" y="214866"/>
                </a:cubicBezTo>
                <a:cubicBezTo>
                  <a:pt x="277883" y="214862"/>
                  <a:pt x="277895" y="214856"/>
                  <a:pt x="277908" y="214851"/>
                </a:cubicBezTo>
                <a:close/>
                <a:moveTo>
                  <a:pt x="151422" y="211056"/>
                </a:moveTo>
                <a:cubicBezTo>
                  <a:pt x="154692" y="211561"/>
                  <a:pt x="157982" y="212024"/>
                  <a:pt x="161566" y="212550"/>
                </a:cubicBezTo>
                <a:cubicBezTo>
                  <a:pt x="159177" y="217160"/>
                  <a:pt x="156830" y="221622"/>
                  <a:pt x="154797" y="226084"/>
                </a:cubicBezTo>
                <a:cubicBezTo>
                  <a:pt x="152764" y="230546"/>
                  <a:pt x="150982" y="235114"/>
                  <a:pt x="148886" y="239639"/>
                </a:cubicBezTo>
                <a:cubicBezTo>
                  <a:pt x="148760" y="238250"/>
                  <a:pt x="148530" y="236840"/>
                  <a:pt x="148530" y="235429"/>
                </a:cubicBezTo>
                <a:cubicBezTo>
                  <a:pt x="148302" y="227778"/>
                  <a:pt x="148673" y="220121"/>
                  <a:pt x="149641" y="212529"/>
                </a:cubicBezTo>
                <a:cubicBezTo>
                  <a:pt x="149850" y="210908"/>
                  <a:pt x="149913" y="210845"/>
                  <a:pt x="151422" y="211056"/>
                </a:cubicBezTo>
                <a:close/>
                <a:moveTo>
                  <a:pt x="299584" y="210929"/>
                </a:moveTo>
                <a:cubicBezTo>
                  <a:pt x="300465" y="210803"/>
                  <a:pt x="300800" y="211224"/>
                  <a:pt x="300800" y="212003"/>
                </a:cubicBezTo>
                <a:cubicBezTo>
                  <a:pt x="301093" y="214655"/>
                  <a:pt x="301492" y="217328"/>
                  <a:pt x="301680" y="219980"/>
                </a:cubicBezTo>
                <a:cubicBezTo>
                  <a:pt x="302219" y="226164"/>
                  <a:pt x="302227" y="232382"/>
                  <a:pt x="301701" y="238566"/>
                </a:cubicBezTo>
                <a:cubicBezTo>
                  <a:pt x="301825" y="238991"/>
                  <a:pt x="301825" y="239445"/>
                  <a:pt x="301701" y="239871"/>
                </a:cubicBezTo>
                <a:cubicBezTo>
                  <a:pt x="301093" y="239765"/>
                  <a:pt x="301093" y="239344"/>
                  <a:pt x="301093" y="238923"/>
                </a:cubicBezTo>
                <a:cubicBezTo>
                  <a:pt x="297648" y="229900"/>
                  <a:pt x="293609" y="221117"/>
                  <a:pt x="289000" y="212634"/>
                </a:cubicBezTo>
                <a:cubicBezTo>
                  <a:pt x="292647" y="211813"/>
                  <a:pt x="296126" y="211455"/>
                  <a:pt x="299584" y="210929"/>
                </a:cubicBezTo>
                <a:close/>
                <a:moveTo>
                  <a:pt x="112605" y="209436"/>
                </a:moveTo>
                <a:cubicBezTo>
                  <a:pt x="121492" y="209225"/>
                  <a:pt x="130358" y="209162"/>
                  <a:pt x="139224" y="209814"/>
                </a:cubicBezTo>
                <a:cubicBezTo>
                  <a:pt x="140397" y="209899"/>
                  <a:pt x="140544" y="209920"/>
                  <a:pt x="140397" y="211204"/>
                </a:cubicBezTo>
                <a:cubicBezTo>
                  <a:pt x="140041" y="214445"/>
                  <a:pt x="139685" y="217707"/>
                  <a:pt x="139475" y="220970"/>
                </a:cubicBezTo>
                <a:cubicBezTo>
                  <a:pt x="139059" y="227242"/>
                  <a:pt x="139052" y="233536"/>
                  <a:pt x="139454" y="239808"/>
                </a:cubicBezTo>
                <a:cubicBezTo>
                  <a:pt x="139706" y="243786"/>
                  <a:pt x="140167" y="247722"/>
                  <a:pt x="140670" y="251616"/>
                </a:cubicBezTo>
                <a:cubicBezTo>
                  <a:pt x="140179" y="251869"/>
                  <a:pt x="139621" y="251957"/>
                  <a:pt x="139077" y="251869"/>
                </a:cubicBezTo>
                <a:cubicBezTo>
                  <a:pt x="131615" y="251869"/>
                  <a:pt x="124133" y="251869"/>
                  <a:pt x="116671" y="251869"/>
                </a:cubicBezTo>
                <a:cubicBezTo>
                  <a:pt x="115649" y="251976"/>
                  <a:pt x="114660" y="251463"/>
                  <a:pt x="114156" y="250564"/>
                </a:cubicBezTo>
                <a:cubicBezTo>
                  <a:pt x="106186" y="238977"/>
                  <a:pt x="104682" y="224098"/>
                  <a:pt x="110174" y="211140"/>
                </a:cubicBezTo>
                <a:cubicBezTo>
                  <a:pt x="110472" y="210061"/>
                  <a:pt x="111492" y="209345"/>
                  <a:pt x="112605" y="209436"/>
                </a:cubicBezTo>
                <a:close/>
                <a:moveTo>
                  <a:pt x="337584" y="209372"/>
                </a:moveTo>
                <a:cubicBezTo>
                  <a:pt x="338953" y="209237"/>
                  <a:pt x="340213" y="210134"/>
                  <a:pt x="340539" y="211477"/>
                </a:cubicBezTo>
                <a:cubicBezTo>
                  <a:pt x="345851" y="224367"/>
                  <a:pt x="344272" y="239083"/>
                  <a:pt x="336348" y="250542"/>
                </a:cubicBezTo>
                <a:cubicBezTo>
                  <a:pt x="335962" y="251350"/>
                  <a:pt x="335145" y="251860"/>
                  <a:pt x="334252" y="251847"/>
                </a:cubicBezTo>
                <a:cubicBezTo>
                  <a:pt x="326518" y="251847"/>
                  <a:pt x="318805" y="251847"/>
                  <a:pt x="311070" y="251847"/>
                </a:cubicBezTo>
                <a:cubicBezTo>
                  <a:pt x="310666" y="251921"/>
                  <a:pt x="310247" y="251822"/>
                  <a:pt x="309918" y="251574"/>
                </a:cubicBezTo>
                <a:cubicBezTo>
                  <a:pt x="310190" y="249090"/>
                  <a:pt x="310463" y="246564"/>
                  <a:pt x="310735" y="244038"/>
                </a:cubicBezTo>
                <a:cubicBezTo>
                  <a:pt x="311452" y="236806"/>
                  <a:pt x="311592" y="229528"/>
                  <a:pt x="311154" y="222274"/>
                </a:cubicBezTo>
                <a:cubicBezTo>
                  <a:pt x="310945" y="218612"/>
                  <a:pt x="310567" y="214992"/>
                  <a:pt x="310169" y="211350"/>
                </a:cubicBezTo>
                <a:cubicBezTo>
                  <a:pt x="310023" y="209919"/>
                  <a:pt x="310043" y="209814"/>
                  <a:pt x="311343" y="209814"/>
                </a:cubicBezTo>
                <a:cubicBezTo>
                  <a:pt x="320083" y="209161"/>
                  <a:pt x="328823" y="209245"/>
                  <a:pt x="337584" y="209372"/>
                </a:cubicBezTo>
                <a:close/>
                <a:moveTo>
                  <a:pt x="223837" y="156099"/>
                </a:moveTo>
                <a:cubicBezTo>
                  <a:pt x="225577" y="154857"/>
                  <a:pt x="225137" y="154920"/>
                  <a:pt x="226772" y="156099"/>
                </a:cubicBezTo>
                <a:cubicBezTo>
                  <a:pt x="245080" y="169370"/>
                  <a:pt x="260831" y="185874"/>
                  <a:pt x="273260" y="204805"/>
                </a:cubicBezTo>
                <a:lnTo>
                  <a:pt x="273909" y="205920"/>
                </a:lnTo>
                <a:lnTo>
                  <a:pt x="270220" y="206888"/>
                </a:lnTo>
                <a:cubicBezTo>
                  <a:pt x="255205" y="210723"/>
                  <a:pt x="240613" y="216070"/>
                  <a:pt x="226667" y="222843"/>
                </a:cubicBezTo>
                <a:cubicBezTo>
                  <a:pt x="225843" y="223317"/>
                  <a:pt x="224829" y="223317"/>
                  <a:pt x="224005" y="222843"/>
                </a:cubicBezTo>
                <a:cubicBezTo>
                  <a:pt x="209195" y="215638"/>
                  <a:pt x="193660" y="210050"/>
                  <a:pt x="177664" y="206173"/>
                </a:cubicBezTo>
                <a:cubicBezTo>
                  <a:pt x="177441" y="206099"/>
                  <a:pt x="177223" y="206006"/>
                  <a:pt x="177014" y="205899"/>
                </a:cubicBezTo>
                <a:cubicBezTo>
                  <a:pt x="176783" y="205289"/>
                  <a:pt x="177202" y="204994"/>
                  <a:pt x="177433" y="204636"/>
                </a:cubicBezTo>
                <a:cubicBezTo>
                  <a:pt x="189845" y="185766"/>
                  <a:pt x="205569" y="169321"/>
                  <a:pt x="223837" y="156099"/>
                </a:cubicBezTo>
                <a:close/>
                <a:moveTo>
                  <a:pt x="190281" y="135577"/>
                </a:moveTo>
                <a:cubicBezTo>
                  <a:pt x="198967" y="139281"/>
                  <a:pt x="207373" y="143615"/>
                  <a:pt x="215432" y="148542"/>
                </a:cubicBezTo>
                <a:cubicBezTo>
                  <a:pt x="215810" y="148774"/>
                  <a:pt x="216166" y="149048"/>
                  <a:pt x="216732" y="149426"/>
                </a:cubicBezTo>
                <a:cubicBezTo>
                  <a:pt x="214196" y="151426"/>
                  <a:pt x="211806" y="153278"/>
                  <a:pt x="209459" y="155194"/>
                </a:cubicBezTo>
                <a:cubicBezTo>
                  <a:pt x="193209" y="168404"/>
                  <a:pt x="179212" y="184185"/>
                  <a:pt x="168022" y="201921"/>
                </a:cubicBezTo>
                <a:cubicBezTo>
                  <a:pt x="167418" y="203270"/>
                  <a:pt x="165893" y="203935"/>
                  <a:pt x="164501" y="203457"/>
                </a:cubicBezTo>
                <a:cubicBezTo>
                  <a:pt x="160875" y="202721"/>
                  <a:pt x="157186" y="202215"/>
                  <a:pt x="153539" y="201626"/>
                </a:cubicBezTo>
                <a:cubicBezTo>
                  <a:pt x="151653" y="201331"/>
                  <a:pt x="151653" y="201331"/>
                  <a:pt x="152051" y="199521"/>
                </a:cubicBezTo>
                <a:cubicBezTo>
                  <a:pt x="153707" y="192399"/>
                  <a:pt x="155957" y="185427"/>
                  <a:pt x="158779" y="178683"/>
                </a:cubicBezTo>
                <a:cubicBezTo>
                  <a:pt x="165364" y="162853"/>
                  <a:pt x="174937" y="148450"/>
                  <a:pt x="186969" y="136271"/>
                </a:cubicBezTo>
                <a:cubicBezTo>
                  <a:pt x="187741" y="135236"/>
                  <a:pt x="189160" y="134937"/>
                  <a:pt x="190281" y="135577"/>
                </a:cubicBezTo>
                <a:close/>
                <a:moveTo>
                  <a:pt x="260223" y="135514"/>
                </a:moveTo>
                <a:cubicBezTo>
                  <a:pt x="261329" y="134828"/>
                  <a:pt x="262773" y="135102"/>
                  <a:pt x="263555" y="136146"/>
                </a:cubicBezTo>
                <a:cubicBezTo>
                  <a:pt x="279501" y="152309"/>
                  <a:pt x="291048" y="172311"/>
                  <a:pt x="297090" y="194239"/>
                </a:cubicBezTo>
                <a:cubicBezTo>
                  <a:pt x="297614" y="196133"/>
                  <a:pt x="298075" y="198027"/>
                  <a:pt x="298536" y="199943"/>
                </a:cubicBezTo>
                <a:cubicBezTo>
                  <a:pt x="298830" y="201248"/>
                  <a:pt x="298788" y="201269"/>
                  <a:pt x="297384" y="201479"/>
                </a:cubicBezTo>
                <a:cubicBezTo>
                  <a:pt x="293297" y="202237"/>
                  <a:pt x="289189" y="202848"/>
                  <a:pt x="285101" y="203584"/>
                </a:cubicBezTo>
                <a:cubicBezTo>
                  <a:pt x="284261" y="203820"/>
                  <a:pt x="283374" y="203412"/>
                  <a:pt x="283006" y="202616"/>
                </a:cubicBezTo>
                <a:cubicBezTo>
                  <a:pt x="277902" y="194481"/>
                  <a:pt x="272199" y="186741"/>
                  <a:pt x="265945" y="179463"/>
                </a:cubicBezTo>
                <a:cubicBezTo>
                  <a:pt x="257022" y="169004"/>
                  <a:pt x="247027" y="159522"/>
                  <a:pt x="236119" y="151174"/>
                </a:cubicBezTo>
                <a:lnTo>
                  <a:pt x="233793" y="149364"/>
                </a:lnTo>
                <a:cubicBezTo>
                  <a:pt x="235813" y="147960"/>
                  <a:pt x="237911" y="146674"/>
                  <a:pt x="240081" y="145512"/>
                </a:cubicBezTo>
                <a:cubicBezTo>
                  <a:pt x="246591" y="141782"/>
                  <a:pt x="253316" y="138444"/>
                  <a:pt x="260223" y="135514"/>
                </a:cubicBezTo>
                <a:close/>
                <a:moveTo>
                  <a:pt x="322955" y="47469"/>
                </a:moveTo>
                <a:cubicBezTo>
                  <a:pt x="300264" y="54570"/>
                  <a:pt x="278009" y="63003"/>
                  <a:pt x="256303" y="72727"/>
                </a:cubicBezTo>
                <a:cubicBezTo>
                  <a:pt x="245153" y="77799"/>
                  <a:pt x="234128" y="83145"/>
                  <a:pt x="223376" y="89060"/>
                </a:cubicBezTo>
                <a:cubicBezTo>
                  <a:pt x="197303" y="103220"/>
                  <a:pt x="172759" y="120058"/>
                  <a:pt x="150144" y="139302"/>
                </a:cubicBezTo>
                <a:cubicBezTo>
                  <a:pt x="120830" y="164358"/>
                  <a:pt x="95293" y="193554"/>
                  <a:pt x="74334" y="225979"/>
                </a:cubicBezTo>
                <a:cubicBezTo>
                  <a:pt x="65749" y="239223"/>
                  <a:pt x="58928" y="253537"/>
                  <a:pt x="54045" y="268560"/>
                </a:cubicBezTo>
                <a:cubicBezTo>
                  <a:pt x="50376" y="279928"/>
                  <a:pt x="48876" y="291889"/>
                  <a:pt x="49622" y="303815"/>
                </a:cubicBezTo>
                <a:cubicBezTo>
                  <a:pt x="50381" y="318010"/>
                  <a:pt x="55442" y="331635"/>
                  <a:pt x="64126" y="342860"/>
                </a:cubicBezTo>
                <a:cubicBezTo>
                  <a:pt x="69755" y="349890"/>
                  <a:pt x="76705" y="355742"/>
                  <a:pt x="84583" y="360077"/>
                </a:cubicBezTo>
                <a:cubicBezTo>
                  <a:pt x="99400" y="368204"/>
                  <a:pt x="115709" y="373216"/>
                  <a:pt x="132517" y="374811"/>
                </a:cubicBezTo>
                <a:cubicBezTo>
                  <a:pt x="140389" y="375666"/>
                  <a:pt x="148317" y="375870"/>
                  <a:pt x="156222" y="375422"/>
                </a:cubicBezTo>
                <a:cubicBezTo>
                  <a:pt x="168209" y="374761"/>
                  <a:pt x="180147" y="373405"/>
                  <a:pt x="191979" y="371359"/>
                </a:cubicBezTo>
                <a:cubicBezTo>
                  <a:pt x="209438" y="368413"/>
                  <a:pt x="226814" y="365024"/>
                  <a:pt x="244000" y="360604"/>
                </a:cubicBezTo>
                <a:lnTo>
                  <a:pt x="277680" y="349812"/>
                </a:lnTo>
                <a:lnTo>
                  <a:pt x="247375" y="356815"/>
                </a:lnTo>
                <a:cubicBezTo>
                  <a:pt x="237369" y="358185"/>
                  <a:pt x="227256" y="358602"/>
                  <a:pt x="217172" y="358057"/>
                </a:cubicBezTo>
                <a:cubicBezTo>
                  <a:pt x="196093" y="356998"/>
                  <a:pt x="175394" y="352001"/>
                  <a:pt x="156138" y="343323"/>
                </a:cubicBezTo>
                <a:cubicBezTo>
                  <a:pt x="127518" y="330429"/>
                  <a:pt x="102944" y="309934"/>
                  <a:pt x="85065" y="284051"/>
                </a:cubicBezTo>
                <a:cubicBezTo>
                  <a:pt x="84876" y="283777"/>
                  <a:pt x="84667" y="283525"/>
                  <a:pt x="84499" y="283251"/>
                </a:cubicBezTo>
                <a:cubicBezTo>
                  <a:pt x="83388" y="281462"/>
                  <a:pt x="83702" y="280768"/>
                  <a:pt x="85798" y="280768"/>
                </a:cubicBezTo>
                <a:cubicBezTo>
                  <a:pt x="97955" y="280768"/>
                  <a:pt x="110090" y="280768"/>
                  <a:pt x="122226" y="280768"/>
                </a:cubicBezTo>
                <a:cubicBezTo>
                  <a:pt x="123646" y="280875"/>
                  <a:pt x="124955" y="281578"/>
                  <a:pt x="125831" y="282704"/>
                </a:cubicBezTo>
                <a:cubicBezTo>
                  <a:pt x="133821" y="290881"/>
                  <a:pt x="142741" y="298088"/>
                  <a:pt x="152407" y="304173"/>
                </a:cubicBezTo>
                <a:cubicBezTo>
                  <a:pt x="168993" y="314500"/>
                  <a:pt x="187563" y="321191"/>
                  <a:pt x="206902" y="323811"/>
                </a:cubicBezTo>
                <a:cubicBezTo>
                  <a:pt x="203192" y="321138"/>
                  <a:pt x="199902" y="318507"/>
                  <a:pt x="196548" y="316002"/>
                </a:cubicBezTo>
                <a:cubicBezTo>
                  <a:pt x="186802" y="308699"/>
                  <a:pt x="177119" y="301290"/>
                  <a:pt x="167393" y="293965"/>
                </a:cubicBezTo>
                <a:cubicBezTo>
                  <a:pt x="154168" y="283904"/>
                  <a:pt x="140901" y="273780"/>
                  <a:pt x="127571" y="263740"/>
                </a:cubicBezTo>
                <a:cubicBezTo>
                  <a:pt x="126795" y="263150"/>
                  <a:pt x="125433" y="262687"/>
                  <a:pt x="125789" y="261466"/>
                </a:cubicBezTo>
                <a:cubicBezTo>
                  <a:pt x="126145" y="260246"/>
                  <a:pt x="127529" y="260666"/>
                  <a:pt x="128472" y="260666"/>
                </a:cubicBezTo>
                <a:cubicBezTo>
                  <a:pt x="143751" y="260666"/>
                  <a:pt x="159010" y="260666"/>
                  <a:pt x="174289" y="260666"/>
                </a:cubicBezTo>
                <a:cubicBezTo>
                  <a:pt x="176224" y="260587"/>
                  <a:pt x="178058" y="261538"/>
                  <a:pt x="179110" y="263171"/>
                </a:cubicBezTo>
                <a:cubicBezTo>
                  <a:pt x="193928" y="283378"/>
                  <a:pt x="208914" y="303289"/>
                  <a:pt x="223795" y="323369"/>
                </a:cubicBezTo>
                <a:cubicBezTo>
                  <a:pt x="225221" y="325348"/>
                  <a:pt x="225304" y="325327"/>
                  <a:pt x="226772" y="323369"/>
                </a:cubicBezTo>
                <a:cubicBezTo>
                  <a:pt x="241584" y="303557"/>
                  <a:pt x="256310" y="283742"/>
                  <a:pt x="270954" y="263929"/>
                </a:cubicBezTo>
                <a:cubicBezTo>
                  <a:pt x="272283" y="261856"/>
                  <a:pt x="274624" y="260664"/>
                  <a:pt x="277074" y="260814"/>
                </a:cubicBezTo>
                <a:cubicBezTo>
                  <a:pt x="292018" y="260814"/>
                  <a:pt x="306983" y="260814"/>
                  <a:pt x="321928" y="260814"/>
                </a:cubicBezTo>
                <a:cubicBezTo>
                  <a:pt x="322934" y="260814"/>
                  <a:pt x="324568" y="260498"/>
                  <a:pt x="324799" y="261614"/>
                </a:cubicBezTo>
                <a:cubicBezTo>
                  <a:pt x="325030" y="262729"/>
                  <a:pt x="323730" y="263234"/>
                  <a:pt x="322934" y="263824"/>
                </a:cubicBezTo>
                <a:lnTo>
                  <a:pt x="269298" y="304447"/>
                </a:lnTo>
                <a:cubicBezTo>
                  <a:pt x="261082" y="310677"/>
                  <a:pt x="252803" y="316844"/>
                  <a:pt x="244650" y="323159"/>
                </a:cubicBezTo>
                <a:cubicBezTo>
                  <a:pt x="244342" y="323331"/>
                  <a:pt x="244088" y="323586"/>
                  <a:pt x="243916" y="323895"/>
                </a:cubicBezTo>
                <a:cubicBezTo>
                  <a:pt x="268192" y="320507"/>
                  <a:pt x="291142" y="310734"/>
                  <a:pt x="310442" y="295565"/>
                </a:cubicBezTo>
                <a:cubicBezTo>
                  <a:pt x="315749" y="291353"/>
                  <a:pt x="320762" y="286781"/>
                  <a:pt x="325449" y="281883"/>
                </a:cubicBezTo>
                <a:cubicBezTo>
                  <a:pt x="326298" y="281079"/>
                  <a:pt x="327455" y="280694"/>
                  <a:pt x="328614" y="280831"/>
                </a:cubicBezTo>
                <a:cubicBezTo>
                  <a:pt x="337710" y="280831"/>
                  <a:pt x="346785" y="280704"/>
                  <a:pt x="355861" y="280831"/>
                </a:cubicBezTo>
                <a:cubicBezTo>
                  <a:pt x="357919" y="281003"/>
                  <a:pt x="359891" y="279961"/>
                  <a:pt x="360912" y="278158"/>
                </a:cubicBezTo>
                <a:cubicBezTo>
                  <a:pt x="371568" y="262456"/>
                  <a:pt x="379537" y="245076"/>
                  <a:pt x="384491" y="226737"/>
                </a:cubicBezTo>
                <a:cubicBezTo>
                  <a:pt x="387315" y="216183"/>
                  <a:pt x="389153" y="205387"/>
                  <a:pt x="389983" y="194491"/>
                </a:cubicBezTo>
                <a:cubicBezTo>
                  <a:pt x="390318" y="190281"/>
                  <a:pt x="390507" y="186071"/>
                  <a:pt x="390507" y="181862"/>
                </a:cubicBezTo>
                <a:cubicBezTo>
                  <a:pt x="390501" y="172251"/>
                  <a:pt x="389715" y="162655"/>
                  <a:pt x="388159" y="153173"/>
                </a:cubicBezTo>
                <a:cubicBezTo>
                  <a:pt x="385212" y="135768"/>
                  <a:pt x="379650" y="118913"/>
                  <a:pt x="371664" y="103183"/>
                </a:cubicBezTo>
                <a:cubicBezTo>
                  <a:pt x="365936" y="91914"/>
                  <a:pt x="358969" y="81324"/>
                  <a:pt x="350893" y="71611"/>
                </a:cubicBezTo>
                <a:cubicBezTo>
                  <a:pt x="343746" y="63084"/>
                  <a:pt x="335794" y="55274"/>
                  <a:pt x="327146" y="48289"/>
                </a:cubicBezTo>
                <a:cubicBezTo>
                  <a:pt x="326002" y="47268"/>
                  <a:pt x="324397" y="46953"/>
                  <a:pt x="322955" y="47469"/>
                </a:cubicBezTo>
                <a:close/>
                <a:moveTo>
                  <a:pt x="279044" y="15391"/>
                </a:moveTo>
                <a:cubicBezTo>
                  <a:pt x="280107" y="14960"/>
                  <a:pt x="281293" y="14960"/>
                  <a:pt x="282356" y="15391"/>
                </a:cubicBezTo>
                <a:cubicBezTo>
                  <a:pt x="284473" y="16296"/>
                  <a:pt x="286694" y="17075"/>
                  <a:pt x="288790" y="17896"/>
                </a:cubicBezTo>
                <a:cubicBezTo>
                  <a:pt x="288958" y="17959"/>
                  <a:pt x="289126" y="18085"/>
                  <a:pt x="289650" y="18380"/>
                </a:cubicBezTo>
                <a:cubicBezTo>
                  <a:pt x="281266" y="21200"/>
                  <a:pt x="273217" y="23852"/>
                  <a:pt x="265211" y="26947"/>
                </a:cubicBezTo>
                <a:cubicBezTo>
                  <a:pt x="257204" y="30041"/>
                  <a:pt x="249282" y="33282"/>
                  <a:pt x="241422" y="36755"/>
                </a:cubicBezTo>
                <a:cubicBezTo>
                  <a:pt x="233562" y="40228"/>
                  <a:pt x="225807" y="43911"/>
                  <a:pt x="218115" y="47742"/>
                </a:cubicBezTo>
                <a:cubicBezTo>
                  <a:pt x="210429" y="51601"/>
                  <a:pt x="202835" y="55635"/>
                  <a:pt x="195332" y="59845"/>
                </a:cubicBezTo>
                <a:cubicBezTo>
                  <a:pt x="187814" y="64069"/>
                  <a:pt x="180403" y="68454"/>
                  <a:pt x="173094" y="73000"/>
                </a:cubicBezTo>
                <a:cubicBezTo>
                  <a:pt x="165785" y="77547"/>
                  <a:pt x="158569" y="82254"/>
                  <a:pt x="151443" y="87124"/>
                </a:cubicBezTo>
                <a:cubicBezTo>
                  <a:pt x="144373" y="92007"/>
                  <a:pt x="137386" y="97044"/>
                  <a:pt x="130483" y="102236"/>
                </a:cubicBezTo>
                <a:cubicBezTo>
                  <a:pt x="123581" y="107428"/>
                  <a:pt x="116804" y="112781"/>
                  <a:pt x="110153" y="118296"/>
                </a:cubicBezTo>
                <a:cubicBezTo>
                  <a:pt x="103516" y="123796"/>
                  <a:pt x="96990" y="129466"/>
                  <a:pt x="90577" y="135303"/>
                </a:cubicBezTo>
                <a:cubicBezTo>
                  <a:pt x="84163" y="141140"/>
                  <a:pt x="77910" y="147132"/>
                  <a:pt x="71818" y="153278"/>
                </a:cubicBezTo>
                <a:cubicBezTo>
                  <a:pt x="65740" y="159424"/>
                  <a:pt x="59850" y="165739"/>
                  <a:pt x="53814" y="172474"/>
                </a:cubicBezTo>
                <a:cubicBezTo>
                  <a:pt x="53793" y="170496"/>
                  <a:pt x="53940" y="169043"/>
                  <a:pt x="53940" y="167612"/>
                </a:cubicBezTo>
                <a:cubicBezTo>
                  <a:pt x="53730" y="163739"/>
                  <a:pt x="55616" y="161129"/>
                  <a:pt x="58131" y="158456"/>
                </a:cubicBezTo>
                <a:cubicBezTo>
                  <a:pt x="80821" y="134501"/>
                  <a:pt x="105627" y="112661"/>
                  <a:pt x="132244" y="93206"/>
                </a:cubicBezTo>
                <a:cubicBezTo>
                  <a:pt x="156774" y="75183"/>
                  <a:pt x="182675" y="59123"/>
                  <a:pt x="209710" y="45174"/>
                </a:cubicBezTo>
                <a:cubicBezTo>
                  <a:pt x="232078" y="33585"/>
                  <a:pt x="255249" y="23631"/>
                  <a:pt x="279044" y="15391"/>
                </a:cubicBezTo>
                <a:close/>
                <a:moveTo>
                  <a:pt x="261648" y="9456"/>
                </a:moveTo>
                <a:cubicBezTo>
                  <a:pt x="264037" y="10193"/>
                  <a:pt x="266469" y="10698"/>
                  <a:pt x="268900" y="11287"/>
                </a:cubicBezTo>
                <a:cubicBezTo>
                  <a:pt x="269067" y="11351"/>
                  <a:pt x="269227" y="11429"/>
                  <a:pt x="269382" y="11519"/>
                </a:cubicBezTo>
                <a:cubicBezTo>
                  <a:pt x="269005" y="12087"/>
                  <a:pt x="268376" y="12108"/>
                  <a:pt x="267852" y="12298"/>
                </a:cubicBezTo>
                <a:cubicBezTo>
                  <a:pt x="242275" y="21696"/>
                  <a:pt x="217451" y="33038"/>
                  <a:pt x="193593" y="46227"/>
                </a:cubicBezTo>
                <a:cubicBezTo>
                  <a:pt x="177984" y="54843"/>
                  <a:pt x="162747" y="64161"/>
                  <a:pt x="147880" y="74180"/>
                </a:cubicBezTo>
                <a:cubicBezTo>
                  <a:pt x="131120" y="85503"/>
                  <a:pt x="114947" y="97678"/>
                  <a:pt x="99422" y="110656"/>
                </a:cubicBezTo>
                <a:cubicBezTo>
                  <a:pt x="90437" y="118219"/>
                  <a:pt x="81690" y="126057"/>
                  <a:pt x="73180" y="134167"/>
                </a:cubicBezTo>
                <a:cubicBezTo>
                  <a:pt x="67605" y="139471"/>
                  <a:pt x="62261" y="145007"/>
                  <a:pt x="56853" y="150479"/>
                </a:cubicBezTo>
                <a:cubicBezTo>
                  <a:pt x="56769" y="150732"/>
                  <a:pt x="56602" y="150985"/>
                  <a:pt x="56371" y="150985"/>
                </a:cubicBezTo>
                <a:cubicBezTo>
                  <a:pt x="56015" y="151027"/>
                  <a:pt x="56036" y="150690"/>
                  <a:pt x="56057" y="150458"/>
                </a:cubicBezTo>
                <a:cubicBezTo>
                  <a:pt x="56043" y="150016"/>
                  <a:pt x="56167" y="149583"/>
                  <a:pt x="56413" y="149217"/>
                </a:cubicBezTo>
                <a:cubicBezTo>
                  <a:pt x="56806" y="146377"/>
                  <a:pt x="57380" y="143563"/>
                  <a:pt x="58132" y="140797"/>
                </a:cubicBezTo>
                <a:cubicBezTo>
                  <a:pt x="58380" y="140120"/>
                  <a:pt x="58808" y="139524"/>
                  <a:pt x="59368" y="139071"/>
                </a:cubicBezTo>
                <a:cubicBezTo>
                  <a:pt x="66760" y="131690"/>
                  <a:pt x="74354" y="124491"/>
                  <a:pt x="82151" y="117476"/>
                </a:cubicBezTo>
                <a:cubicBezTo>
                  <a:pt x="101750" y="100000"/>
                  <a:pt x="122497" y="83868"/>
                  <a:pt x="144254" y="69191"/>
                </a:cubicBezTo>
                <a:cubicBezTo>
                  <a:pt x="163134" y="56408"/>
                  <a:pt x="182729" y="44722"/>
                  <a:pt x="202940" y="34188"/>
                </a:cubicBezTo>
                <a:cubicBezTo>
                  <a:pt x="220404" y="25119"/>
                  <a:pt x="238335" y="16989"/>
                  <a:pt x="256660" y="9835"/>
                </a:cubicBezTo>
                <a:cubicBezTo>
                  <a:pt x="258227" y="9124"/>
                  <a:pt x="259992" y="8990"/>
                  <a:pt x="261648" y="9456"/>
                </a:cubicBezTo>
                <a:close/>
                <a:moveTo>
                  <a:pt x="245404" y="6677"/>
                </a:moveTo>
                <a:cubicBezTo>
                  <a:pt x="245634" y="6614"/>
                  <a:pt x="246158" y="6256"/>
                  <a:pt x="246033" y="6825"/>
                </a:cubicBezTo>
                <a:cubicBezTo>
                  <a:pt x="245907" y="7393"/>
                  <a:pt x="245488" y="7393"/>
                  <a:pt x="245027" y="7393"/>
                </a:cubicBezTo>
                <a:cubicBezTo>
                  <a:pt x="236643" y="10887"/>
                  <a:pt x="228301" y="14528"/>
                  <a:pt x="220064" y="18401"/>
                </a:cubicBezTo>
                <a:cubicBezTo>
                  <a:pt x="203994" y="25993"/>
                  <a:pt x="188275" y="34293"/>
                  <a:pt x="172905" y="43301"/>
                </a:cubicBezTo>
                <a:cubicBezTo>
                  <a:pt x="147433" y="58287"/>
                  <a:pt x="123089" y="75129"/>
                  <a:pt x="100071" y="93691"/>
                </a:cubicBezTo>
                <a:cubicBezTo>
                  <a:pt x="88166" y="103268"/>
                  <a:pt x="76638" y="113308"/>
                  <a:pt x="65572" y="123916"/>
                </a:cubicBezTo>
                <a:lnTo>
                  <a:pt x="62407" y="126842"/>
                </a:lnTo>
                <a:cubicBezTo>
                  <a:pt x="62176" y="122148"/>
                  <a:pt x="74501" y="95754"/>
                  <a:pt x="82507" y="83546"/>
                </a:cubicBezTo>
                <a:cubicBezTo>
                  <a:pt x="91237" y="70196"/>
                  <a:pt x="101729" y="58095"/>
                  <a:pt x="113695" y="47574"/>
                </a:cubicBezTo>
                <a:cubicBezTo>
                  <a:pt x="125704" y="37085"/>
                  <a:pt x="139107" y="28323"/>
                  <a:pt x="153518" y="21538"/>
                </a:cubicBezTo>
                <a:cubicBezTo>
                  <a:pt x="167768" y="14781"/>
                  <a:pt x="182897" y="10076"/>
                  <a:pt x="198455" y="7561"/>
                </a:cubicBezTo>
                <a:cubicBezTo>
                  <a:pt x="213981" y="5016"/>
                  <a:pt x="229793" y="4718"/>
                  <a:pt x="245404" y="6677"/>
                </a:cubicBezTo>
                <a:close/>
                <a:moveTo>
                  <a:pt x="416266" y="131"/>
                </a:moveTo>
                <a:cubicBezTo>
                  <a:pt x="431122" y="1575"/>
                  <a:pt x="442595" y="13881"/>
                  <a:pt x="443052" y="28862"/>
                </a:cubicBezTo>
                <a:cubicBezTo>
                  <a:pt x="442977" y="30144"/>
                  <a:pt x="443767" y="31318"/>
                  <a:pt x="444980" y="31724"/>
                </a:cubicBezTo>
                <a:cubicBezTo>
                  <a:pt x="453519" y="35548"/>
                  <a:pt x="461323" y="40849"/>
                  <a:pt x="468036" y="47384"/>
                </a:cubicBezTo>
                <a:cubicBezTo>
                  <a:pt x="477738" y="56923"/>
                  <a:pt x="484430" y="69119"/>
                  <a:pt x="487277" y="82451"/>
                </a:cubicBezTo>
                <a:cubicBezTo>
                  <a:pt x="489207" y="91549"/>
                  <a:pt x="489767" y="100886"/>
                  <a:pt x="488932" y="110150"/>
                </a:cubicBezTo>
                <a:cubicBezTo>
                  <a:pt x="487807" y="123049"/>
                  <a:pt x="484952" y="135737"/>
                  <a:pt x="480444" y="147869"/>
                </a:cubicBezTo>
                <a:cubicBezTo>
                  <a:pt x="475168" y="162253"/>
                  <a:pt x="468476" y="176074"/>
                  <a:pt x="460470" y="189123"/>
                </a:cubicBezTo>
                <a:cubicBezTo>
                  <a:pt x="453762" y="200176"/>
                  <a:pt x="446414" y="210824"/>
                  <a:pt x="438462" y="221012"/>
                </a:cubicBezTo>
                <a:cubicBezTo>
                  <a:pt x="438190" y="221369"/>
                  <a:pt x="437854" y="221685"/>
                  <a:pt x="437561" y="222022"/>
                </a:cubicBezTo>
                <a:cubicBezTo>
                  <a:pt x="436599" y="223510"/>
                  <a:pt x="435519" y="224918"/>
                  <a:pt x="434333" y="226232"/>
                </a:cubicBezTo>
                <a:cubicBezTo>
                  <a:pt x="434023" y="226802"/>
                  <a:pt x="433635" y="227326"/>
                  <a:pt x="433180" y="227789"/>
                </a:cubicBezTo>
                <a:cubicBezTo>
                  <a:pt x="432837" y="228469"/>
                  <a:pt x="432323" y="229050"/>
                  <a:pt x="431692" y="229473"/>
                </a:cubicBezTo>
                <a:cubicBezTo>
                  <a:pt x="431650" y="230083"/>
                  <a:pt x="431315" y="230483"/>
                  <a:pt x="430539" y="230799"/>
                </a:cubicBezTo>
                <a:cubicBezTo>
                  <a:pt x="430770" y="230115"/>
                  <a:pt x="431158" y="229494"/>
                  <a:pt x="431671" y="228989"/>
                </a:cubicBezTo>
                <a:lnTo>
                  <a:pt x="432803" y="227389"/>
                </a:lnTo>
                <a:cubicBezTo>
                  <a:pt x="433067" y="226783"/>
                  <a:pt x="433453" y="226240"/>
                  <a:pt x="433935" y="225789"/>
                </a:cubicBezTo>
                <a:cubicBezTo>
                  <a:pt x="434851" y="224165"/>
                  <a:pt x="435897" y="222615"/>
                  <a:pt x="437058" y="221159"/>
                </a:cubicBezTo>
                <a:cubicBezTo>
                  <a:pt x="439929" y="216423"/>
                  <a:pt x="443136" y="211940"/>
                  <a:pt x="445945" y="207183"/>
                </a:cubicBezTo>
                <a:cubicBezTo>
                  <a:pt x="453589" y="194691"/>
                  <a:pt x="460524" y="181775"/>
                  <a:pt x="466715" y="168496"/>
                </a:cubicBezTo>
                <a:cubicBezTo>
                  <a:pt x="471721" y="157743"/>
                  <a:pt x="475462" y="146442"/>
                  <a:pt x="477866" y="134819"/>
                </a:cubicBezTo>
                <a:cubicBezTo>
                  <a:pt x="479557" y="126606"/>
                  <a:pt x="480261" y="118216"/>
                  <a:pt x="479962" y="109835"/>
                </a:cubicBezTo>
                <a:cubicBezTo>
                  <a:pt x="479685" y="98430"/>
                  <a:pt x="477082" y="87205"/>
                  <a:pt x="472312" y="76852"/>
                </a:cubicBezTo>
                <a:cubicBezTo>
                  <a:pt x="467095" y="66064"/>
                  <a:pt x="458969" y="56963"/>
                  <a:pt x="448858" y="50584"/>
                </a:cubicBezTo>
                <a:cubicBezTo>
                  <a:pt x="446272" y="48900"/>
                  <a:pt x="443593" y="47368"/>
                  <a:pt x="440831" y="45995"/>
                </a:cubicBezTo>
                <a:cubicBezTo>
                  <a:pt x="439384" y="45280"/>
                  <a:pt x="439384" y="45301"/>
                  <a:pt x="438462" y="46732"/>
                </a:cubicBezTo>
                <a:cubicBezTo>
                  <a:pt x="434377" y="53474"/>
                  <a:pt x="427664" y="58185"/>
                  <a:pt x="419955" y="59719"/>
                </a:cubicBezTo>
                <a:cubicBezTo>
                  <a:pt x="404254" y="63069"/>
                  <a:pt x="388759" y="53219"/>
                  <a:pt x="385057" y="37534"/>
                </a:cubicBezTo>
                <a:cubicBezTo>
                  <a:pt x="384659" y="36039"/>
                  <a:pt x="384659" y="36039"/>
                  <a:pt x="383087" y="36039"/>
                </a:cubicBezTo>
                <a:cubicBezTo>
                  <a:pt x="374729" y="36508"/>
                  <a:pt x="366408" y="37485"/>
                  <a:pt x="358166" y="38965"/>
                </a:cubicBezTo>
                <a:cubicBezTo>
                  <a:pt x="349971" y="40270"/>
                  <a:pt x="341839" y="41912"/>
                  <a:pt x="333707" y="43575"/>
                </a:cubicBezTo>
                <a:cubicBezTo>
                  <a:pt x="333378" y="43576"/>
                  <a:pt x="333074" y="43752"/>
                  <a:pt x="332910" y="44038"/>
                </a:cubicBezTo>
                <a:cubicBezTo>
                  <a:pt x="333015" y="44627"/>
                  <a:pt x="333665" y="44901"/>
                  <a:pt x="334105" y="45280"/>
                </a:cubicBezTo>
                <a:cubicBezTo>
                  <a:pt x="353098" y="61237"/>
                  <a:pt x="368476" y="81087"/>
                  <a:pt x="379210" y="103499"/>
                </a:cubicBezTo>
                <a:cubicBezTo>
                  <a:pt x="386818" y="119273"/>
                  <a:pt x="392085" y="136078"/>
                  <a:pt x="394845" y="153383"/>
                </a:cubicBezTo>
                <a:cubicBezTo>
                  <a:pt x="396864" y="165903"/>
                  <a:pt x="397509" y="178608"/>
                  <a:pt x="396774" y="191270"/>
                </a:cubicBezTo>
                <a:cubicBezTo>
                  <a:pt x="395223" y="221224"/>
                  <a:pt x="386128" y="250294"/>
                  <a:pt x="370344" y="275758"/>
                </a:cubicBezTo>
                <a:cubicBezTo>
                  <a:pt x="360587" y="291612"/>
                  <a:pt x="348334" y="305773"/>
                  <a:pt x="334063" y="317686"/>
                </a:cubicBezTo>
                <a:cubicBezTo>
                  <a:pt x="329242" y="321706"/>
                  <a:pt x="324233" y="325432"/>
                  <a:pt x="319098" y="328968"/>
                </a:cubicBezTo>
                <a:cubicBezTo>
                  <a:pt x="317337" y="330147"/>
                  <a:pt x="315325" y="330884"/>
                  <a:pt x="313670" y="332252"/>
                </a:cubicBezTo>
                <a:cubicBezTo>
                  <a:pt x="313552" y="332694"/>
                  <a:pt x="313265" y="333073"/>
                  <a:pt x="312873" y="333304"/>
                </a:cubicBezTo>
                <a:lnTo>
                  <a:pt x="307549" y="336630"/>
                </a:lnTo>
                <a:lnTo>
                  <a:pt x="304846" y="338166"/>
                </a:lnTo>
                <a:lnTo>
                  <a:pt x="301408" y="340145"/>
                </a:lnTo>
                <a:cubicBezTo>
                  <a:pt x="300323" y="340905"/>
                  <a:pt x="299172" y="341568"/>
                  <a:pt x="297971" y="342123"/>
                </a:cubicBezTo>
                <a:cubicBezTo>
                  <a:pt x="297321" y="342687"/>
                  <a:pt x="296567" y="343117"/>
                  <a:pt x="295749" y="343386"/>
                </a:cubicBezTo>
                <a:cubicBezTo>
                  <a:pt x="295676" y="343576"/>
                  <a:pt x="295489" y="343696"/>
                  <a:pt x="295288" y="343681"/>
                </a:cubicBezTo>
                <a:cubicBezTo>
                  <a:pt x="295141" y="343946"/>
                  <a:pt x="294856" y="344102"/>
                  <a:pt x="294554" y="344081"/>
                </a:cubicBezTo>
                <a:cubicBezTo>
                  <a:pt x="294399" y="344352"/>
                  <a:pt x="294112" y="344521"/>
                  <a:pt x="293800" y="344523"/>
                </a:cubicBezTo>
                <a:cubicBezTo>
                  <a:pt x="293655" y="344792"/>
                  <a:pt x="293370" y="344956"/>
                  <a:pt x="293066" y="344944"/>
                </a:cubicBezTo>
                <a:cubicBezTo>
                  <a:pt x="292995" y="345125"/>
                  <a:pt x="292819" y="345243"/>
                  <a:pt x="292626" y="345238"/>
                </a:cubicBezTo>
                <a:cubicBezTo>
                  <a:pt x="287994" y="348122"/>
                  <a:pt x="283174" y="350711"/>
                  <a:pt x="278395" y="353300"/>
                </a:cubicBezTo>
                <a:cubicBezTo>
                  <a:pt x="256599" y="365194"/>
                  <a:pt x="233948" y="375438"/>
                  <a:pt x="210633" y="383946"/>
                </a:cubicBezTo>
                <a:cubicBezTo>
                  <a:pt x="192968" y="390402"/>
                  <a:pt x="174859" y="395565"/>
                  <a:pt x="156453" y="399396"/>
                </a:cubicBezTo>
                <a:cubicBezTo>
                  <a:pt x="147817" y="401220"/>
                  <a:pt x="139119" y="402622"/>
                  <a:pt x="130358" y="403605"/>
                </a:cubicBezTo>
                <a:cubicBezTo>
                  <a:pt x="118577" y="404992"/>
                  <a:pt x="106705" y="405449"/>
                  <a:pt x="94853" y="404973"/>
                </a:cubicBezTo>
                <a:cubicBezTo>
                  <a:pt x="80530" y="404529"/>
                  <a:pt x="66356" y="401917"/>
                  <a:pt x="52808" y="397228"/>
                </a:cubicBezTo>
                <a:cubicBezTo>
                  <a:pt x="41327" y="393306"/>
                  <a:pt x="30799" y="386994"/>
                  <a:pt x="21914" y="378705"/>
                </a:cubicBezTo>
                <a:cubicBezTo>
                  <a:pt x="11426" y="368621"/>
                  <a:pt x="4352" y="355489"/>
                  <a:pt x="1688" y="341155"/>
                </a:cubicBezTo>
                <a:cubicBezTo>
                  <a:pt x="-172" y="331366"/>
                  <a:pt x="-498" y="321347"/>
                  <a:pt x="724" y="311456"/>
                </a:cubicBezTo>
                <a:cubicBezTo>
                  <a:pt x="2699" y="295445"/>
                  <a:pt x="7095" y="279829"/>
                  <a:pt x="13761" y="265150"/>
                </a:cubicBezTo>
                <a:cubicBezTo>
                  <a:pt x="21442" y="247897"/>
                  <a:pt x="30904" y="231502"/>
                  <a:pt x="41993" y="216234"/>
                </a:cubicBezTo>
                <a:cubicBezTo>
                  <a:pt x="55802" y="197029"/>
                  <a:pt x="71229" y="179050"/>
                  <a:pt x="88104" y="162497"/>
                </a:cubicBezTo>
                <a:cubicBezTo>
                  <a:pt x="113892" y="137157"/>
                  <a:pt x="142171" y="114505"/>
                  <a:pt x="172508" y="94890"/>
                </a:cubicBezTo>
                <a:cubicBezTo>
                  <a:pt x="195316" y="79990"/>
                  <a:pt x="219207" y="66833"/>
                  <a:pt x="243979" y="55530"/>
                </a:cubicBezTo>
                <a:cubicBezTo>
                  <a:pt x="267374" y="44765"/>
                  <a:pt x="291670" y="36095"/>
                  <a:pt x="316583" y="29620"/>
                </a:cubicBezTo>
                <a:cubicBezTo>
                  <a:pt x="330194" y="26085"/>
                  <a:pt x="344033" y="23497"/>
                  <a:pt x="357999" y="21874"/>
                </a:cubicBezTo>
                <a:cubicBezTo>
                  <a:pt x="366053" y="20902"/>
                  <a:pt x="374156" y="20382"/>
                  <a:pt x="382270" y="20316"/>
                </a:cubicBezTo>
                <a:cubicBezTo>
                  <a:pt x="382521" y="20316"/>
                  <a:pt x="382773" y="20316"/>
                  <a:pt x="383024" y="20316"/>
                </a:cubicBezTo>
                <a:cubicBezTo>
                  <a:pt x="385015" y="20443"/>
                  <a:pt x="386043" y="19622"/>
                  <a:pt x="386923" y="17622"/>
                </a:cubicBezTo>
                <a:cubicBezTo>
                  <a:pt x="391878" y="6006"/>
                  <a:pt x="403739" y="-1064"/>
                  <a:pt x="416266" y="131"/>
                </a:cubicBezTo>
                <a:close/>
              </a:path>
            </a:pathLst>
          </a:custGeom>
          <a:solidFill>
            <a:srgbClr val="376DB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92963" y="6542941"/>
            <a:ext cx="280476" cy="28047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grpSp>
        <p:nvGrpSpPr>
          <p:cNvPr id="182" name="Google Shape;182;p24"/>
          <p:cNvGrpSpPr/>
          <p:nvPr/>
        </p:nvGrpSpPr>
        <p:grpSpPr>
          <a:xfrm rot="10800000">
            <a:off x="9265363" y="5246044"/>
            <a:ext cx="2869771" cy="1563379"/>
            <a:chOff x="44879" y="27296"/>
            <a:chExt cx="2869771" cy="1563379"/>
          </a:xfrm>
        </p:grpSpPr>
        <p:cxnSp>
          <p:nvCxnSpPr>
            <p:cNvPr id="183" name="Google Shape;183;p24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84" name="Google Shape;184;p24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85" name="Google Shape;185;p24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186" name="Google Shape;186;p24"/>
          <p:cNvSpPr txBox="1"/>
          <p:nvPr>
            <p:ph idx="2" type="body"/>
          </p:nvPr>
        </p:nvSpPr>
        <p:spPr>
          <a:xfrm>
            <a:off x="5085934" y="202009"/>
            <a:ext cx="6267866" cy="59696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rang trống" type="blank">
  <p:cSld name="Blank">
    <p:spTree>
      <p:nvGrpSpPr>
        <p:cNvPr id="187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p25"/>
          <p:cNvSpPr txBox="1"/>
          <p:nvPr>
            <p:ph idx="11" type="ftr"/>
          </p:nvPr>
        </p:nvSpPr>
        <p:spPr>
          <a:xfrm>
            <a:off x="3684104" y="6481647"/>
            <a:ext cx="4823792" cy="23982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9" name="Google Shape;189;p25"/>
          <p:cNvSpPr/>
          <p:nvPr/>
        </p:nvSpPr>
        <p:spPr>
          <a:xfrm rot="10800000">
            <a:off x="-2" y="0"/>
            <a:ext cx="12192000" cy="6858000"/>
          </a:xfrm>
          <a:custGeom>
            <a:rect b="b" l="l" r="r" t="t"/>
            <a:pathLst>
              <a:path extrusionOk="0" h="6858000" w="12192000">
                <a:moveTo>
                  <a:pt x="0" y="616911"/>
                </a:moveTo>
                <a:lnTo>
                  <a:pt x="0" y="0"/>
                </a:lnTo>
                <a:lnTo>
                  <a:pt x="715617" y="0"/>
                </a:lnTo>
                <a:close/>
                <a:moveTo>
                  <a:pt x="12192000" y="6858000"/>
                </a:moveTo>
                <a:lnTo>
                  <a:pt x="11476383" y="6858000"/>
                </a:lnTo>
                <a:lnTo>
                  <a:pt x="12192000" y="6241089"/>
                </a:lnTo>
                <a:close/>
              </a:path>
            </a:pathLst>
          </a:custGeom>
          <a:blipFill rotWithShape="1">
            <a:blip r:embed="rId2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0" name="Google Shape;190;p25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191" name="Google Shape;191;p25"/>
          <p:cNvGrpSpPr/>
          <p:nvPr/>
        </p:nvGrpSpPr>
        <p:grpSpPr>
          <a:xfrm>
            <a:off x="58527" y="40944"/>
            <a:ext cx="2869771" cy="1563379"/>
            <a:chOff x="44879" y="27296"/>
            <a:chExt cx="2869771" cy="1563379"/>
          </a:xfrm>
        </p:grpSpPr>
        <p:cxnSp>
          <p:nvCxnSpPr>
            <p:cNvPr id="192" name="Google Shape;192;p25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93" name="Google Shape;193;p25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94" name="Google Shape;194;p25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195" name="Google Shape;195;p25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196" name="Google Shape;196;p25"/>
          <p:cNvGrpSpPr/>
          <p:nvPr/>
        </p:nvGrpSpPr>
        <p:grpSpPr>
          <a:xfrm rot="10800000">
            <a:off x="9263702" y="5253677"/>
            <a:ext cx="2869771" cy="1563379"/>
            <a:chOff x="44879" y="27296"/>
            <a:chExt cx="2869771" cy="1563379"/>
          </a:xfrm>
        </p:grpSpPr>
        <p:cxnSp>
          <p:nvCxnSpPr>
            <p:cNvPr id="197" name="Google Shape;197;p25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198" name="Google Shape;198;p25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199" name="Google Shape;199;p25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</p:grpSp>
      <p:sp>
        <p:nvSpPr>
          <p:cNvPr id="200" name="Google Shape;200;p25"/>
          <p:cNvSpPr/>
          <p:nvPr/>
        </p:nvSpPr>
        <p:spPr>
          <a:xfrm>
            <a:off x="11926541" y="6589084"/>
            <a:ext cx="233916" cy="23391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1" name="Google Shape;201;p25"/>
          <p:cNvSpPr/>
          <p:nvPr/>
        </p:nvSpPr>
        <p:spPr>
          <a:xfrm>
            <a:off x="16026" y="4629289"/>
            <a:ext cx="434350" cy="346950"/>
          </a:xfrm>
          <a:prstGeom prst="rect">
            <a:avLst/>
          </a:prstGeom>
          <a:gradFill>
            <a:gsLst>
              <a:gs pos="0">
                <a:srgbClr val="0072FF"/>
              </a:gs>
              <a:gs pos="100000">
                <a:srgbClr val="00C6FF"/>
              </a:gs>
            </a:gsLst>
            <a:lin ang="2700000" scaled="0"/>
          </a:gradFill>
          <a:ln cap="flat" cmpd="sng" w="12700">
            <a:solidFill>
              <a:srgbClr val="0072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2" name="Google Shape;202;p25"/>
          <p:cNvSpPr/>
          <p:nvPr/>
        </p:nvSpPr>
        <p:spPr>
          <a:xfrm>
            <a:off x="16026" y="5005641"/>
            <a:ext cx="434350" cy="346950"/>
          </a:xfrm>
          <a:prstGeom prst="rect">
            <a:avLst/>
          </a:prstGeom>
          <a:gradFill>
            <a:gsLst>
              <a:gs pos="0">
                <a:srgbClr val="0072FF"/>
              </a:gs>
              <a:gs pos="100000">
                <a:srgbClr val="00C6FF"/>
              </a:gs>
            </a:gsLst>
            <a:lin ang="2700000" scaled="0"/>
          </a:gradFill>
          <a:ln cap="flat" cmpd="sng" w="12700">
            <a:solidFill>
              <a:srgbClr val="0072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3" name="Google Shape;203;p25"/>
          <p:cNvSpPr/>
          <p:nvPr/>
        </p:nvSpPr>
        <p:spPr>
          <a:xfrm>
            <a:off x="16026" y="5381993"/>
            <a:ext cx="434350" cy="346950"/>
          </a:xfrm>
          <a:prstGeom prst="rect">
            <a:avLst/>
          </a:prstGeom>
          <a:gradFill>
            <a:gsLst>
              <a:gs pos="0">
                <a:srgbClr val="0072FF"/>
              </a:gs>
              <a:gs pos="100000">
                <a:srgbClr val="00C6FF"/>
              </a:gs>
            </a:gsLst>
            <a:lin ang="2700000" scaled="0"/>
          </a:gradFill>
          <a:ln cap="flat" cmpd="sng" w="12700">
            <a:solidFill>
              <a:srgbClr val="0072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4" name="Google Shape;204;p25"/>
          <p:cNvSpPr/>
          <p:nvPr/>
        </p:nvSpPr>
        <p:spPr>
          <a:xfrm>
            <a:off x="16026" y="5758345"/>
            <a:ext cx="434350" cy="346950"/>
          </a:xfrm>
          <a:prstGeom prst="rect">
            <a:avLst/>
          </a:prstGeom>
          <a:noFill/>
          <a:ln cap="flat" cmpd="sng" w="12700">
            <a:solidFill>
              <a:srgbClr val="0072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5" name="Google Shape;205;p25"/>
          <p:cNvSpPr/>
          <p:nvPr/>
        </p:nvSpPr>
        <p:spPr>
          <a:xfrm>
            <a:off x="16026" y="6134697"/>
            <a:ext cx="434350" cy="346950"/>
          </a:xfrm>
          <a:prstGeom prst="rect">
            <a:avLst/>
          </a:prstGeom>
          <a:noFill/>
          <a:ln cap="flat" cmpd="sng" w="12700">
            <a:solidFill>
              <a:srgbClr val="0072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6" name="Google Shape;206;p25"/>
          <p:cNvSpPr/>
          <p:nvPr/>
        </p:nvSpPr>
        <p:spPr>
          <a:xfrm>
            <a:off x="16026" y="6511050"/>
            <a:ext cx="434350" cy="346950"/>
          </a:xfrm>
          <a:prstGeom prst="rect">
            <a:avLst/>
          </a:prstGeom>
          <a:noFill/>
          <a:ln cap="flat" cmpd="sng" w="12700">
            <a:solidFill>
              <a:srgbClr val="0072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A picture containing clipart, vector graphics&#10;&#10;Description automatically generated" id="207" name="Google Shape;207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2638" y="362637"/>
            <a:ext cx="544288" cy="450213"/>
          </a:xfrm>
          <a:prstGeom prst="rect">
            <a:avLst/>
          </a:prstGeom>
          <a:noFill/>
          <a:ln>
            <a:noFill/>
          </a:ln>
        </p:spPr>
      </p:pic>
      <p:sp>
        <p:nvSpPr>
          <p:cNvPr id="208" name="Google Shape;208;p25"/>
          <p:cNvSpPr txBox="1"/>
          <p:nvPr>
            <p:ph idx="12" type="sldNum"/>
          </p:nvPr>
        </p:nvSpPr>
        <p:spPr>
          <a:xfrm>
            <a:off x="11897699" y="6560242"/>
            <a:ext cx="291600" cy="291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209" name="Google Shape;209;p25"/>
          <p:cNvSpPr txBox="1"/>
          <p:nvPr>
            <p:ph idx="10" type="dt"/>
          </p:nvPr>
        </p:nvSpPr>
        <p:spPr>
          <a:xfrm>
            <a:off x="838200" y="6481647"/>
            <a:ext cx="2148299" cy="23982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3_Tiêu đề chương">
  <p:cSld name="3_Tiêu đề chương"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Background pattern&#10;&#10;Description automatically generated" id="211" name="Google Shape;211;p26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-1" y="-1"/>
            <a:ext cx="12192001" cy="6854889"/>
          </a:xfrm>
          <a:prstGeom prst="rect">
            <a:avLst/>
          </a:prstGeom>
          <a:noFill/>
          <a:ln>
            <a:noFill/>
          </a:ln>
        </p:spPr>
      </p:pic>
      <p:sp>
        <p:nvSpPr>
          <p:cNvPr id="212" name="Google Shape;212;p26"/>
          <p:cNvSpPr/>
          <p:nvPr/>
        </p:nvSpPr>
        <p:spPr>
          <a:xfrm>
            <a:off x="-1" y="-3113"/>
            <a:ext cx="12192000" cy="6858000"/>
          </a:xfrm>
          <a:prstGeom prst="rect">
            <a:avLst/>
          </a:prstGeom>
          <a:gradFill>
            <a:gsLst>
              <a:gs pos="0">
                <a:srgbClr val="0A4671">
                  <a:alpha val="74901"/>
                </a:srgbClr>
              </a:gs>
              <a:gs pos="100000">
                <a:srgbClr val="0A4671"/>
              </a:gs>
            </a:gsLst>
            <a:path path="circle">
              <a:fillToRect b="50%" l="50%" r="50%" t="50%"/>
            </a:path>
            <a:tileRect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3" name="Google Shape;213;p26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F7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214" name="Google Shape;214;p26"/>
          <p:cNvGrpSpPr/>
          <p:nvPr/>
        </p:nvGrpSpPr>
        <p:grpSpPr>
          <a:xfrm>
            <a:off x="58527" y="40944"/>
            <a:ext cx="2869771" cy="1563379"/>
            <a:chOff x="44879" y="27296"/>
            <a:chExt cx="2869771" cy="1563379"/>
          </a:xfrm>
        </p:grpSpPr>
        <p:cxnSp>
          <p:nvCxnSpPr>
            <p:cNvPr id="215" name="Google Shape;215;p26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F7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216" name="Google Shape;216;p26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F7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217" name="Google Shape;217;p26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F7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218" name="Google Shape;218;p26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F7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219" name="Google Shape;219;p26"/>
          <p:cNvGrpSpPr/>
          <p:nvPr/>
        </p:nvGrpSpPr>
        <p:grpSpPr>
          <a:xfrm rot="10800000">
            <a:off x="9263702" y="5253677"/>
            <a:ext cx="2869771" cy="1563379"/>
            <a:chOff x="44879" y="27296"/>
            <a:chExt cx="2869771" cy="1563379"/>
          </a:xfrm>
        </p:grpSpPr>
        <p:cxnSp>
          <p:nvCxnSpPr>
            <p:cNvPr id="220" name="Google Shape;220;p26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221" name="Google Shape;221;p26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222" name="Google Shape;222;p26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</p:grpSp>
      <p:sp>
        <p:nvSpPr>
          <p:cNvPr id="223" name="Google Shape;223;p26"/>
          <p:cNvSpPr/>
          <p:nvPr/>
        </p:nvSpPr>
        <p:spPr>
          <a:xfrm>
            <a:off x="11589537" y="105878"/>
            <a:ext cx="489307" cy="405155"/>
          </a:xfrm>
          <a:custGeom>
            <a:rect b="b" l="l" r="r" t="t"/>
            <a:pathLst>
              <a:path extrusionOk="0" h="405155" w="489307">
                <a:moveTo>
                  <a:pt x="278290" y="349616"/>
                </a:moveTo>
                <a:lnTo>
                  <a:pt x="277683" y="349811"/>
                </a:lnTo>
                <a:lnTo>
                  <a:pt x="277976" y="349743"/>
                </a:lnTo>
                <a:close/>
                <a:moveTo>
                  <a:pt x="173116" y="214928"/>
                </a:moveTo>
                <a:cubicBezTo>
                  <a:pt x="186639" y="218079"/>
                  <a:pt x="199843" y="222476"/>
                  <a:pt x="212561" y="228062"/>
                </a:cubicBezTo>
                <a:cubicBezTo>
                  <a:pt x="213178" y="228246"/>
                  <a:pt x="213754" y="228547"/>
                  <a:pt x="214259" y="228947"/>
                </a:cubicBezTo>
                <a:cubicBezTo>
                  <a:pt x="214217" y="229557"/>
                  <a:pt x="213672" y="229599"/>
                  <a:pt x="213316" y="229788"/>
                </a:cubicBezTo>
                <a:cubicBezTo>
                  <a:pt x="202362" y="236025"/>
                  <a:pt x="191918" y="243127"/>
                  <a:pt x="182086" y="251026"/>
                </a:cubicBezTo>
                <a:cubicBezTo>
                  <a:pt x="181512" y="251550"/>
                  <a:pt x="180766" y="251843"/>
                  <a:pt x="179990" y="251847"/>
                </a:cubicBezTo>
                <a:lnTo>
                  <a:pt x="156055" y="251847"/>
                </a:lnTo>
                <a:cubicBezTo>
                  <a:pt x="155735" y="251891"/>
                  <a:pt x="155409" y="251824"/>
                  <a:pt x="155132" y="251658"/>
                </a:cubicBezTo>
                <a:cubicBezTo>
                  <a:pt x="155074" y="251207"/>
                  <a:pt x="155162" y="250748"/>
                  <a:pt x="155384" y="250353"/>
                </a:cubicBezTo>
                <a:cubicBezTo>
                  <a:pt x="159232" y="238513"/>
                  <a:pt x="164239" y="227084"/>
                  <a:pt x="170328" y="216233"/>
                </a:cubicBezTo>
                <a:cubicBezTo>
                  <a:pt x="171292" y="214507"/>
                  <a:pt x="171313" y="214507"/>
                  <a:pt x="173116" y="214928"/>
                </a:cubicBezTo>
                <a:close/>
                <a:moveTo>
                  <a:pt x="277908" y="214851"/>
                </a:moveTo>
                <a:cubicBezTo>
                  <a:pt x="278730" y="214533"/>
                  <a:pt x="279652" y="214946"/>
                  <a:pt x="279966" y="215771"/>
                </a:cubicBezTo>
                <a:cubicBezTo>
                  <a:pt x="286223" y="226906"/>
                  <a:pt x="291362" y="238640"/>
                  <a:pt x="295308" y="250795"/>
                </a:cubicBezTo>
                <a:cubicBezTo>
                  <a:pt x="295455" y="251088"/>
                  <a:pt x="295499" y="251423"/>
                  <a:pt x="295434" y="251743"/>
                </a:cubicBezTo>
                <a:cubicBezTo>
                  <a:pt x="294948" y="251907"/>
                  <a:pt x="294432" y="251957"/>
                  <a:pt x="293925" y="251890"/>
                </a:cubicBezTo>
                <a:cubicBezTo>
                  <a:pt x="286191" y="251890"/>
                  <a:pt x="278520" y="251890"/>
                  <a:pt x="270870" y="251890"/>
                </a:cubicBezTo>
                <a:cubicBezTo>
                  <a:pt x="269914" y="251905"/>
                  <a:pt x="268985" y="251576"/>
                  <a:pt x="268250" y="250964"/>
                </a:cubicBezTo>
                <a:cubicBezTo>
                  <a:pt x="258573" y="243178"/>
                  <a:pt x="248290" y="236182"/>
                  <a:pt x="237502" y="230042"/>
                </a:cubicBezTo>
                <a:cubicBezTo>
                  <a:pt x="237020" y="229859"/>
                  <a:pt x="236588" y="229564"/>
                  <a:pt x="236245" y="229179"/>
                </a:cubicBezTo>
                <a:cubicBezTo>
                  <a:pt x="236350" y="228589"/>
                  <a:pt x="236874" y="228547"/>
                  <a:pt x="237251" y="228400"/>
                </a:cubicBezTo>
                <a:cubicBezTo>
                  <a:pt x="250332" y="222603"/>
                  <a:pt x="263932" y="218072"/>
                  <a:pt x="277870" y="214866"/>
                </a:cubicBezTo>
                <a:cubicBezTo>
                  <a:pt x="277883" y="214862"/>
                  <a:pt x="277895" y="214856"/>
                  <a:pt x="277908" y="214851"/>
                </a:cubicBezTo>
                <a:close/>
                <a:moveTo>
                  <a:pt x="151422" y="211056"/>
                </a:moveTo>
                <a:cubicBezTo>
                  <a:pt x="154692" y="211561"/>
                  <a:pt x="157982" y="212024"/>
                  <a:pt x="161566" y="212550"/>
                </a:cubicBezTo>
                <a:cubicBezTo>
                  <a:pt x="159177" y="217160"/>
                  <a:pt x="156830" y="221622"/>
                  <a:pt x="154797" y="226084"/>
                </a:cubicBezTo>
                <a:cubicBezTo>
                  <a:pt x="152764" y="230546"/>
                  <a:pt x="150982" y="235114"/>
                  <a:pt x="148886" y="239639"/>
                </a:cubicBezTo>
                <a:cubicBezTo>
                  <a:pt x="148760" y="238250"/>
                  <a:pt x="148530" y="236840"/>
                  <a:pt x="148530" y="235429"/>
                </a:cubicBezTo>
                <a:cubicBezTo>
                  <a:pt x="148302" y="227778"/>
                  <a:pt x="148673" y="220121"/>
                  <a:pt x="149641" y="212529"/>
                </a:cubicBezTo>
                <a:cubicBezTo>
                  <a:pt x="149850" y="210908"/>
                  <a:pt x="149913" y="210845"/>
                  <a:pt x="151422" y="211056"/>
                </a:cubicBezTo>
                <a:close/>
                <a:moveTo>
                  <a:pt x="299584" y="210929"/>
                </a:moveTo>
                <a:cubicBezTo>
                  <a:pt x="300465" y="210803"/>
                  <a:pt x="300800" y="211224"/>
                  <a:pt x="300800" y="212003"/>
                </a:cubicBezTo>
                <a:cubicBezTo>
                  <a:pt x="301093" y="214655"/>
                  <a:pt x="301492" y="217328"/>
                  <a:pt x="301680" y="219980"/>
                </a:cubicBezTo>
                <a:cubicBezTo>
                  <a:pt x="302219" y="226164"/>
                  <a:pt x="302227" y="232382"/>
                  <a:pt x="301701" y="238566"/>
                </a:cubicBezTo>
                <a:cubicBezTo>
                  <a:pt x="301825" y="238991"/>
                  <a:pt x="301825" y="239445"/>
                  <a:pt x="301701" y="239871"/>
                </a:cubicBezTo>
                <a:cubicBezTo>
                  <a:pt x="301093" y="239765"/>
                  <a:pt x="301093" y="239344"/>
                  <a:pt x="301093" y="238923"/>
                </a:cubicBezTo>
                <a:cubicBezTo>
                  <a:pt x="297648" y="229900"/>
                  <a:pt x="293609" y="221117"/>
                  <a:pt x="289000" y="212634"/>
                </a:cubicBezTo>
                <a:cubicBezTo>
                  <a:pt x="292647" y="211813"/>
                  <a:pt x="296126" y="211455"/>
                  <a:pt x="299584" y="210929"/>
                </a:cubicBezTo>
                <a:close/>
                <a:moveTo>
                  <a:pt x="112605" y="209436"/>
                </a:moveTo>
                <a:cubicBezTo>
                  <a:pt x="121492" y="209225"/>
                  <a:pt x="130358" y="209162"/>
                  <a:pt x="139224" y="209814"/>
                </a:cubicBezTo>
                <a:cubicBezTo>
                  <a:pt x="140397" y="209899"/>
                  <a:pt x="140544" y="209920"/>
                  <a:pt x="140397" y="211204"/>
                </a:cubicBezTo>
                <a:cubicBezTo>
                  <a:pt x="140041" y="214445"/>
                  <a:pt x="139685" y="217707"/>
                  <a:pt x="139475" y="220970"/>
                </a:cubicBezTo>
                <a:cubicBezTo>
                  <a:pt x="139059" y="227242"/>
                  <a:pt x="139052" y="233536"/>
                  <a:pt x="139454" y="239808"/>
                </a:cubicBezTo>
                <a:cubicBezTo>
                  <a:pt x="139706" y="243786"/>
                  <a:pt x="140167" y="247722"/>
                  <a:pt x="140670" y="251616"/>
                </a:cubicBezTo>
                <a:cubicBezTo>
                  <a:pt x="140179" y="251869"/>
                  <a:pt x="139621" y="251957"/>
                  <a:pt x="139077" y="251869"/>
                </a:cubicBezTo>
                <a:cubicBezTo>
                  <a:pt x="131615" y="251869"/>
                  <a:pt x="124133" y="251869"/>
                  <a:pt x="116671" y="251869"/>
                </a:cubicBezTo>
                <a:cubicBezTo>
                  <a:pt x="115649" y="251976"/>
                  <a:pt x="114660" y="251463"/>
                  <a:pt x="114156" y="250564"/>
                </a:cubicBezTo>
                <a:cubicBezTo>
                  <a:pt x="106186" y="238977"/>
                  <a:pt x="104682" y="224098"/>
                  <a:pt x="110174" y="211140"/>
                </a:cubicBezTo>
                <a:cubicBezTo>
                  <a:pt x="110472" y="210061"/>
                  <a:pt x="111492" y="209345"/>
                  <a:pt x="112605" y="209436"/>
                </a:cubicBezTo>
                <a:close/>
                <a:moveTo>
                  <a:pt x="337584" y="209372"/>
                </a:moveTo>
                <a:cubicBezTo>
                  <a:pt x="338953" y="209237"/>
                  <a:pt x="340213" y="210134"/>
                  <a:pt x="340539" y="211477"/>
                </a:cubicBezTo>
                <a:cubicBezTo>
                  <a:pt x="345851" y="224367"/>
                  <a:pt x="344272" y="239083"/>
                  <a:pt x="336348" y="250542"/>
                </a:cubicBezTo>
                <a:cubicBezTo>
                  <a:pt x="335962" y="251350"/>
                  <a:pt x="335145" y="251860"/>
                  <a:pt x="334252" y="251847"/>
                </a:cubicBezTo>
                <a:cubicBezTo>
                  <a:pt x="326518" y="251847"/>
                  <a:pt x="318805" y="251847"/>
                  <a:pt x="311070" y="251847"/>
                </a:cubicBezTo>
                <a:cubicBezTo>
                  <a:pt x="310666" y="251921"/>
                  <a:pt x="310247" y="251822"/>
                  <a:pt x="309918" y="251574"/>
                </a:cubicBezTo>
                <a:cubicBezTo>
                  <a:pt x="310190" y="249090"/>
                  <a:pt x="310463" y="246564"/>
                  <a:pt x="310735" y="244038"/>
                </a:cubicBezTo>
                <a:cubicBezTo>
                  <a:pt x="311452" y="236806"/>
                  <a:pt x="311592" y="229528"/>
                  <a:pt x="311154" y="222274"/>
                </a:cubicBezTo>
                <a:cubicBezTo>
                  <a:pt x="310945" y="218612"/>
                  <a:pt x="310567" y="214992"/>
                  <a:pt x="310169" y="211350"/>
                </a:cubicBezTo>
                <a:cubicBezTo>
                  <a:pt x="310023" y="209919"/>
                  <a:pt x="310043" y="209814"/>
                  <a:pt x="311343" y="209814"/>
                </a:cubicBezTo>
                <a:cubicBezTo>
                  <a:pt x="320083" y="209161"/>
                  <a:pt x="328823" y="209245"/>
                  <a:pt x="337584" y="209372"/>
                </a:cubicBezTo>
                <a:close/>
                <a:moveTo>
                  <a:pt x="223837" y="156099"/>
                </a:moveTo>
                <a:cubicBezTo>
                  <a:pt x="225577" y="154857"/>
                  <a:pt x="225137" y="154920"/>
                  <a:pt x="226772" y="156099"/>
                </a:cubicBezTo>
                <a:cubicBezTo>
                  <a:pt x="245080" y="169370"/>
                  <a:pt x="260831" y="185874"/>
                  <a:pt x="273260" y="204805"/>
                </a:cubicBezTo>
                <a:lnTo>
                  <a:pt x="273909" y="205920"/>
                </a:lnTo>
                <a:lnTo>
                  <a:pt x="270220" y="206888"/>
                </a:lnTo>
                <a:cubicBezTo>
                  <a:pt x="255205" y="210723"/>
                  <a:pt x="240613" y="216070"/>
                  <a:pt x="226667" y="222843"/>
                </a:cubicBezTo>
                <a:cubicBezTo>
                  <a:pt x="225843" y="223317"/>
                  <a:pt x="224829" y="223317"/>
                  <a:pt x="224005" y="222843"/>
                </a:cubicBezTo>
                <a:cubicBezTo>
                  <a:pt x="209195" y="215638"/>
                  <a:pt x="193660" y="210050"/>
                  <a:pt x="177664" y="206173"/>
                </a:cubicBezTo>
                <a:cubicBezTo>
                  <a:pt x="177441" y="206099"/>
                  <a:pt x="177223" y="206006"/>
                  <a:pt x="177014" y="205899"/>
                </a:cubicBezTo>
                <a:cubicBezTo>
                  <a:pt x="176783" y="205289"/>
                  <a:pt x="177202" y="204994"/>
                  <a:pt x="177433" y="204636"/>
                </a:cubicBezTo>
                <a:cubicBezTo>
                  <a:pt x="189845" y="185766"/>
                  <a:pt x="205569" y="169321"/>
                  <a:pt x="223837" y="156099"/>
                </a:cubicBezTo>
                <a:close/>
                <a:moveTo>
                  <a:pt x="190281" y="135577"/>
                </a:moveTo>
                <a:cubicBezTo>
                  <a:pt x="198967" y="139281"/>
                  <a:pt x="207373" y="143615"/>
                  <a:pt x="215432" y="148542"/>
                </a:cubicBezTo>
                <a:cubicBezTo>
                  <a:pt x="215810" y="148774"/>
                  <a:pt x="216166" y="149048"/>
                  <a:pt x="216732" y="149426"/>
                </a:cubicBezTo>
                <a:cubicBezTo>
                  <a:pt x="214196" y="151426"/>
                  <a:pt x="211806" y="153278"/>
                  <a:pt x="209459" y="155194"/>
                </a:cubicBezTo>
                <a:cubicBezTo>
                  <a:pt x="193209" y="168404"/>
                  <a:pt x="179212" y="184185"/>
                  <a:pt x="168022" y="201921"/>
                </a:cubicBezTo>
                <a:cubicBezTo>
                  <a:pt x="167418" y="203270"/>
                  <a:pt x="165893" y="203935"/>
                  <a:pt x="164501" y="203457"/>
                </a:cubicBezTo>
                <a:cubicBezTo>
                  <a:pt x="160875" y="202721"/>
                  <a:pt x="157186" y="202215"/>
                  <a:pt x="153539" y="201626"/>
                </a:cubicBezTo>
                <a:cubicBezTo>
                  <a:pt x="151653" y="201331"/>
                  <a:pt x="151653" y="201331"/>
                  <a:pt x="152051" y="199521"/>
                </a:cubicBezTo>
                <a:cubicBezTo>
                  <a:pt x="153707" y="192399"/>
                  <a:pt x="155957" y="185427"/>
                  <a:pt x="158779" y="178683"/>
                </a:cubicBezTo>
                <a:cubicBezTo>
                  <a:pt x="165364" y="162853"/>
                  <a:pt x="174937" y="148450"/>
                  <a:pt x="186969" y="136271"/>
                </a:cubicBezTo>
                <a:cubicBezTo>
                  <a:pt x="187741" y="135236"/>
                  <a:pt x="189160" y="134937"/>
                  <a:pt x="190281" y="135577"/>
                </a:cubicBezTo>
                <a:close/>
                <a:moveTo>
                  <a:pt x="260223" y="135514"/>
                </a:moveTo>
                <a:cubicBezTo>
                  <a:pt x="261329" y="134828"/>
                  <a:pt x="262773" y="135102"/>
                  <a:pt x="263555" y="136146"/>
                </a:cubicBezTo>
                <a:cubicBezTo>
                  <a:pt x="279501" y="152309"/>
                  <a:pt x="291048" y="172311"/>
                  <a:pt x="297090" y="194239"/>
                </a:cubicBezTo>
                <a:cubicBezTo>
                  <a:pt x="297614" y="196133"/>
                  <a:pt x="298075" y="198027"/>
                  <a:pt x="298536" y="199943"/>
                </a:cubicBezTo>
                <a:cubicBezTo>
                  <a:pt x="298830" y="201248"/>
                  <a:pt x="298788" y="201269"/>
                  <a:pt x="297384" y="201479"/>
                </a:cubicBezTo>
                <a:cubicBezTo>
                  <a:pt x="293297" y="202237"/>
                  <a:pt x="289189" y="202848"/>
                  <a:pt x="285101" y="203584"/>
                </a:cubicBezTo>
                <a:cubicBezTo>
                  <a:pt x="284261" y="203820"/>
                  <a:pt x="283374" y="203412"/>
                  <a:pt x="283006" y="202616"/>
                </a:cubicBezTo>
                <a:cubicBezTo>
                  <a:pt x="277902" y="194481"/>
                  <a:pt x="272199" y="186741"/>
                  <a:pt x="265945" y="179463"/>
                </a:cubicBezTo>
                <a:cubicBezTo>
                  <a:pt x="257022" y="169004"/>
                  <a:pt x="247027" y="159522"/>
                  <a:pt x="236119" y="151174"/>
                </a:cubicBezTo>
                <a:lnTo>
                  <a:pt x="233793" y="149364"/>
                </a:lnTo>
                <a:cubicBezTo>
                  <a:pt x="235813" y="147960"/>
                  <a:pt x="237911" y="146674"/>
                  <a:pt x="240081" y="145512"/>
                </a:cubicBezTo>
                <a:cubicBezTo>
                  <a:pt x="246591" y="141782"/>
                  <a:pt x="253316" y="138444"/>
                  <a:pt x="260223" y="135514"/>
                </a:cubicBezTo>
                <a:close/>
                <a:moveTo>
                  <a:pt x="322955" y="47469"/>
                </a:moveTo>
                <a:cubicBezTo>
                  <a:pt x="300264" y="54570"/>
                  <a:pt x="278009" y="63003"/>
                  <a:pt x="256303" y="72727"/>
                </a:cubicBezTo>
                <a:cubicBezTo>
                  <a:pt x="245153" y="77799"/>
                  <a:pt x="234128" y="83145"/>
                  <a:pt x="223376" y="89060"/>
                </a:cubicBezTo>
                <a:cubicBezTo>
                  <a:pt x="197303" y="103220"/>
                  <a:pt x="172759" y="120058"/>
                  <a:pt x="150144" y="139302"/>
                </a:cubicBezTo>
                <a:cubicBezTo>
                  <a:pt x="120830" y="164358"/>
                  <a:pt x="95293" y="193554"/>
                  <a:pt x="74334" y="225979"/>
                </a:cubicBezTo>
                <a:cubicBezTo>
                  <a:pt x="65749" y="239223"/>
                  <a:pt x="58928" y="253537"/>
                  <a:pt x="54045" y="268560"/>
                </a:cubicBezTo>
                <a:cubicBezTo>
                  <a:pt x="50376" y="279928"/>
                  <a:pt x="48876" y="291889"/>
                  <a:pt x="49622" y="303815"/>
                </a:cubicBezTo>
                <a:cubicBezTo>
                  <a:pt x="50381" y="318010"/>
                  <a:pt x="55442" y="331635"/>
                  <a:pt x="64126" y="342860"/>
                </a:cubicBezTo>
                <a:cubicBezTo>
                  <a:pt x="69755" y="349890"/>
                  <a:pt x="76705" y="355742"/>
                  <a:pt x="84583" y="360077"/>
                </a:cubicBezTo>
                <a:cubicBezTo>
                  <a:pt x="99400" y="368204"/>
                  <a:pt x="115709" y="373216"/>
                  <a:pt x="132517" y="374811"/>
                </a:cubicBezTo>
                <a:cubicBezTo>
                  <a:pt x="140389" y="375666"/>
                  <a:pt x="148317" y="375870"/>
                  <a:pt x="156222" y="375422"/>
                </a:cubicBezTo>
                <a:cubicBezTo>
                  <a:pt x="168209" y="374761"/>
                  <a:pt x="180147" y="373405"/>
                  <a:pt x="191979" y="371359"/>
                </a:cubicBezTo>
                <a:cubicBezTo>
                  <a:pt x="209438" y="368413"/>
                  <a:pt x="226814" y="365024"/>
                  <a:pt x="244000" y="360604"/>
                </a:cubicBezTo>
                <a:lnTo>
                  <a:pt x="277680" y="349812"/>
                </a:lnTo>
                <a:lnTo>
                  <a:pt x="247375" y="356815"/>
                </a:lnTo>
                <a:cubicBezTo>
                  <a:pt x="237369" y="358185"/>
                  <a:pt x="227256" y="358602"/>
                  <a:pt x="217172" y="358057"/>
                </a:cubicBezTo>
                <a:cubicBezTo>
                  <a:pt x="196093" y="356998"/>
                  <a:pt x="175394" y="352001"/>
                  <a:pt x="156138" y="343323"/>
                </a:cubicBezTo>
                <a:cubicBezTo>
                  <a:pt x="127518" y="330429"/>
                  <a:pt x="102944" y="309934"/>
                  <a:pt x="85065" y="284051"/>
                </a:cubicBezTo>
                <a:cubicBezTo>
                  <a:pt x="84876" y="283777"/>
                  <a:pt x="84667" y="283525"/>
                  <a:pt x="84499" y="283251"/>
                </a:cubicBezTo>
                <a:cubicBezTo>
                  <a:pt x="83388" y="281462"/>
                  <a:pt x="83702" y="280768"/>
                  <a:pt x="85798" y="280768"/>
                </a:cubicBezTo>
                <a:cubicBezTo>
                  <a:pt x="97955" y="280768"/>
                  <a:pt x="110090" y="280768"/>
                  <a:pt x="122226" y="280768"/>
                </a:cubicBezTo>
                <a:cubicBezTo>
                  <a:pt x="123646" y="280875"/>
                  <a:pt x="124955" y="281578"/>
                  <a:pt x="125831" y="282704"/>
                </a:cubicBezTo>
                <a:cubicBezTo>
                  <a:pt x="133821" y="290881"/>
                  <a:pt x="142741" y="298088"/>
                  <a:pt x="152407" y="304173"/>
                </a:cubicBezTo>
                <a:cubicBezTo>
                  <a:pt x="168993" y="314500"/>
                  <a:pt x="187563" y="321191"/>
                  <a:pt x="206902" y="323811"/>
                </a:cubicBezTo>
                <a:cubicBezTo>
                  <a:pt x="203192" y="321138"/>
                  <a:pt x="199902" y="318507"/>
                  <a:pt x="196548" y="316002"/>
                </a:cubicBezTo>
                <a:cubicBezTo>
                  <a:pt x="186802" y="308699"/>
                  <a:pt x="177119" y="301290"/>
                  <a:pt x="167393" y="293965"/>
                </a:cubicBezTo>
                <a:cubicBezTo>
                  <a:pt x="154168" y="283904"/>
                  <a:pt x="140901" y="273780"/>
                  <a:pt x="127571" y="263740"/>
                </a:cubicBezTo>
                <a:cubicBezTo>
                  <a:pt x="126795" y="263150"/>
                  <a:pt x="125433" y="262687"/>
                  <a:pt x="125789" y="261466"/>
                </a:cubicBezTo>
                <a:cubicBezTo>
                  <a:pt x="126145" y="260246"/>
                  <a:pt x="127529" y="260666"/>
                  <a:pt x="128472" y="260666"/>
                </a:cubicBezTo>
                <a:cubicBezTo>
                  <a:pt x="143751" y="260666"/>
                  <a:pt x="159010" y="260666"/>
                  <a:pt x="174289" y="260666"/>
                </a:cubicBezTo>
                <a:cubicBezTo>
                  <a:pt x="176224" y="260587"/>
                  <a:pt x="178058" y="261538"/>
                  <a:pt x="179110" y="263171"/>
                </a:cubicBezTo>
                <a:cubicBezTo>
                  <a:pt x="193928" y="283378"/>
                  <a:pt x="208914" y="303289"/>
                  <a:pt x="223795" y="323369"/>
                </a:cubicBezTo>
                <a:cubicBezTo>
                  <a:pt x="225221" y="325348"/>
                  <a:pt x="225304" y="325327"/>
                  <a:pt x="226772" y="323369"/>
                </a:cubicBezTo>
                <a:cubicBezTo>
                  <a:pt x="241584" y="303557"/>
                  <a:pt x="256310" y="283742"/>
                  <a:pt x="270954" y="263929"/>
                </a:cubicBezTo>
                <a:cubicBezTo>
                  <a:pt x="272283" y="261856"/>
                  <a:pt x="274624" y="260664"/>
                  <a:pt x="277074" y="260814"/>
                </a:cubicBezTo>
                <a:cubicBezTo>
                  <a:pt x="292018" y="260814"/>
                  <a:pt x="306983" y="260814"/>
                  <a:pt x="321928" y="260814"/>
                </a:cubicBezTo>
                <a:cubicBezTo>
                  <a:pt x="322934" y="260814"/>
                  <a:pt x="324568" y="260498"/>
                  <a:pt x="324799" y="261614"/>
                </a:cubicBezTo>
                <a:cubicBezTo>
                  <a:pt x="325030" y="262729"/>
                  <a:pt x="323730" y="263234"/>
                  <a:pt x="322934" y="263824"/>
                </a:cubicBezTo>
                <a:lnTo>
                  <a:pt x="269298" y="304447"/>
                </a:lnTo>
                <a:cubicBezTo>
                  <a:pt x="261082" y="310677"/>
                  <a:pt x="252803" y="316844"/>
                  <a:pt x="244650" y="323159"/>
                </a:cubicBezTo>
                <a:cubicBezTo>
                  <a:pt x="244342" y="323331"/>
                  <a:pt x="244088" y="323586"/>
                  <a:pt x="243916" y="323895"/>
                </a:cubicBezTo>
                <a:cubicBezTo>
                  <a:pt x="268192" y="320507"/>
                  <a:pt x="291142" y="310734"/>
                  <a:pt x="310442" y="295565"/>
                </a:cubicBezTo>
                <a:cubicBezTo>
                  <a:pt x="315749" y="291353"/>
                  <a:pt x="320762" y="286781"/>
                  <a:pt x="325449" y="281883"/>
                </a:cubicBezTo>
                <a:cubicBezTo>
                  <a:pt x="326298" y="281079"/>
                  <a:pt x="327455" y="280694"/>
                  <a:pt x="328614" y="280831"/>
                </a:cubicBezTo>
                <a:cubicBezTo>
                  <a:pt x="337710" y="280831"/>
                  <a:pt x="346785" y="280704"/>
                  <a:pt x="355861" y="280831"/>
                </a:cubicBezTo>
                <a:cubicBezTo>
                  <a:pt x="357919" y="281003"/>
                  <a:pt x="359891" y="279961"/>
                  <a:pt x="360912" y="278158"/>
                </a:cubicBezTo>
                <a:cubicBezTo>
                  <a:pt x="371568" y="262456"/>
                  <a:pt x="379537" y="245076"/>
                  <a:pt x="384491" y="226737"/>
                </a:cubicBezTo>
                <a:cubicBezTo>
                  <a:pt x="387315" y="216183"/>
                  <a:pt x="389153" y="205387"/>
                  <a:pt x="389983" y="194491"/>
                </a:cubicBezTo>
                <a:cubicBezTo>
                  <a:pt x="390318" y="190281"/>
                  <a:pt x="390507" y="186071"/>
                  <a:pt x="390507" y="181862"/>
                </a:cubicBezTo>
                <a:cubicBezTo>
                  <a:pt x="390501" y="172251"/>
                  <a:pt x="389715" y="162655"/>
                  <a:pt x="388159" y="153173"/>
                </a:cubicBezTo>
                <a:cubicBezTo>
                  <a:pt x="385212" y="135768"/>
                  <a:pt x="379650" y="118913"/>
                  <a:pt x="371664" y="103183"/>
                </a:cubicBezTo>
                <a:cubicBezTo>
                  <a:pt x="365936" y="91914"/>
                  <a:pt x="358969" y="81324"/>
                  <a:pt x="350893" y="71611"/>
                </a:cubicBezTo>
                <a:cubicBezTo>
                  <a:pt x="343746" y="63084"/>
                  <a:pt x="335794" y="55274"/>
                  <a:pt x="327146" y="48289"/>
                </a:cubicBezTo>
                <a:cubicBezTo>
                  <a:pt x="326002" y="47268"/>
                  <a:pt x="324397" y="46953"/>
                  <a:pt x="322955" y="47469"/>
                </a:cubicBezTo>
                <a:close/>
                <a:moveTo>
                  <a:pt x="279044" y="15391"/>
                </a:moveTo>
                <a:cubicBezTo>
                  <a:pt x="280107" y="14960"/>
                  <a:pt x="281293" y="14960"/>
                  <a:pt x="282356" y="15391"/>
                </a:cubicBezTo>
                <a:cubicBezTo>
                  <a:pt x="284473" y="16296"/>
                  <a:pt x="286694" y="17075"/>
                  <a:pt x="288790" y="17896"/>
                </a:cubicBezTo>
                <a:cubicBezTo>
                  <a:pt x="288958" y="17959"/>
                  <a:pt x="289126" y="18085"/>
                  <a:pt x="289650" y="18380"/>
                </a:cubicBezTo>
                <a:cubicBezTo>
                  <a:pt x="281266" y="21200"/>
                  <a:pt x="273217" y="23852"/>
                  <a:pt x="265211" y="26947"/>
                </a:cubicBezTo>
                <a:cubicBezTo>
                  <a:pt x="257204" y="30041"/>
                  <a:pt x="249282" y="33282"/>
                  <a:pt x="241422" y="36755"/>
                </a:cubicBezTo>
                <a:cubicBezTo>
                  <a:pt x="233562" y="40228"/>
                  <a:pt x="225807" y="43911"/>
                  <a:pt x="218115" y="47742"/>
                </a:cubicBezTo>
                <a:cubicBezTo>
                  <a:pt x="210429" y="51601"/>
                  <a:pt x="202835" y="55635"/>
                  <a:pt x="195332" y="59845"/>
                </a:cubicBezTo>
                <a:cubicBezTo>
                  <a:pt x="187814" y="64069"/>
                  <a:pt x="180403" y="68454"/>
                  <a:pt x="173094" y="73000"/>
                </a:cubicBezTo>
                <a:cubicBezTo>
                  <a:pt x="165785" y="77547"/>
                  <a:pt x="158569" y="82254"/>
                  <a:pt x="151443" y="87124"/>
                </a:cubicBezTo>
                <a:cubicBezTo>
                  <a:pt x="144373" y="92007"/>
                  <a:pt x="137386" y="97044"/>
                  <a:pt x="130483" y="102236"/>
                </a:cubicBezTo>
                <a:cubicBezTo>
                  <a:pt x="123581" y="107428"/>
                  <a:pt x="116804" y="112781"/>
                  <a:pt x="110153" y="118296"/>
                </a:cubicBezTo>
                <a:cubicBezTo>
                  <a:pt x="103516" y="123796"/>
                  <a:pt x="96990" y="129466"/>
                  <a:pt x="90577" y="135303"/>
                </a:cubicBezTo>
                <a:cubicBezTo>
                  <a:pt x="84163" y="141140"/>
                  <a:pt x="77910" y="147132"/>
                  <a:pt x="71818" y="153278"/>
                </a:cubicBezTo>
                <a:cubicBezTo>
                  <a:pt x="65740" y="159424"/>
                  <a:pt x="59850" y="165739"/>
                  <a:pt x="53814" y="172474"/>
                </a:cubicBezTo>
                <a:cubicBezTo>
                  <a:pt x="53793" y="170496"/>
                  <a:pt x="53940" y="169043"/>
                  <a:pt x="53940" y="167612"/>
                </a:cubicBezTo>
                <a:cubicBezTo>
                  <a:pt x="53730" y="163739"/>
                  <a:pt x="55616" y="161129"/>
                  <a:pt x="58131" y="158456"/>
                </a:cubicBezTo>
                <a:cubicBezTo>
                  <a:pt x="80821" y="134501"/>
                  <a:pt x="105627" y="112661"/>
                  <a:pt x="132244" y="93206"/>
                </a:cubicBezTo>
                <a:cubicBezTo>
                  <a:pt x="156774" y="75183"/>
                  <a:pt x="182675" y="59123"/>
                  <a:pt x="209710" y="45174"/>
                </a:cubicBezTo>
                <a:cubicBezTo>
                  <a:pt x="232078" y="33585"/>
                  <a:pt x="255249" y="23631"/>
                  <a:pt x="279044" y="15391"/>
                </a:cubicBezTo>
                <a:close/>
                <a:moveTo>
                  <a:pt x="261648" y="9456"/>
                </a:moveTo>
                <a:cubicBezTo>
                  <a:pt x="264037" y="10193"/>
                  <a:pt x="266469" y="10698"/>
                  <a:pt x="268900" y="11287"/>
                </a:cubicBezTo>
                <a:cubicBezTo>
                  <a:pt x="269067" y="11351"/>
                  <a:pt x="269227" y="11429"/>
                  <a:pt x="269382" y="11519"/>
                </a:cubicBezTo>
                <a:cubicBezTo>
                  <a:pt x="269005" y="12087"/>
                  <a:pt x="268376" y="12108"/>
                  <a:pt x="267852" y="12298"/>
                </a:cubicBezTo>
                <a:cubicBezTo>
                  <a:pt x="242275" y="21696"/>
                  <a:pt x="217451" y="33038"/>
                  <a:pt x="193593" y="46227"/>
                </a:cubicBezTo>
                <a:cubicBezTo>
                  <a:pt x="177984" y="54843"/>
                  <a:pt x="162747" y="64161"/>
                  <a:pt x="147880" y="74180"/>
                </a:cubicBezTo>
                <a:cubicBezTo>
                  <a:pt x="131120" y="85503"/>
                  <a:pt x="114947" y="97678"/>
                  <a:pt x="99422" y="110656"/>
                </a:cubicBezTo>
                <a:cubicBezTo>
                  <a:pt x="90437" y="118219"/>
                  <a:pt x="81690" y="126057"/>
                  <a:pt x="73180" y="134167"/>
                </a:cubicBezTo>
                <a:cubicBezTo>
                  <a:pt x="67605" y="139471"/>
                  <a:pt x="62261" y="145007"/>
                  <a:pt x="56853" y="150479"/>
                </a:cubicBezTo>
                <a:cubicBezTo>
                  <a:pt x="56769" y="150732"/>
                  <a:pt x="56602" y="150985"/>
                  <a:pt x="56371" y="150985"/>
                </a:cubicBezTo>
                <a:cubicBezTo>
                  <a:pt x="56015" y="151027"/>
                  <a:pt x="56036" y="150690"/>
                  <a:pt x="56057" y="150458"/>
                </a:cubicBezTo>
                <a:cubicBezTo>
                  <a:pt x="56043" y="150016"/>
                  <a:pt x="56167" y="149583"/>
                  <a:pt x="56413" y="149217"/>
                </a:cubicBezTo>
                <a:cubicBezTo>
                  <a:pt x="56806" y="146377"/>
                  <a:pt x="57380" y="143563"/>
                  <a:pt x="58132" y="140797"/>
                </a:cubicBezTo>
                <a:cubicBezTo>
                  <a:pt x="58380" y="140120"/>
                  <a:pt x="58808" y="139524"/>
                  <a:pt x="59368" y="139071"/>
                </a:cubicBezTo>
                <a:cubicBezTo>
                  <a:pt x="66760" y="131690"/>
                  <a:pt x="74354" y="124491"/>
                  <a:pt x="82151" y="117476"/>
                </a:cubicBezTo>
                <a:cubicBezTo>
                  <a:pt x="101750" y="100000"/>
                  <a:pt x="122497" y="83868"/>
                  <a:pt x="144254" y="69191"/>
                </a:cubicBezTo>
                <a:cubicBezTo>
                  <a:pt x="163134" y="56408"/>
                  <a:pt x="182729" y="44722"/>
                  <a:pt x="202940" y="34188"/>
                </a:cubicBezTo>
                <a:cubicBezTo>
                  <a:pt x="220404" y="25119"/>
                  <a:pt x="238335" y="16989"/>
                  <a:pt x="256660" y="9835"/>
                </a:cubicBezTo>
                <a:cubicBezTo>
                  <a:pt x="258227" y="9124"/>
                  <a:pt x="259992" y="8990"/>
                  <a:pt x="261648" y="9456"/>
                </a:cubicBezTo>
                <a:close/>
                <a:moveTo>
                  <a:pt x="245404" y="6677"/>
                </a:moveTo>
                <a:cubicBezTo>
                  <a:pt x="245634" y="6614"/>
                  <a:pt x="246158" y="6256"/>
                  <a:pt x="246033" y="6825"/>
                </a:cubicBezTo>
                <a:cubicBezTo>
                  <a:pt x="245907" y="7393"/>
                  <a:pt x="245488" y="7393"/>
                  <a:pt x="245027" y="7393"/>
                </a:cubicBezTo>
                <a:cubicBezTo>
                  <a:pt x="236643" y="10887"/>
                  <a:pt x="228301" y="14528"/>
                  <a:pt x="220064" y="18401"/>
                </a:cubicBezTo>
                <a:cubicBezTo>
                  <a:pt x="203994" y="25993"/>
                  <a:pt x="188275" y="34293"/>
                  <a:pt x="172905" y="43301"/>
                </a:cubicBezTo>
                <a:cubicBezTo>
                  <a:pt x="147433" y="58287"/>
                  <a:pt x="123089" y="75129"/>
                  <a:pt x="100071" y="93691"/>
                </a:cubicBezTo>
                <a:cubicBezTo>
                  <a:pt x="88166" y="103268"/>
                  <a:pt x="76638" y="113308"/>
                  <a:pt x="65572" y="123916"/>
                </a:cubicBezTo>
                <a:lnTo>
                  <a:pt x="62407" y="126842"/>
                </a:lnTo>
                <a:cubicBezTo>
                  <a:pt x="62176" y="122148"/>
                  <a:pt x="74501" y="95754"/>
                  <a:pt x="82507" y="83546"/>
                </a:cubicBezTo>
                <a:cubicBezTo>
                  <a:pt x="91237" y="70196"/>
                  <a:pt x="101729" y="58095"/>
                  <a:pt x="113695" y="47574"/>
                </a:cubicBezTo>
                <a:cubicBezTo>
                  <a:pt x="125704" y="37085"/>
                  <a:pt x="139107" y="28323"/>
                  <a:pt x="153518" y="21538"/>
                </a:cubicBezTo>
                <a:cubicBezTo>
                  <a:pt x="167768" y="14781"/>
                  <a:pt x="182897" y="10076"/>
                  <a:pt x="198455" y="7561"/>
                </a:cubicBezTo>
                <a:cubicBezTo>
                  <a:pt x="213981" y="5016"/>
                  <a:pt x="229793" y="4718"/>
                  <a:pt x="245404" y="6677"/>
                </a:cubicBezTo>
                <a:close/>
                <a:moveTo>
                  <a:pt x="416266" y="131"/>
                </a:moveTo>
                <a:cubicBezTo>
                  <a:pt x="431122" y="1575"/>
                  <a:pt x="442595" y="13881"/>
                  <a:pt x="443052" y="28862"/>
                </a:cubicBezTo>
                <a:cubicBezTo>
                  <a:pt x="442977" y="30144"/>
                  <a:pt x="443767" y="31318"/>
                  <a:pt x="444980" y="31724"/>
                </a:cubicBezTo>
                <a:cubicBezTo>
                  <a:pt x="453519" y="35548"/>
                  <a:pt x="461323" y="40849"/>
                  <a:pt x="468036" y="47384"/>
                </a:cubicBezTo>
                <a:cubicBezTo>
                  <a:pt x="477738" y="56923"/>
                  <a:pt x="484430" y="69119"/>
                  <a:pt x="487277" y="82451"/>
                </a:cubicBezTo>
                <a:cubicBezTo>
                  <a:pt x="489207" y="91549"/>
                  <a:pt x="489767" y="100886"/>
                  <a:pt x="488932" y="110150"/>
                </a:cubicBezTo>
                <a:cubicBezTo>
                  <a:pt x="487807" y="123049"/>
                  <a:pt x="484952" y="135737"/>
                  <a:pt x="480444" y="147869"/>
                </a:cubicBezTo>
                <a:cubicBezTo>
                  <a:pt x="475168" y="162253"/>
                  <a:pt x="468476" y="176074"/>
                  <a:pt x="460470" y="189123"/>
                </a:cubicBezTo>
                <a:cubicBezTo>
                  <a:pt x="453762" y="200176"/>
                  <a:pt x="446414" y="210824"/>
                  <a:pt x="438462" y="221012"/>
                </a:cubicBezTo>
                <a:cubicBezTo>
                  <a:pt x="438190" y="221369"/>
                  <a:pt x="437854" y="221685"/>
                  <a:pt x="437561" y="222022"/>
                </a:cubicBezTo>
                <a:cubicBezTo>
                  <a:pt x="436599" y="223510"/>
                  <a:pt x="435519" y="224918"/>
                  <a:pt x="434333" y="226232"/>
                </a:cubicBezTo>
                <a:cubicBezTo>
                  <a:pt x="434023" y="226802"/>
                  <a:pt x="433635" y="227326"/>
                  <a:pt x="433180" y="227789"/>
                </a:cubicBezTo>
                <a:cubicBezTo>
                  <a:pt x="432837" y="228469"/>
                  <a:pt x="432323" y="229050"/>
                  <a:pt x="431692" y="229473"/>
                </a:cubicBezTo>
                <a:cubicBezTo>
                  <a:pt x="431650" y="230083"/>
                  <a:pt x="431315" y="230483"/>
                  <a:pt x="430539" y="230799"/>
                </a:cubicBezTo>
                <a:cubicBezTo>
                  <a:pt x="430770" y="230115"/>
                  <a:pt x="431158" y="229494"/>
                  <a:pt x="431671" y="228989"/>
                </a:cubicBezTo>
                <a:lnTo>
                  <a:pt x="432803" y="227389"/>
                </a:lnTo>
                <a:cubicBezTo>
                  <a:pt x="433067" y="226783"/>
                  <a:pt x="433453" y="226240"/>
                  <a:pt x="433935" y="225789"/>
                </a:cubicBezTo>
                <a:cubicBezTo>
                  <a:pt x="434851" y="224165"/>
                  <a:pt x="435897" y="222615"/>
                  <a:pt x="437058" y="221159"/>
                </a:cubicBezTo>
                <a:cubicBezTo>
                  <a:pt x="439929" y="216423"/>
                  <a:pt x="443136" y="211940"/>
                  <a:pt x="445945" y="207183"/>
                </a:cubicBezTo>
                <a:cubicBezTo>
                  <a:pt x="453589" y="194691"/>
                  <a:pt x="460524" y="181775"/>
                  <a:pt x="466715" y="168496"/>
                </a:cubicBezTo>
                <a:cubicBezTo>
                  <a:pt x="471721" y="157743"/>
                  <a:pt x="475462" y="146442"/>
                  <a:pt x="477866" y="134819"/>
                </a:cubicBezTo>
                <a:cubicBezTo>
                  <a:pt x="479557" y="126606"/>
                  <a:pt x="480261" y="118216"/>
                  <a:pt x="479962" y="109835"/>
                </a:cubicBezTo>
                <a:cubicBezTo>
                  <a:pt x="479685" y="98430"/>
                  <a:pt x="477082" y="87205"/>
                  <a:pt x="472312" y="76852"/>
                </a:cubicBezTo>
                <a:cubicBezTo>
                  <a:pt x="467095" y="66064"/>
                  <a:pt x="458969" y="56963"/>
                  <a:pt x="448858" y="50584"/>
                </a:cubicBezTo>
                <a:cubicBezTo>
                  <a:pt x="446272" y="48900"/>
                  <a:pt x="443593" y="47368"/>
                  <a:pt x="440831" y="45995"/>
                </a:cubicBezTo>
                <a:cubicBezTo>
                  <a:pt x="439384" y="45280"/>
                  <a:pt x="439384" y="45301"/>
                  <a:pt x="438462" y="46732"/>
                </a:cubicBezTo>
                <a:cubicBezTo>
                  <a:pt x="434377" y="53474"/>
                  <a:pt x="427664" y="58185"/>
                  <a:pt x="419955" y="59719"/>
                </a:cubicBezTo>
                <a:cubicBezTo>
                  <a:pt x="404254" y="63069"/>
                  <a:pt x="388759" y="53219"/>
                  <a:pt x="385057" y="37534"/>
                </a:cubicBezTo>
                <a:cubicBezTo>
                  <a:pt x="384659" y="36039"/>
                  <a:pt x="384659" y="36039"/>
                  <a:pt x="383087" y="36039"/>
                </a:cubicBezTo>
                <a:cubicBezTo>
                  <a:pt x="374729" y="36508"/>
                  <a:pt x="366408" y="37485"/>
                  <a:pt x="358166" y="38965"/>
                </a:cubicBezTo>
                <a:cubicBezTo>
                  <a:pt x="349971" y="40270"/>
                  <a:pt x="341839" y="41912"/>
                  <a:pt x="333707" y="43575"/>
                </a:cubicBezTo>
                <a:cubicBezTo>
                  <a:pt x="333378" y="43576"/>
                  <a:pt x="333074" y="43752"/>
                  <a:pt x="332910" y="44038"/>
                </a:cubicBezTo>
                <a:cubicBezTo>
                  <a:pt x="333015" y="44627"/>
                  <a:pt x="333665" y="44901"/>
                  <a:pt x="334105" y="45280"/>
                </a:cubicBezTo>
                <a:cubicBezTo>
                  <a:pt x="353098" y="61237"/>
                  <a:pt x="368476" y="81087"/>
                  <a:pt x="379210" y="103499"/>
                </a:cubicBezTo>
                <a:cubicBezTo>
                  <a:pt x="386818" y="119273"/>
                  <a:pt x="392085" y="136078"/>
                  <a:pt x="394845" y="153383"/>
                </a:cubicBezTo>
                <a:cubicBezTo>
                  <a:pt x="396864" y="165903"/>
                  <a:pt x="397509" y="178608"/>
                  <a:pt x="396774" y="191270"/>
                </a:cubicBezTo>
                <a:cubicBezTo>
                  <a:pt x="395223" y="221224"/>
                  <a:pt x="386128" y="250294"/>
                  <a:pt x="370344" y="275758"/>
                </a:cubicBezTo>
                <a:cubicBezTo>
                  <a:pt x="360587" y="291612"/>
                  <a:pt x="348334" y="305773"/>
                  <a:pt x="334063" y="317686"/>
                </a:cubicBezTo>
                <a:cubicBezTo>
                  <a:pt x="329242" y="321706"/>
                  <a:pt x="324233" y="325432"/>
                  <a:pt x="319098" y="328968"/>
                </a:cubicBezTo>
                <a:cubicBezTo>
                  <a:pt x="317337" y="330147"/>
                  <a:pt x="315325" y="330884"/>
                  <a:pt x="313670" y="332252"/>
                </a:cubicBezTo>
                <a:cubicBezTo>
                  <a:pt x="313552" y="332694"/>
                  <a:pt x="313265" y="333073"/>
                  <a:pt x="312873" y="333304"/>
                </a:cubicBezTo>
                <a:lnTo>
                  <a:pt x="307549" y="336630"/>
                </a:lnTo>
                <a:lnTo>
                  <a:pt x="304846" y="338166"/>
                </a:lnTo>
                <a:lnTo>
                  <a:pt x="301408" y="340145"/>
                </a:lnTo>
                <a:cubicBezTo>
                  <a:pt x="300323" y="340905"/>
                  <a:pt x="299172" y="341568"/>
                  <a:pt x="297971" y="342123"/>
                </a:cubicBezTo>
                <a:cubicBezTo>
                  <a:pt x="297321" y="342687"/>
                  <a:pt x="296567" y="343117"/>
                  <a:pt x="295749" y="343386"/>
                </a:cubicBezTo>
                <a:cubicBezTo>
                  <a:pt x="295676" y="343576"/>
                  <a:pt x="295489" y="343696"/>
                  <a:pt x="295288" y="343681"/>
                </a:cubicBezTo>
                <a:cubicBezTo>
                  <a:pt x="295141" y="343946"/>
                  <a:pt x="294856" y="344102"/>
                  <a:pt x="294554" y="344081"/>
                </a:cubicBezTo>
                <a:cubicBezTo>
                  <a:pt x="294399" y="344352"/>
                  <a:pt x="294112" y="344521"/>
                  <a:pt x="293800" y="344523"/>
                </a:cubicBezTo>
                <a:cubicBezTo>
                  <a:pt x="293655" y="344792"/>
                  <a:pt x="293370" y="344956"/>
                  <a:pt x="293066" y="344944"/>
                </a:cubicBezTo>
                <a:cubicBezTo>
                  <a:pt x="292995" y="345125"/>
                  <a:pt x="292819" y="345243"/>
                  <a:pt x="292626" y="345238"/>
                </a:cubicBezTo>
                <a:cubicBezTo>
                  <a:pt x="287994" y="348122"/>
                  <a:pt x="283174" y="350711"/>
                  <a:pt x="278395" y="353300"/>
                </a:cubicBezTo>
                <a:cubicBezTo>
                  <a:pt x="256599" y="365194"/>
                  <a:pt x="233948" y="375438"/>
                  <a:pt x="210633" y="383946"/>
                </a:cubicBezTo>
                <a:cubicBezTo>
                  <a:pt x="192968" y="390402"/>
                  <a:pt x="174859" y="395565"/>
                  <a:pt x="156453" y="399396"/>
                </a:cubicBezTo>
                <a:cubicBezTo>
                  <a:pt x="147817" y="401220"/>
                  <a:pt x="139119" y="402622"/>
                  <a:pt x="130358" y="403605"/>
                </a:cubicBezTo>
                <a:cubicBezTo>
                  <a:pt x="118577" y="404992"/>
                  <a:pt x="106705" y="405449"/>
                  <a:pt x="94853" y="404973"/>
                </a:cubicBezTo>
                <a:cubicBezTo>
                  <a:pt x="80530" y="404529"/>
                  <a:pt x="66356" y="401917"/>
                  <a:pt x="52808" y="397228"/>
                </a:cubicBezTo>
                <a:cubicBezTo>
                  <a:pt x="41327" y="393306"/>
                  <a:pt x="30799" y="386994"/>
                  <a:pt x="21914" y="378705"/>
                </a:cubicBezTo>
                <a:cubicBezTo>
                  <a:pt x="11426" y="368621"/>
                  <a:pt x="4352" y="355489"/>
                  <a:pt x="1688" y="341155"/>
                </a:cubicBezTo>
                <a:cubicBezTo>
                  <a:pt x="-172" y="331366"/>
                  <a:pt x="-498" y="321347"/>
                  <a:pt x="724" y="311456"/>
                </a:cubicBezTo>
                <a:cubicBezTo>
                  <a:pt x="2699" y="295445"/>
                  <a:pt x="7095" y="279829"/>
                  <a:pt x="13761" y="265150"/>
                </a:cubicBezTo>
                <a:cubicBezTo>
                  <a:pt x="21442" y="247897"/>
                  <a:pt x="30904" y="231502"/>
                  <a:pt x="41993" y="216234"/>
                </a:cubicBezTo>
                <a:cubicBezTo>
                  <a:pt x="55802" y="197029"/>
                  <a:pt x="71229" y="179050"/>
                  <a:pt x="88104" y="162497"/>
                </a:cubicBezTo>
                <a:cubicBezTo>
                  <a:pt x="113892" y="137157"/>
                  <a:pt x="142171" y="114505"/>
                  <a:pt x="172508" y="94890"/>
                </a:cubicBezTo>
                <a:cubicBezTo>
                  <a:pt x="195316" y="79990"/>
                  <a:pt x="219207" y="66833"/>
                  <a:pt x="243979" y="55530"/>
                </a:cubicBezTo>
                <a:cubicBezTo>
                  <a:pt x="267374" y="44765"/>
                  <a:pt x="291670" y="36095"/>
                  <a:pt x="316583" y="29620"/>
                </a:cubicBezTo>
                <a:cubicBezTo>
                  <a:pt x="330194" y="26085"/>
                  <a:pt x="344033" y="23497"/>
                  <a:pt x="357999" y="21874"/>
                </a:cubicBezTo>
                <a:cubicBezTo>
                  <a:pt x="366053" y="20902"/>
                  <a:pt x="374156" y="20382"/>
                  <a:pt x="382270" y="20316"/>
                </a:cubicBezTo>
                <a:cubicBezTo>
                  <a:pt x="382521" y="20316"/>
                  <a:pt x="382773" y="20316"/>
                  <a:pt x="383024" y="20316"/>
                </a:cubicBezTo>
                <a:cubicBezTo>
                  <a:pt x="385015" y="20443"/>
                  <a:pt x="386043" y="19622"/>
                  <a:pt x="386923" y="17622"/>
                </a:cubicBezTo>
                <a:cubicBezTo>
                  <a:pt x="391878" y="6006"/>
                  <a:pt x="403739" y="-1064"/>
                  <a:pt x="416266" y="131"/>
                </a:cubicBezTo>
                <a:close/>
              </a:path>
            </a:pathLst>
          </a:cu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4" name="Google Shape;224;p26"/>
          <p:cNvSpPr txBox="1"/>
          <p:nvPr>
            <p:ph idx="10" type="dt"/>
          </p:nvPr>
        </p:nvSpPr>
        <p:spPr>
          <a:xfrm>
            <a:off x="6060300" y="6481647"/>
            <a:ext cx="2090098" cy="23982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D8D8D8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25" name="Google Shape;225;p26"/>
          <p:cNvSpPr txBox="1"/>
          <p:nvPr>
            <p:ph idx="11" type="ftr"/>
          </p:nvPr>
        </p:nvSpPr>
        <p:spPr>
          <a:xfrm>
            <a:off x="838200" y="6481647"/>
            <a:ext cx="4475922" cy="23982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D8D8D8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26" name="Google Shape;226;p26"/>
          <p:cNvSpPr/>
          <p:nvPr/>
        </p:nvSpPr>
        <p:spPr>
          <a:xfrm>
            <a:off x="95208" y="6583150"/>
            <a:ext cx="233916" cy="23391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27" name="Google Shape;227;p26"/>
          <p:cNvSpPr txBox="1"/>
          <p:nvPr>
            <p:ph idx="12" type="sldNum"/>
          </p:nvPr>
        </p:nvSpPr>
        <p:spPr>
          <a:xfrm>
            <a:off x="65862" y="6542216"/>
            <a:ext cx="292608" cy="315784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228" name="Google Shape;228;p26"/>
          <p:cNvSpPr/>
          <p:nvPr>
            <p:ph idx="1" type="body"/>
          </p:nvPr>
        </p:nvSpPr>
        <p:spPr>
          <a:xfrm>
            <a:off x="1704109" y="3019167"/>
            <a:ext cx="4583866" cy="1439258"/>
          </a:xfrm>
          <a:prstGeom prst="roundRect">
            <a:avLst>
              <a:gd fmla="val 2631" name="adj"/>
            </a:avLst>
          </a:prstGeom>
          <a:solidFill>
            <a:srgbClr val="F2F2F2"/>
          </a:solidFill>
          <a:ln cap="rnd" cmpd="sng" w="19050">
            <a:solidFill>
              <a:srgbClr val="00C6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72FF"/>
              </a:buClr>
              <a:buSzPts val="2000"/>
              <a:buNone/>
              <a:defRPr b="1" i="0" sz="2000">
                <a:solidFill>
                  <a:srgbClr val="0072FF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grpSp>
        <p:nvGrpSpPr>
          <p:cNvPr id="229" name="Google Shape;229;p26"/>
          <p:cNvGrpSpPr/>
          <p:nvPr/>
        </p:nvGrpSpPr>
        <p:grpSpPr>
          <a:xfrm>
            <a:off x="-1" y="4458425"/>
            <a:ext cx="8647103" cy="664514"/>
            <a:chOff x="-349411" y="1322122"/>
            <a:chExt cx="8647103" cy="664514"/>
          </a:xfrm>
        </p:grpSpPr>
        <p:cxnSp>
          <p:nvCxnSpPr>
            <p:cNvPr id="230" name="Google Shape;230;p26"/>
            <p:cNvCxnSpPr/>
            <p:nvPr/>
          </p:nvCxnSpPr>
          <p:spPr>
            <a:xfrm>
              <a:off x="-349411" y="1986636"/>
              <a:ext cx="6360520" cy="0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231" name="Google Shape;231;p26"/>
            <p:cNvCxnSpPr/>
            <p:nvPr/>
          </p:nvCxnSpPr>
          <p:spPr>
            <a:xfrm flipH="1" rot="10800000">
              <a:off x="6011109" y="1480500"/>
              <a:ext cx="591405" cy="506136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232" name="Google Shape;232;p26"/>
            <p:cNvCxnSpPr/>
            <p:nvPr/>
          </p:nvCxnSpPr>
          <p:spPr>
            <a:xfrm>
              <a:off x="6602514" y="1480500"/>
              <a:ext cx="1378423" cy="0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233" name="Google Shape;233;p26"/>
            <p:cNvSpPr/>
            <p:nvPr/>
          </p:nvSpPr>
          <p:spPr>
            <a:xfrm>
              <a:off x="7980937" y="1322122"/>
              <a:ext cx="316755" cy="316755"/>
            </a:xfrm>
            <a:prstGeom prst="ellipse">
              <a:avLst/>
            </a:prstGeom>
            <a:gradFill>
              <a:gsLst>
                <a:gs pos="0">
                  <a:srgbClr val="00F7FF"/>
                </a:gs>
                <a:gs pos="100000">
                  <a:srgbClr val="00C6FF"/>
                </a:gs>
              </a:gsLst>
              <a:lin ang="27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234" name="Google Shape;234;p26"/>
          <p:cNvSpPr/>
          <p:nvPr/>
        </p:nvSpPr>
        <p:spPr>
          <a:xfrm>
            <a:off x="796022" y="2736380"/>
            <a:ext cx="2019600" cy="2019600"/>
          </a:xfrm>
          <a:prstGeom prst="ellipse">
            <a:avLst/>
          </a:prstGeom>
          <a:gradFill>
            <a:gsLst>
              <a:gs pos="0">
                <a:srgbClr val="00C6FF"/>
              </a:gs>
              <a:gs pos="100000">
                <a:srgbClr val="0072FF"/>
              </a:gs>
            </a:gsLst>
            <a:lin ang="5400000" scaled="0"/>
          </a:gradFill>
          <a:ln cap="flat" cmpd="sng" w="12700">
            <a:solidFill>
              <a:srgbClr val="00C6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35" name="Google Shape;235;p26"/>
          <p:cNvSpPr/>
          <p:nvPr>
            <p:ph idx="2" type="pic"/>
          </p:nvPr>
        </p:nvSpPr>
        <p:spPr>
          <a:xfrm>
            <a:off x="690326" y="2728996"/>
            <a:ext cx="2020888" cy="2019600"/>
          </a:xfrm>
          <a:prstGeom prst="ellipse">
            <a:avLst/>
          </a:prstGeom>
          <a:solidFill>
            <a:schemeClr val="lt1"/>
          </a:solidFill>
          <a:ln cap="flat" cmpd="sng" w="19050">
            <a:solidFill>
              <a:srgbClr val="00F7FF"/>
            </a:solidFill>
            <a:prstDash val="solid"/>
            <a:round/>
            <a:headEnd len="sm" w="sm" type="none"/>
            <a:tailEnd len="sm" w="sm" type="none"/>
          </a:ln>
          <a:effectLst>
            <a:outerShdw blurRad="63500" sx="102000" rotWithShape="0" algn="ctr" sy="102000">
              <a:srgbClr val="000000">
                <a:alpha val="40000"/>
              </a:srgbClr>
            </a:outerShdw>
          </a:effectLst>
        </p:spPr>
      </p:sp>
      <p:sp>
        <p:nvSpPr>
          <p:cNvPr id="236" name="Google Shape;236;p26"/>
          <p:cNvSpPr txBox="1"/>
          <p:nvPr>
            <p:ph idx="3" type="body"/>
          </p:nvPr>
        </p:nvSpPr>
        <p:spPr>
          <a:xfrm>
            <a:off x="2711214" y="2263753"/>
            <a:ext cx="3576761" cy="62200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F7FF"/>
              </a:buClr>
              <a:buSzPts val="3600"/>
              <a:buNone/>
              <a:defRPr b="1" sz="3600">
                <a:solidFill>
                  <a:srgbClr val="00F7FF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Mục lục">
  <p:cSld name="1_Mục lục">
    <p:spTree>
      <p:nvGrpSpPr>
        <p:cNvPr id="237" name="Shape 2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8" name="Google Shape;238;p27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239" name="Google Shape;239;p27"/>
          <p:cNvGrpSpPr/>
          <p:nvPr/>
        </p:nvGrpSpPr>
        <p:grpSpPr>
          <a:xfrm rot="10800000">
            <a:off x="9263702" y="5930537"/>
            <a:ext cx="2869771" cy="886519"/>
            <a:chOff x="44879" y="27296"/>
            <a:chExt cx="2869771" cy="886519"/>
          </a:xfrm>
        </p:grpSpPr>
        <p:cxnSp>
          <p:nvCxnSpPr>
            <p:cNvPr id="240" name="Google Shape;240;p27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241" name="Google Shape;241;p27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242" name="Google Shape;242;p27"/>
            <p:cNvCxnSpPr/>
            <p:nvPr/>
          </p:nvCxnSpPr>
          <p:spPr>
            <a:xfrm rot="10800000">
              <a:off x="52214" y="654128"/>
              <a:ext cx="0" cy="259687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</p:grpSp>
      <p:sp>
        <p:nvSpPr>
          <p:cNvPr id="243" name="Google Shape;243;p27"/>
          <p:cNvSpPr txBox="1"/>
          <p:nvPr>
            <p:ph idx="11" type="ftr"/>
          </p:nvPr>
        </p:nvSpPr>
        <p:spPr>
          <a:xfrm>
            <a:off x="3465443" y="6466114"/>
            <a:ext cx="5261114" cy="25536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grpSp>
        <p:nvGrpSpPr>
          <p:cNvPr id="244" name="Google Shape;244;p27"/>
          <p:cNvGrpSpPr/>
          <p:nvPr/>
        </p:nvGrpSpPr>
        <p:grpSpPr>
          <a:xfrm>
            <a:off x="-2323526" y="1121391"/>
            <a:ext cx="4841288" cy="5054000"/>
            <a:chOff x="-1259888" y="901609"/>
            <a:chExt cx="4841288" cy="5054000"/>
          </a:xfrm>
        </p:grpSpPr>
        <p:grpSp>
          <p:nvGrpSpPr>
            <p:cNvPr id="245" name="Google Shape;245;p27"/>
            <p:cNvGrpSpPr/>
            <p:nvPr/>
          </p:nvGrpSpPr>
          <p:grpSpPr>
            <a:xfrm>
              <a:off x="-1225468" y="901609"/>
              <a:ext cx="4806868" cy="664514"/>
              <a:chOff x="0" y="901609"/>
              <a:chExt cx="4806868" cy="664514"/>
            </a:xfrm>
          </p:grpSpPr>
          <p:cxnSp>
            <p:nvCxnSpPr>
              <p:cNvPr id="246" name="Google Shape;246;p27"/>
              <p:cNvCxnSpPr/>
              <p:nvPr/>
            </p:nvCxnSpPr>
            <p:spPr>
              <a:xfrm>
                <a:off x="0" y="1566123"/>
                <a:ext cx="253393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47" name="Google Shape;247;p27"/>
              <p:cNvCxnSpPr/>
              <p:nvPr/>
            </p:nvCxnSpPr>
            <p:spPr>
              <a:xfrm flipH="1" rot="10800000">
                <a:off x="2520285" y="1059987"/>
                <a:ext cx="591405" cy="506136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48" name="Google Shape;248;p27"/>
              <p:cNvCxnSpPr/>
              <p:nvPr/>
            </p:nvCxnSpPr>
            <p:spPr>
              <a:xfrm>
                <a:off x="3111690" y="1059987"/>
                <a:ext cx="13784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249" name="Google Shape;249;p27"/>
              <p:cNvSpPr/>
              <p:nvPr/>
            </p:nvSpPr>
            <p:spPr>
              <a:xfrm>
                <a:off x="4490113" y="901609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250" name="Google Shape;250;p27"/>
            <p:cNvGrpSpPr/>
            <p:nvPr/>
          </p:nvGrpSpPr>
          <p:grpSpPr>
            <a:xfrm flipH="1" rot="10800000">
              <a:off x="-1225468" y="5291095"/>
              <a:ext cx="4806868" cy="664514"/>
              <a:chOff x="0" y="1232525"/>
              <a:chExt cx="4806868" cy="664514"/>
            </a:xfrm>
          </p:grpSpPr>
          <p:cxnSp>
            <p:nvCxnSpPr>
              <p:cNvPr id="251" name="Google Shape;251;p27"/>
              <p:cNvCxnSpPr/>
              <p:nvPr/>
            </p:nvCxnSpPr>
            <p:spPr>
              <a:xfrm>
                <a:off x="0" y="1897039"/>
                <a:ext cx="253393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52" name="Google Shape;252;p27"/>
              <p:cNvCxnSpPr/>
              <p:nvPr/>
            </p:nvCxnSpPr>
            <p:spPr>
              <a:xfrm flipH="1" rot="10800000">
                <a:off x="2520285" y="1390903"/>
                <a:ext cx="591405" cy="506136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53" name="Google Shape;253;p27"/>
              <p:cNvCxnSpPr/>
              <p:nvPr/>
            </p:nvCxnSpPr>
            <p:spPr>
              <a:xfrm>
                <a:off x="3111690" y="1390903"/>
                <a:ext cx="13784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254" name="Google Shape;254;p27"/>
              <p:cNvSpPr/>
              <p:nvPr/>
            </p:nvSpPr>
            <p:spPr>
              <a:xfrm>
                <a:off x="4490113" y="1232525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255" name="Google Shape;255;p27"/>
            <p:cNvGrpSpPr/>
            <p:nvPr/>
          </p:nvGrpSpPr>
          <p:grpSpPr>
            <a:xfrm>
              <a:off x="-1225469" y="1860637"/>
              <a:ext cx="3835321" cy="547270"/>
              <a:chOff x="-1" y="1860637"/>
              <a:chExt cx="3835321" cy="547270"/>
            </a:xfrm>
          </p:grpSpPr>
          <p:sp>
            <p:nvSpPr>
              <p:cNvPr id="256" name="Google Shape;256;p27"/>
              <p:cNvSpPr/>
              <p:nvPr/>
            </p:nvSpPr>
            <p:spPr>
              <a:xfrm>
                <a:off x="3518565" y="1860637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cxnSp>
            <p:nvCxnSpPr>
              <p:cNvPr id="257" name="Google Shape;257;p27"/>
              <p:cNvCxnSpPr/>
              <p:nvPr/>
            </p:nvCxnSpPr>
            <p:spPr>
              <a:xfrm>
                <a:off x="-1" y="2407907"/>
                <a:ext cx="1985654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58" name="Google Shape;258;p27"/>
              <p:cNvCxnSpPr/>
              <p:nvPr/>
            </p:nvCxnSpPr>
            <p:spPr>
              <a:xfrm flipH="1" rot="10800000">
                <a:off x="1974958" y="2019015"/>
                <a:ext cx="463440" cy="388892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59" name="Google Shape;259;p27"/>
              <p:cNvCxnSpPr/>
              <p:nvPr/>
            </p:nvCxnSpPr>
            <p:spPr>
              <a:xfrm>
                <a:off x="2438398" y="2019015"/>
                <a:ext cx="1080167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</p:grpSp>
        <p:grpSp>
          <p:nvGrpSpPr>
            <p:cNvPr id="260" name="Google Shape;260;p27"/>
            <p:cNvGrpSpPr/>
            <p:nvPr/>
          </p:nvGrpSpPr>
          <p:grpSpPr>
            <a:xfrm flipH="1" rot="10800000">
              <a:off x="-1259888" y="4408929"/>
              <a:ext cx="3835321" cy="547270"/>
              <a:chOff x="-1" y="1860637"/>
              <a:chExt cx="3835321" cy="547270"/>
            </a:xfrm>
          </p:grpSpPr>
          <p:sp>
            <p:nvSpPr>
              <p:cNvPr id="261" name="Google Shape;261;p27"/>
              <p:cNvSpPr/>
              <p:nvPr/>
            </p:nvSpPr>
            <p:spPr>
              <a:xfrm>
                <a:off x="3518565" y="1860637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cxnSp>
            <p:nvCxnSpPr>
              <p:cNvPr id="262" name="Google Shape;262;p27"/>
              <p:cNvCxnSpPr/>
              <p:nvPr/>
            </p:nvCxnSpPr>
            <p:spPr>
              <a:xfrm>
                <a:off x="-1" y="2407907"/>
                <a:ext cx="1985654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63" name="Google Shape;263;p27"/>
              <p:cNvCxnSpPr/>
              <p:nvPr/>
            </p:nvCxnSpPr>
            <p:spPr>
              <a:xfrm flipH="1" rot="10800000">
                <a:off x="1974958" y="2019015"/>
                <a:ext cx="463440" cy="388892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64" name="Google Shape;264;p27"/>
              <p:cNvCxnSpPr/>
              <p:nvPr/>
            </p:nvCxnSpPr>
            <p:spPr>
              <a:xfrm>
                <a:off x="2438398" y="2019015"/>
                <a:ext cx="1080167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</p:grpSp>
        <p:grpSp>
          <p:nvGrpSpPr>
            <p:cNvPr id="265" name="Google Shape;265;p27"/>
            <p:cNvGrpSpPr/>
            <p:nvPr/>
          </p:nvGrpSpPr>
          <p:grpSpPr>
            <a:xfrm>
              <a:off x="-1252333" y="2715185"/>
              <a:ext cx="2776521" cy="436736"/>
              <a:chOff x="-26865" y="2715185"/>
              <a:chExt cx="2776521" cy="436736"/>
            </a:xfrm>
          </p:grpSpPr>
          <p:cxnSp>
            <p:nvCxnSpPr>
              <p:cNvPr id="266" name="Google Shape;266;p27"/>
              <p:cNvCxnSpPr/>
              <p:nvPr/>
            </p:nvCxnSpPr>
            <p:spPr>
              <a:xfrm>
                <a:off x="-26865" y="3151921"/>
                <a:ext cx="14027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67" name="Google Shape;267;p27"/>
              <p:cNvCxnSpPr/>
              <p:nvPr/>
            </p:nvCxnSpPr>
            <p:spPr>
              <a:xfrm flipH="1" rot="10800000">
                <a:off x="1368303" y="2877197"/>
                <a:ext cx="327387" cy="274724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68" name="Google Shape;268;p27"/>
              <p:cNvCxnSpPr/>
              <p:nvPr/>
            </p:nvCxnSpPr>
            <p:spPr>
              <a:xfrm>
                <a:off x="1695690" y="2877197"/>
                <a:ext cx="763061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269" name="Google Shape;269;p27"/>
              <p:cNvSpPr/>
              <p:nvPr/>
            </p:nvSpPr>
            <p:spPr>
              <a:xfrm>
                <a:off x="2432901" y="2715185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270" name="Google Shape;270;p27"/>
            <p:cNvGrpSpPr/>
            <p:nvPr/>
          </p:nvGrpSpPr>
          <p:grpSpPr>
            <a:xfrm>
              <a:off x="-1225468" y="3843225"/>
              <a:ext cx="2802371" cy="433101"/>
              <a:chOff x="-34420" y="3843718"/>
              <a:chExt cx="2802371" cy="433101"/>
            </a:xfrm>
          </p:grpSpPr>
          <p:cxnSp>
            <p:nvCxnSpPr>
              <p:cNvPr id="271" name="Google Shape;271;p27"/>
              <p:cNvCxnSpPr/>
              <p:nvPr/>
            </p:nvCxnSpPr>
            <p:spPr>
              <a:xfrm>
                <a:off x="-34420" y="3843718"/>
                <a:ext cx="14027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72" name="Google Shape;272;p27"/>
              <p:cNvCxnSpPr/>
              <p:nvPr/>
            </p:nvCxnSpPr>
            <p:spPr>
              <a:xfrm>
                <a:off x="1360748" y="3843718"/>
                <a:ext cx="327387" cy="274724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73" name="Google Shape;273;p27"/>
              <p:cNvCxnSpPr/>
              <p:nvPr/>
            </p:nvCxnSpPr>
            <p:spPr>
              <a:xfrm>
                <a:off x="1688135" y="4118442"/>
                <a:ext cx="763061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274" name="Google Shape;274;p27"/>
              <p:cNvSpPr/>
              <p:nvPr/>
            </p:nvSpPr>
            <p:spPr>
              <a:xfrm>
                <a:off x="2451196" y="3960064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</p:grpSp>
      <p:grpSp>
        <p:nvGrpSpPr>
          <p:cNvPr id="275" name="Google Shape;275;p27"/>
          <p:cNvGrpSpPr/>
          <p:nvPr/>
        </p:nvGrpSpPr>
        <p:grpSpPr>
          <a:xfrm flipH="1">
            <a:off x="9674240" y="1121391"/>
            <a:ext cx="4841288" cy="5054000"/>
            <a:chOff x="-1259888" y="901609"/>
            <a:chExt cx="4841288" cy="5054000"/>
          </a:xfrm>
        </p:grpSpPr>
        <p:grpSp>
          <p:nvGrpSpPr>
            <p:cNvPr id="276" name="Google Shape;276;p27"/>
            <p:cNvGrpSpPr/>
            <p:nvPr/>
          </p:nvGrpSpPr>
          <p:grpSpPr>
            <a:xfrm>
              <a:off x="-1225468" y="901609"/>
              <a:ext cx="4806868" cy="664514"/>
              <a:chOff x="0" y="901609"/>
              <a:chExt cx="4806868" cy="664514"/>
            </a:xfrm>
          </p:grpSpPr>
          <p:cxnSp>
            <p:nvCxnSpPr>
              <p:cNvPr id="277" name="Google Shape;277;p27"/>
              <p:cNvCxnSpPr/>
              <p:nvPr/>
            </p:nvCxnSpPr>
            <p:spPr>
              <a:xfrm>
                <a:off x="0" y="1566123"/>
                <a:ext cx="253393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78" name="Google Shape;278;p27"/>
              <p:cNvCxnSpPr/>
              <p:nvPr/>
            </p:nvCxnSpPr>
            <p:spPr>
              <a:xfrm flipH="1" rot="10800000">
                <a:off x="2520285" y="1059987"/>
                <a:ext cx="591405" cy="506136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79" name="Google Shape;279;p27"/>
              <p:cNvCxnSpPr/>
              <p:nvPr/>
            </p:nvCxnSpPr>
            <p:spPr>
              <a:xfrm>
                <a:off x="3111690" y="1059987"/>
                <a:ext cx="13784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280" name="Google Shape;280;p27"/>
              <p:cNvSpPr/>
              <p:nvPr/>
            </p:nvSpPr>
            <p:spPr>
              <a:xfrm>
                <a:off x="4490113" y="901609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281" name="Google Shape;281;p27"/>
            <p:cNvGrpSpPr/>
            <p:nvPr/>
          </p:nvGrpSpPr>
          <p:grpSpPr>
            <a:xfrm flipH="1" rot="10800000">
              <a:off x="-1225468" y="5291095"/>
              <a:ext cx="4806868" cy="664514"/>
              <a:chOff x="0" y="1232525"/>
              <a:chExt cx="4806868" cy="664514"/>
            </a:xfrm>
          </p:grpSpPr>
          <p:cxnSp>
            <p:nvCxnSpPr>
              <p:cNvPr id="282" name="Google Shape;282;p27"/>
              <p:cNvCxnSpPr/>
              <p:nvPr/>
            </p:nvCxnSpPr>
            <p:spPr>
              <a:xfrm>
                <a:off x="0" y="1897039"/>
                <a:ext cx="253393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83" name="Google Shape;283;p27"/>
              <p:cNvCxnSpPr/>
              <p:nvPr/>
            </p:nvCxnSpPr>
            <p:spPr>
              <a:xfrm flipH="1" rot="10800000">
                <a:off x="2520285" y="1390903"/>
                <a:ext cx="591405" cy="506136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84" name="Google Shape;284;p27"/>
              <p:cNvCxnSpPr/>
              <p:nvPr/>
            </p:nvCxnSpPr>
            <p:spPr>
              <a:xfrm>
                <a:off x="3111690" y="1390903"/>
                <a:ext cx="13784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285" name="Google Shape;285;p27"/>
              <p:cNvSpPr/>
              <p:nvPr/>
            </p:nvSpPr>
            <p:spPr>
              <a:xfrm>
                <a:off x="4490113" y="1232525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286" name="Google Shape;286;p27"/>
            <p:cNvGrpSpPr/>
            <p:nvPr/>
          </p:nvGrpSpPr>
          <p:grpSpPr>
            <a:xfrm>
              <a:off x="-1225469" y="1860637"/>
              <a:ext cx="3835321" cy="547270"/>
              <a:chOff x="-1" y="1860637"/>
              <a:chExt cx="3835321" cy="547270"/>
            </a:xfrm>
          </p:grpSpPr>
          <p:sp>
            <p:nvSpPr>
              <p:cNvPr id="287" name="Google Shape;287;p27"/>
              <p:cNvSpPr/>
              <p:nvPr/>
            </p:nvSpPr>
            <p:spPr>
              <a:xfrm>
                <a:off x="3518565" y="1860637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cxnSp>
            <p:nvCxnSpPr>
              <p:cNvPr id="288" name="Google Shape;288;p27"/>
              <p:cNvCxnSpPr/>
              <p:nvPr/>
            </p:nvCxnSpPr>
            <p:spPr>
              <a:xfrm>
                <a:off x="-1" y="2407907"/>
                <a:ext cx="1985654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89" name="Google Shape;289;p27"/>
              <p:cNvCxnSpPr/>
              <p:nvPr/>
            </p:nvCxnSpPr>
            <p:spPr>
              <a:xfrm flipH="1" rot="10800000">
                <a:off x="1974958" y="2019015"/>
                <a:ext cx="463440" cy="388892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90" name="Google Shape;290;p27"/>
              <p:cNvCxnSpPr/>
              <p:nvPr/>
            </p:nvCxnSpPr>
            <p:spPr>
              <a:xfrm>
                <a:off x="2438398" y="2019015"/>
                <a:ext cx="1080167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</p:grpSp>
        <p:grpSp>
          <p:nvGrpSpPr>
            <p:cNvPr id="291" name="Google Shape;291;p27"/>
            <p:cNvGrpSpPr/>
            <p:nvPr/>
          </p:nvGrpSpPr>
          <p:grpSpPr>
            <a:xfrm flipH="1" rot="10800000">
              <a:off x="-1259888" y="4408929"/>
              <a:ext cx="3835321" cy="547270"/>
              <a:chOff x="-1" y="1860637"/>
              <a:chExt cx="3835321" cy="547270"/>
            </a:xfrm>
          </p:grpSpPr>
          <p:sp>
            <p:nvSpPr>
              <p:cNvPr id="292" name="Google Shape;292;p27"/>
              <p:cNvSpPr/>
              <p:nvPr/>
            </p:nvSpPr>
            <p:spPr>
              <a:xfrm>
                <a:off x="3518565" y="1860637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cxnSp>
            <p:nvCxnSpPr>
              <p:cNvPr id="293" name="Google Shape;293;p27"/>
              <p:cNvCxnSpPr/>
              <p:nvPr/>
            </p:nvCxnSpPr>
            <p:spPr>
              <a:xfrm>
                <a:off x="-1" y="2407907"/>
                <a:ext cx="1985654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94" name="Google Shape;294;p27"/>
              <p:cNvCxnSpPr/>
              <p:nvPr/>
            </p:nvCxnSpPr>
            <p:spPr>
              <a:xfrm flipH="1" rot="10800000">
                <a:off x="1974958" y="2019015"/>
                <a:ext cx="463440" cy="388892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95" name="Google Shape;295;p27"/>
              <p:cNvCxnSpPr/>
              <p:nvPr/>
            </p:nvCxnSpPr>
            <p:spPr>
              <a:xfrm>
                <a:off x="2438398" y="2019015"/>
                <a:ext cx="1080167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</p:grpSp>
        <p:grpSp>
          <p:nvGrpSpPr>
            <p:cNvPr id="296" name="Google Shape;296;p27"/>
            <p:cNvGrpSpPr/>
            <p:nvPr/>
          </p:nvGrpSpPr>
          <p:grpSpPr>
            <a:xfrm>
              <a:off x="-1252333" y="2715185"/>
              <a:ext cx="2776521" cy="436736"/>
              <a:chOff x="-26865" y="2715185"/>
              <a:chExt cx="2776521" cy="436736"/>
            </a:xfrm>
          </p:grpSpPr>
          <p:cxnSp>
            <p:nvCxnSpPr>
              <p:cNvPr id="297" name="Google Shape;297;p27"/>
              <p:cNvCxnSpPr/>
              <p:nvPr/>
            </p:nvCxnSpPr>
            <p:spPr>
              <a:xfrm>
                <a:off x="-26865" y="3151921"/>
                <a:ext cx="14027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98" name="Google Shape;298;p27"/>
              <p:cNvCxnSpPr/>
              <p:nvPr/>
            </p:nvCxnSpPr>
            <p:spPr>
              <a:xfrm flipH="1" rot="10800000">
                <a:off x="1368303" y="2877197"/>
                <a:ext cx="327387" cy="274724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99" name="Google Shape;299;p27"/>
              <p:cNvCxnSpPr/>
              <p:nvPr/>
            </p:nvCxnSpPr>
            <p:spPr>
              <a:xfrm>
                <a:off x="1695690" y="2877197"/>
                <a:ext cx="763061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300" name="Google Shape;300;p27"/>
              <p:cNvSpPr/>
              <p:nvPr/>
            </p:nvSpPr>
            <p:spPr>
              <a:xfrm>
                <a:off x="2432901" y="2715185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301" name="Google Shape;301;p27"/>
            <p:cNvGrpSpPr/>
            <p:nvPr/>
          </p:nvGrpSpPr>
          <p:grpSpPr>
            <a:xfrm>
              <a:off x="-1225468" y="3843225"/>
              <a:ext cx="2802371" cy="433101"/>
              <a:chOff x="-34420" y="3843718"/>
              <a:chExt cx="2802371" cy="433101"/>
            </a:xfrm>
          </p:grpSpPr>
          <p:cxnSp>
            <p:nvCxnSpPr>
              <p:cNvPr id="302" name="Google Shape;302;p27"/>
              <p:cNvCxnSpPr/>
              <p:nvPr/>
            </p:nvCxnSpPr>
            <p:spPr>
              <a:xfrm>
                <a:off x="-34420" y="3843718"/>
                <a:ext cx="14027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303" name="Google Shape;303;p27"/>
              <p:cNvCxnSpPr/>
              <p:nvPr/>
            </p:nvCxnSpPr>
            <p:spPr>
              <a:xfrm>
                <a:off x="1360748" y="3843718"/>
                <a:ext cx="327387" cy="274724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304" name="Google Shape;304;p27"/>
              <p:cNvCxnSpPr/>
              <p:nvPr/>
            </p:nvCxnSpPr>
            <p:spPr>
              <a:xfrm>
                <a:off x="1688135" y="4118442"/>
                <a:ext cx="763061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305" name="Google Shape;305;p27"/>
              <p:cNvSpPr/>
              <p:nvPr/>
            </p:nvSpPr>
            <p:spPr>
              <a:xfrm>
                <a:off x="2451196" y="3960064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</p:grpSp>
      <p:sp>
        <p:nvSpPr>
          <p:cNvPr id="306" name="Google Shape;306;p27"/>
          <p:cNvSpPr/>
          <p:nvPr/>
        </p:nvSpPr>
        <p:spPr>
          <a:xfrm>
            <a:off x="82718" y="6583140"/>
            <a:ext cx="233916" cy="233916"/>
          </a:xfrm>
          <a:prstGeom prst="ellipse">
            <a:avLst/>
          </a:prstGeom>
          <a:gradFill>
            <a:gsLst>
              <a:gs pos="0">
                <a:srgbClr val="0072FF"/>
              </a:gs>
              <a:gs pos="99000">
                <a:srgbClr val="00C6FF"/>
              </a:gs>
              <a:gs pos="100000">
                <a:srgbClr val="00C6FF"/>
              </a:gs>
            </a:gsLst>
            <a:lin ang="270000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07" name="Google Shape;307;p27"/>
          <p:cNvSpPr txBox="1"/>
          <p:nvPr>
            <p:ph idx="12" type="sldNum"/>
          </p:nvPr>
        </p:nvSpPr>
        <p:spPr>
          <a:xfrm>
            <a:off x="58527" y="6566400"/>
            <a:ext cx="291600" cy="291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308" name="Google Shape;308;p27"/>
          <p:cNvSpPr txBox="1"/>
          <p:nvPr/>
        </p:nvSpPr>
        <p:spPr>
          <a:xfrm>
            <a:off x="4702630" y="640081"/>
            <a:ext cx="3028822" cy="646331"/>
          </a:xfrm>
          <a:prstGeom prst="rect">
            <a:avLst/>
          </a:prstGeom>
          <a:gradFill>
            <a:gsLst>
              <a:gs pos="0">
                <a:srgbClr val="0072FF"/>
              </a:gs>
              <a:gs pos="100000">
                <a:srgbClr val="00C6FF"/>
              </a:gs>
            </a:gsLst>
            <a:path path="circle">
              <a:fillToRect b="50%" l="50%" r="50%" t="50%"/>
            </a:path>
            <a:tileRect/>
          </a:gradFill>
          <a:ln>
            <a:noFill/>
          </a:ln>
        </p:spPr>
        <p:txBody>
          <a:bodyPr anchorCtr="0" anchor="ctr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3600">
              <a:solidFill>
                <a:schemeClr val="lt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309" name="Google Shape;309;p27"/>
          <p:cNvSpPr txBox="1"/>
          <p:nvPr>
            <p:ph idx="1" type="body"/>
          </p:nvPr>
        </p:nvSpPr>
        <p:spPr>
          <a:xfrm>
            <a:off x="2033899" y="1559014"/>
            <a:ext cx="8124204" cy="4153664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Calibri"/>
              <a:buAutoNum type="arabicPeriod"/>
              <a:defRPr sz="2800"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Calibri"/>
              <a:buAutoNum type="arabicPeriod"/>
              <a:defRPr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AutoNum type="arabicPeriod"/>
              <a:defRPr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/>
              <a:buAutoNum type="arabicPeriod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/>
              <a:buAutoNum type="arabicPeriod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10" name="Google Shape;310;p27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311" name="Google Shape;311;p27"/>
          <p:cNvGrpSpPr/>
          <p:nvPr/>
        </p:nvGrpSpPr>
        <p:grpSpPr>
          <a:xfrm>
            <a:off x="58527" y="40944"/>
            <a:ext cx="2869771" cy="886519"/>
            <a:chOff x="44879" y="27296"/>
            <a:chExt cx="2869771" cy="886519"/>
          </a:xfrm>
        </p:grpSpPr>
        <p:cxnSp>
          <p:nvCxnSpPr>
            <p:cNvPr id="312" name="Google Shape;312;p27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313" name="Google Shape;313;p27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314" name="Google Shape;314;p27"/>
            <p:cNvCxnSpPr/>
            <p:nvPr/>
          </p:nvCxnSpPr>
          <p:spPr>
            <a:xfrm rot="10800000">
              <a:off x="52214" y="654128"/>
              <a:ext cx="0" cy="25968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315" name="Google Shape;315;p27"/>
          <p:cNvSpPr txBox="1"/>
          <p:nvPr>
            <p:ph idx="10" type="dt"/>
          </p:nvPr>
        </p:nvSpPr>
        <p:spPr>
          <a:xfrm>
            <a:off x="796022" y="6454635"/>
            <a:ext cx="2132276" cy="2668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16" name="Google Shape;316;p27"/>
          <p:cNvSpPr txBox="1"/>
          <p:nvPr>
            <p:ph idx="2" type="body"/>
          </p:nvPr>
        </p:nvSpPr>
        <p:spPr>
          <a:xfrm>
            <a:off x="4859729" y="734646"/>
            <a:ext cx="2714625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b="1" sz="360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17" name="Google Shape;317;p27"/>
          <p:cNvSpPr/>
          <p:nvPr/>
        </p:nvSpPr>
        <p:spPr>
          <a:xfrm>
            <a:off x="11589537" y="105878"/>
            <a:ext cx="489307" cy="405155"/>
          </a:xfrm>
          <a:custGeom>
            <a:rect b="b" l="l" r="r" t="t"/>
            <a:pathLst>
              <a:path extrusionOk="0" h="405155" w="489307">
                <a:moveTo>
                  <a:pt x="278290" y="349616"/>
                </a:moveTo>
                <a:lnTo>
                  <a:pt x="277683" y="349811"/>
                </a:lnTo>
                <a:lnTo>
                  <a:pt x="277976" y="349743"/>
                </a:lnTo>
                <a:close/>
                <a:moveTo>
                  <a:pt x="173116" y="214928"/>
                </a:moveTo>
                <a:cubicBezTo>
                  <a:pt x="186639" y="218079"/>
                  <a:pt x="199843" y="222476"/>
                  <a:pt x="212561" y="228062"/>
                </a:cubicBezTo>
                <a:cubicBezTo>
                  <a:pt x="213178" y="228246"/>
                  <a:pt x="213754" y="228547"/>
                  <a:pt x="214259" y="228947"/>
                </a:cubicBezTo>
                <a:cubicBezTo>
                  <a:pt x="214217" y="229557"/>
                  <a:pt x="213672" y="229599"/>
                  <a:pt x="213316" y="229788"/>
                </a:cubicBezTo>
                <a:cubicBezTo>
                  <a:pt x="202362" y="236025"/>
                  <a:pt x="191918" y="243127"/>
                  <a:pt x="182086" y="251026"/>
                </a:cubicBezTo>
                <a:cubicBezTo>
                  <a:pt x="181512" y="251550"/>
                  <a:pt x="180766" y="251843"/>
                  <a:pt x="179990" y="251847"/>
                </a:cubicBezTo>
                <a:lnTo>
                  <a:pt x="156055" y="251847"/>
                </a:lnTo>
                <a:cubicBezTo>
                  <a:pt x="155735" y="251891"/>
                  <a:pt x="155409" y="251824"/>
                  <a:pt x="155132" y="251658"/>
                </a:cubicBezTo>
                <a:cubicBezTo>
                  <a:pt x="155074" y="251207"/>
                  <a:pt x="155162" y="250748"/>
                  <a:pt x="155384" y="250353"/>
                </a:cubicBezTo>
                <a:cubicBezTo>
                  <a:pt x="159232" y="238513"/>
                  <a:pt x="164239" y="227084"/>
                  <a:pt x="170328" y="216233"/>
                </a:cubicBezTo>
                <a:cubicBezTo>
                  <a:pt x="171292" y="214507"/>
                  <a:pt x="171313" y="214507"/>
                  <a:pt x="173116" y="214928"/>
                </a:cubicBezTo>
                <a:close/>
                <a:moveTo>
                  <a:pt x="277908" y="214851"/>
                </a:moveTo>
                <a:cubicBezTo>
                  <a:pt x="278730" y="214533"/>
                  <a:pt x="279652" y="214946"/>
                  <a:pt x="279966" y="215771"/>
                </a:cubicBezTo>
                <a:cubicBezTo>
                  <a:pt x="286223" y="226906"/>
                  <a:pt x="291362" y="238640"/>
                  <a:pt x="295308" y="250795"/>
                </a:cubicBezTo>
                <a:cubicBezTo>
                  <a:pt x="295455" y="251088"/>
                  <a:pt x="295499" y="251423"/>
                  <a:pt x="295434" y="251743"/>
                </a:cubicBezTo>
                <a:cubicBezTo>
                  <a:pt x="294948" y="251907"/>
                  <a:pt x="294432" y="251957"/>
                  <a:pt x="293925" y="251890"/>
                </a:cubicBezTo>
                <a:cubicBezTo>
                  <a:pt x="286191" y="251890"/>
                  <a:pt x="278520" y="251890"/>
                  <a:pt x="270870" y="251890"/>
                </a:cubicBezTo>
                <a:cubicBezTo>
                  <a:pt x="269914" y="251905"/>
                  <a:pt x="268985" y="251576"/>
                  <a:pt x="268250" y="250964"/>
                </a:cubicBezTo>
                <a:cubicBezTo>
                  <a:pt x="258573" y="243178"/>
                  <a:pt x="248290" y="236182"/>
                  <a:pt x="237502" y="230042"/>
                </a:cubicBezTo>
                <a:cubicBezTo>
                  <a:pt x="237020" y="229859"/>
                  <a:pt x="236588" y="229564"/>
                  <a:pt x="236245" y="229179"/>
                </a:cubicBezTo>
                <a:cubicBezTo>
                  <a:pt x="236350" y="228589"/>
                  <a:pt x="236874" y="228547"/>
                  <a:pt x="237251" y="228400"/>
                </a:cubicBezTo>
                <a:cubicBezTo>
                  <a:pt x="250332" y="222603"/>
                  <a:pt x="263932" y="218072"/>
                  <a:pt x="277870" y="214866"/>
                </a:cubicBezTo>
                <a:cubicBezTo>
                  <a:pt x="277883" y="214862"/>
                  <a:pt x="277895" y="214856"/>
                  <a:pt x="277908" y="214851"/>
                </a:cubicBezTo>
                <a:close/>
                <a:moveTo>
                  <a:pt x="151422" y="211056"/>
                </a:moveTo>
                <a:cubicBezTo>
                  <a:pt x="154692" y="211561"/>
                  <a:pt x="157982" y="212024"/>
                  <a:pt x="161566" y="212550"/>
                </a:cubicBezTo>
                <a:cubicBezTo>
                  <a:pt x="159177" y="217160"/>
                  <a:pt x="156830" y="221622"/>
                  <a:pt x="154797" y="226084"/>
                </a:cubicBezTo>
                <a:cubicBezTo>
                  <a:pt x="152764" y="230546"/>
                  <a:pt x="150982" y="235114"/>
                  <a:pt x="148886" y="239639"/>
                </a:cubicBezTo>
                <a:cubicBezTo>
                  <a:pt x="148760" y="238250"/>
                  <a:pt x="148530" y="236840"/>
                  <a:pt x="148530" y="235429"/>
                </a:cubicBezTo>
                <a:cubicBezTo>
                  <a:pt x="148302" y="227778"/>
                  <a:pt x="148673" y="220121"/>
                  <a:pt x="149641" y="212529"/>
                </a:cubicBezTo>
                <a:cubicBezTo>
                  <a:pt x="149850" y="210908"/>
                  <a:pt x="149913" y="210845"/>
                  <a:pt x="151422" y="211056"/>
                </a:cubicBezTo>
                <a:close/>
                <a:moveTo>
                  <a:pt x="299584" y="210929"/>
                </a:moveTo>
                <a:cubicBezTo>
                  <a:pt x="300465" y="210803"/>
                  <a:pt x="300800" y="211224"/>
                  <a:pt x="300800" y="212003"/>
                </a:cubicBezTo>
                <a:cubicBezTo>
                  <a:pt x="301093" y="214655"/>
                  <a:pt x="301492" y="217328"/>
                  <a:pt x="301680" y="219980"/>
                </a:cubicBezTo>
                <a:cubicBezTo>
                  <a:pt x="302219" y="226164"/>
                  <a:pt x="302227" y="232382"/>
                  <a:pt x="301701" y="238566"/>
                </a:cubicBezTo>
                <a:cubicBezTo>
                  <a:pt x="301825" y="238991"/>
                  <a:pt x="301825" y="239445"/>
                  <a:pt x="301701" y="239871"/>
                </a:cubicBezTo>
                <a:cubicBezTo>
                  <a:pt x="301093" y="239765"/>
                  <a:pt x="301093" y="239344"/>
                  <a:pt x="301093" y="238923"/>
                </a:cubicBezTo>
                <a:cubicBezTo>
                  <a:pt x="297648" y="229900"/>
                  <a:pt x="293609" y="221117"/>
                  <a:pt x="289000" y="212634"/>
                </a:cubicBezTo>
                <a:cubicBezTo>
                  <a:pt x="292647" y="211813"/>
                  <a:pt x="296126" y="211455"/>
                  <a:pt x="299584" y="210929"/>
                </a:cubicBezTo>
                <a:close/>
                <a:moveTo>
                  <a:pt x="112605" y="209436"/>
                </a:moveTo>
                <a:cubicBezTo>
                  <a:pt x="121492" y="209225"/>
                  <a:pt x="130358" y="209162"/>
                  <a:pt x="139224" y="209814"/>
                </a:cubicBezTo>
                <a:cubicBezTo>
                  <a:pt x="140397" y="209899"/>
                  <a:pt x="140544" y="209920"/>
                  <a:pt x="140397" y="211204"/>
                </a:cubicBezTo>
                <a:cubicBezTo>
                  <a:pt x="140041" y="214445"/>
                  <a:pt x="139685" y="217707"/>
                  <a:pt x="139475" y="220970"/>
                </a:cubicBezTo>
                <a:cubicBezTo>
                  <a:pt x="139059" y="227242"/>
                  <a:pt x="139052" y="233536"/>
                  <a:pt x="139454" y="239808"/>
                </a:cubicBezTo>
                <a:cubicBezTo>
                  <a:pt x="139706" y="243786"/>
                  <a:pt x="140167" y="247722"/>
                  <a:pt x="140670" y="251616"/>
                </a:cubicBezTo>
                <a:cubicBezTo>
                  <a:pt x="140179" y="251869"/>
                  <a:pt x="139621" y="251957"/>
                  <a:pt x="139077" y="251869"/>
                </a:cubicBezTo>
                <a:cubicBezTo>
                  <a:pt x="131615" y="251869"/>
                  <a:pt x="124133" y="251869"/>
                  <a:pt x="116671" y="251869"/>
                </a:cubicBezTo>
                <a:cubicBezTo>
                  <a:pt x="115649" y="251976"/>
                  <a:pt x="114660" y="251463"/>
                  <a:pt x="114156" y="250564"/>
                </a:cubicBezTo>
                <a:cubicBezTo>
                  <a:pt x="106186" y="238977"/>
                  <a:pt x="104682" y="224098"/>
                  <a:pt x="110174" y="211140"/>
                </a:cubicBezTo>
                <a:cubicBezTo>
                  <a:pt x="110472" y="210061"/>
                  <a:pt x="111492" y="209345"/>
                  <a:pt x="112605" y="209436"/>
                </a:cubicBezTo>
                <a:close/>
                <a:moveTo>
                  <a:pt x="337584" y="209372"/>
                </a:moveTo>
                <a:cubicBezTo>
                  <a:pt x="338953" y="209237"/>
                  <a:pt x="340213" y="210134"/>
                  <a:pt x="340539" y="211477"/>
                </a:cubicBezTo>
                <a:cubicBezTo>
                  <a:pt x="345851" y="224367"/>
                  <a:pt x="344272" y="239083"/>
                  <a:pt x="336348" y="250542"/>
                </a:cubicBezTo>
                <a:cubicBezTo>
                  <a:pt x="335962" y="251350"/>
                  <a:pt x="335145" y="251860"/>
                  <a:pt x="334252" y="251847"/>
                </a:cubicBezTo>
                <a:cubicBezTo>
                  <a:pt x="326518" y="251847"/>
                  <a:pt x="318805" y="251847"/>
                  <a:pt x="311070" y="251847"/>
                </a:cubicBezTo>
                <a:cubicBezTo>
                  <a:pt x="310666" y="251921"/>
                  <a:pt x="310247" y="251822"/>
                  <a:pt x="309918" y="251574"/>
                </a:cubicBezTo>
                <a:cubicBezTo>
                  <a:pt x="310190" y="249090"/>
                  <a:pt x="310463" y="246564"/>
                  <a:pt x="310735" y="244038"/>
                </a:cubicBezTo>
                <a:cubicBezTo>
                  <a:pt x="311452" y="236806"/>
                  <a:pt x="311592" y="229528"/>
                  <a:pt x="311154" y="222274"/>
                </a:cubicBezTo>
                <a:cubicBezTo>
                  <a:pt x="310945" y="218612"/>
                  <a:pt x="310567" y="214992"/>
                  <a:pt x="310169" y="211350"/>
                </a:cubicBezTo>
                <a:cubicBezTo>
                  <a:pt x="310023" y="209919"/>
                  <a:pt x="310043" y="209814"/>
                  <a:pt x="311343" y="209814"/>
                </a:cubicBezTo>
                <a:cubicBezTo>
                  <a:pt x="320083" y="209161"/>
                  <a:pt x="328823" y="209245"/>
                  <a:pt x="337584" y="209372"/>
                </a:cubicBezTo>
                <a:close/>
                <a:moveTo>
                  <a:pt x="223837" y="156099"/>
                </a:moveTo>
                <a:cubicBezTo>
                  <a:pt x="225577" y="154857"/>
                  <a:pt x="225137" y="154920"/>
                  <a:pt x="226772" y="156099"/>
                </a:cubicBezTo>
                <a:cubicBezTo>
                  <a:pt x="245080" y="169370"/>
                  <a:pt x="260831" y="185874"/>
                  <a:pt x="273260" y="204805"/>
                </a:cubicBezTo>
                <a:lnTo>
                  <a:pt x="273909" y="205920"/>
                </a:lnTo>
                <a:lnTo>
                  <a:pt x="270220" y="206888"/>
                </a:lnTo>
                <a:cubicBezTo>
                  <a:pt x="255205" y="210723"/>
                  <a:pt x="240613" y="216070"/>
                  <a:pt x="226667" y="222843"/>
                </a:cubicBezTo>
                <a:cubicBezTo>
                  <a:pt x="225843" y="223317"/>
                  <a:pt x="224829" y="223317"/>
                  <a:pt x="224005" y="222843"/>
                </a:cubicBezTo>
                <a:cubicBezTo>
                  <a:pt x="209195" y="215638"/>
                  <a:pt x="193660" y="210050"/>
                  <a:pt x="177664" y="206173"/>
                </a:cubicBezTo>
                <a:cubicBezTo>
                  <a:pt x="177441" y="206099"/>
                  <a:pt x="177223" y="206006"/>
                  <a:pt x="177014" y="205899"/>
                </a:cubicBezTo>
                <a:cubicBezTo>
                  <a:pt x="176783" y="205289"/>
                  <a:pt x="177202" y="204994"/>
                  <a:pt x="177433" y="204636"/>
                </a:cubicBezTo>
                <a:cubicBezTo>
                  <a:pt x="189845" y="185766"/>
                  <a:pt x="205569" y="169321"/>
                  <a:pt x="223837" y="156099"/>
                </a:cubicBezTo>
                <a:close/>
                <a:moveTo>
                  <a:pt x="190281" y="135577"/>
                </a:moveTo>
                <a:cubicBezTo>
                  <a:pt x="198967" y="139281"/>
                  <a:pt x="207373" y="143615"/>
                  <a:pt x="215432" y="148542"/>
                </a:cubicBezTo>
                <a:cubicBezTo>
                  <a:pt x="215810" y="148774"/>
                  <a:pt x="216166" y="149048"/>
                  <a:pt x="216732" y="149426"/>
                </a:cubicBezTo>
                <a:cubicBezTo>
                  <a:pt x="214196" y="151426"/>
                  <a:pt x="211806" y="153278"/>
                  <a:pt x="209459" y="155194"/>
                </a:cubicBezTo>
                <a:cubicBezTo>
                  <a:pt x="193209" y="168404"/>
                  <a:pt x="179212" y="184185"/>
                  <a:pt x="168022" y="201921"/>
                </a:cubicBezTo>
                <a:cubicBezTo>
                  <a:pt x="167418" y="203270"/>
                  <a:pt x="165893" y="203935"/>
                  <a:pt x="164501" y="203457"/>
                </a:cubicBezTo>
                <a:cubicBezTo>
                  <a:pt x="160875" y="202721"/>
                  <a:pt x="157186" y="202215"/>
                  <a:pt x="153539" y="201626"/>
                </a:cubicBezTo>
                <a:cubicBezTo>
                  <a:pt x="151653" y="201331"/>
                  <a:pt x="151653" y="201331"/>
                  <a:pt x="152051" y="199521"/>
                </a:cubicBezTo>
                <a:cubicBezTo>
                  <a:pt x="153707" y="192399"/>
                  <a:pt x="155957" y="185427"/>
                  <a:pt x="158779" y="178683"/>
                </a:cubicBezTo>
                <a:cubicBezTo>
                  <a:pt x="165364" y="162853"/>
                  <a:pt x="174937" y="148450"/>
                  <a:pt x="186969" y="136271"/>
                </a:cubicBezTo>
                <a:cubicBezTo>
                  <a:pt x="187741" y="135236"/>
                  <a:pt x="189160" y="134937"/>
                  <a:pt x="190281" y="135577"/>
                </a:cubicBezTo>
                <a:close/>
                <a:moveTo>
                  <a:pt x="260223" y="135514"/>
                </a:moveTo>
                <a:cubicBezTo>
                  <a:pt x="261329" y="134828"/>
                  <a:pt x="262773" y="135102"/>
                  <a:pt x="263555" y="136146"/>
                </a:cubicBezTo>
                <a:cubicBezTo>
                  <a:pt x="279501" y="152309"/>
                  <a:pt x="291048" y="172311"/>
                  <a:pt x="297090" y="194239"/>
                </a:cubicBezTo>
                <a:cubicBezTo>
                  <a:pt x="297614" y="196133"/>
                  <a:pt x="298075" y="198027"/>
                  <a:pt x="298536" y="199943"/>
                </a:cubicBezTo>
                <a:cubicBezTo>
                  <a:pt x="298830" y="201248"/>
                  <a:pt x="298788" y="201269"/>
                  <a:pt x="297384" y="201479"/>
                </a:cubicBezTo>
                <a:cubicBezTo>
                  <a:pt x="293297" y="202237"/>
                  <a:pt x="289189" y="202848"/>
                  <a:pt x="285101" y="203584"/>
                </a:cubicBezTo>
                <a:cubicBezTo>
                  <a:pt x="284261" y="203820"/>
                  <a:pt x="283374" y="203412"/>
                  <a:pt x="283006" y="202616"/>
                </a:cubicBezTo>
                <a:cubicBezTo>
                  <a:pt x="277902" y="194481"/>
                  <a:pt x="272199" y="186741"/>
                  <a:pt x="265945" y="179463"/>
                </a:cubicBezTo>
                <a:cubicBezTo>
                  <a:pt x="257022" y="169004"/>
                  <a:pt x="247027" y="159522"/>
                  <a:pt x="236119" y="151174"/>
                </a:cubicBezTo>
                <a:lnTo>
                  <a:pt x="233793" y="149364"/>
                </a:lnTo>
                <a:cubicBezTo>
                  <a:pt x="235813" y="147960"/>
                  <a:pt x="237911" y="146674"/>
                  <a:pt x="240081" y="145512"/>
                </a:cubicBezTo>
                <a:cubicBezTo>
                  <a:pt x="246591" y="141782"/>
                  <a:pt x="253316" y="138444"/>
                  <a:pt x="260223" y="135514"/>
                </a:cubicBezTo>
                <a:close/>
                <a:moveTo>
                  <a:pt x="322955" y="47469"/>
                </a:moveTo>
                <a:cubicBezTo>
                  <a:pt x="300264" y="54570"/>
                  <a:pt x="278009" y="63003"/>
                  <a:pt x="256303" y="72727"/>
                </a:cubicBezTo>
                <a:cubicBezTo>
                  <a:pt x="245153" y="77799"/>
                  <a:pt x="234128" y="83145"/>
                  <a:pt x="223376" y="89060"/>
                </a:cubicBezTo>
                <a:cubicBezTo>
                  <a:pt x="197303" y="103220"/>
                  <a:pt x="172759" y="120058"/>
                  <a:pt x="150144" y="139302"/>
                </a:cubicBezTo>
                <a:cubicBezTo>
                  <a:pt x="120830" y="164358"/>
                  <a:pt x="95293" y="193554"/>
                  <a:pt x="74334" y="225979"/>
                </a:cubicBezTo>
                <a:cubicBezTo>
                  <a:pt x="65749" y="239223"/>
                  <a:pt x="58928" y="253537"/>
                  <a:pt x="54045" y="268560"/>
                </a:cubicBezTo>
                <a:cubicBezTo>
                  <a:pt x="50376" y="279928"/>
                  <a:pt x="48876" y="291889"/>
                  <a:pt x="49622" y="303815"/>
                </a:cubicBezTo>
                <a:cubicBezTo>
                  <a:pt x="50381" y="318010"/>
                  <a:pt x="55442" y="331635"/>
                  <a:pt x="64126" y="342860"/>
                </a:cubicBezTo>
                <a:cubicBezTo>
                  <a:pt x="69755" y="349890"/>
                  <a:pt x="76705" y="355742"/>
                  <a:pt x="84583" y="360077"/>
                </a:cubicBezTo>
                <a:cubicBezTo>
                  <a:pt x="99400" y="368204"/>
                  <a:pt x="115709" y="373216"/>
                  <a:pt x="132517" y="374811"/>
                </a:cubicBezTo>
                <a:cubicBezTo>
                  <a:pt x="140389" y="375666"/>
                  <a:pt x="148317" y="375870"/>
                  <a:pt x="156222" y="375422"/>
                </a:cubicBezTo>
                <a:cubicBezTo>
                  <a:pt x="168209" y="374761"/>
                  <a:pt x="180147" y="373405"/>
                  <a:pt x="191979" y="371359"/>
                </a:cubicBezTo>
                <a:cubicBezTo>
                  <a:pt x="209438" y="368413"/>
                  <a:pt x="226814" y="365024"/>
                  <a:pt x="244000" y="360604"/>
                </a:cubicBezTo>
                <a:lnTo>
                  <a:pt x="277680" y="349812"/>
                </a:lnTo>
                <a:lnTo>
                  <a:pt x="247375" y="356815"/>
                </a:lnTo>
                <a:cubicBezTo>
                  <a:pt x="237369" y="358185"/>
                  <a:pt x="227256" y="358602"/>
                  <a:pt x="217172" y="358057"/>
                </a:cubicBezTo>
                <a:cubicBezTo>
                  <a:pt x="196093" y="356998"/>
                  <a:pt x="175394" y="352001"/>
                  <a:pt x="156138" y="343323"/>
                </a:cubicBezTo>
                <a:cubicBezTo>
                  <a:pt x="127518" y="330429"/>
                  <a:pt x="102944" y="309934"/>
                  <a:pt x="85065" y="284051"/>
                </a:cubicBezTo>
                <a:cubicBezTo>
                  <a:pt x="84876" y="283777"/>
                  <a:pt x="84667" y="283525"/>
                  <a:pt x="84499" y="283251"/>
                </a:cubicBezTo>
                <a:cubicBezTo>
                  <a:pt x="83388" y="281462"/>
                  <a:pt x="83702" y="280768"/>
                  <a:pt x="85798" y="280768"/>
                </a:cubicBezTo>
                <a:cubicBezTo>
                  <a:pt x="97955" y="280768"/>
                  <a:pt x="110090" y="280768"/>
                  <a:pt x="122226" y="280768"/>
                </a:cubicBezTo>
                <a:cubicBezTo>
                  <a:pt x="123646" y="280875"/>
                  <a:pt x="124955" y="281578"/>
                  <a:pt x="125831" y="282704"/>
                </a:cubicBezTo>
                <a:cubicBezTo>
                  <a:pt x="133821" y="290881"/>
                  <a:pt x="142741" y="298088"/>
                  <a:pt x="152407" y="304173"/>
                </a:cubicBezTo>
                <a:cubicBezTo>
                  <a:pt x="168993" y="314500"/>
                  <a:pt x="187563" y="321191"/>
                  <a:pt x="206902" y="323811"/>
                </a:cubicBezTo>
                <a:cubicBezTo>
                  <a:pt x="203192" y="321138"/>
                  <a:pt x="199902" y="318507"/>
                  <a:pt x="196548" y="316002"/>
                </a:cubicBezTo>
                <a:cubicBezTo>
                  <a:pt x="186802" y="308699"/>
                  <a:pt x="177119" y="301290"/>
                  <a:pt x="167393" y="293965"/>
                </a:cubicBezTo>
                <a:cubicBezTo>
                  <a:pt x="154168" y="283904"/>
                  <a:pt x="140901" y="273780"/>
                  <a:pt x="127571" y="263740"/>
                </a:cubicBezTo>
                <a:cubicBezTo>
                  <a:pt x="126795" y="263150"/>
                  <a:pt x="125433" y="262687"/>
                  <a:pt x="125789" y="261466"/>
                </a:cubicBezTo>
                <a:cubicBezTo>
                  <a:pt x="126145" y="260246"/>
                  <a:pt x="127529" y="260666"/>
                  <a:pt x="128472" y="260666"/>
                </a:cubicBezTo>
                <a:cubicBezTo>
                  <a:pt x="143751" y="260666"/>
                  <a:pt x="159010" y="260666"/>
                  <a:pt x="174289" y="260666"/>
                </a:cubicBezTo>
                <a:cubicBezTo>
                  <a:pt x="176224" y="260587"/>
                  <a:pt x="178058" y="261538"/>
                  <a:pt x="179110" y="263171"/>
                </a:cubicBezTo>
                <a:cubicBezTo>
                  <a:pt x="193928" y="283378"/>
                  <a:pt x="208914" y="303289"/>
                  <a:pt x="223795" y="323369"/>
                </a:cubicBezTo>
                <a:cubicBezTo>
                  <a:pt x="225221" y="325348"/>
                  <a:pt x="225304" y="325327"/>
                  <a:pt x="226772" y="323369"/>
                </a:cubicBezTo>
                <a:cubicBezTo>
                  <a:pt x="241584" y="303557"/>
                  <a:pt x="256310" y="283742"/>
                  <a:pt x="270954" y="263929"/>
                </a:cubicBezTo>
                <a:cubicBezTo>
                  <a:pt x="272283" y="261856"/>
                  <a:pt x="274624" y="260664"/>
                  <a:pt x="277074" y="260814"/>
                </a:cubicBezTo>
                <a:cubicBezTo>
                  <a:pt x="292018" y="260814"/>
                  <a:pt x="306983" y="260814"/>
                  <a:pt x="321928" y="260814"/>
                </a:cubicBezTo>
                <a:cubicBezTo>
                  <a:pt x="322934" y="260814"/>
                  <a:pt x="324568" y="260498"/>
                  <a:pt x="324799" y="261614"/>
                </a:cubicBezTo>
                <a:cubicBezTo>
                  <a:pt x="325030" y="262729"/>
                  <a:pt x="323730" y="263234"/>
                  <a:pt x="322934" y="263824"/>
                </a:cubicBezTo>
                <a:lnTo>
                  <a:pt x="269298" y="304447"/>
                </a:lnTo>
                <a:cubicBezTo>
                  <a:pt x="261082" y="310677"/>
                  <a:pt x="252803" y="316844"/>
                  <a:pt x="244650" y="323159"/>
                </a:cubicBezTo>
                <a:cubicBezTo>
                  <a:pt x="244342" y="323331"/>
                  <a:pt x="244088" y="323586"/>
                  <a:pt x="243916" y="323895"/>
                </a:cubicBezTo>
                <a:cubicBezTo>
                  <a:pt x="268192" y="320507"/>
                  <a:pt x="291142" y="310734"/>
                  <a:pt x="310442" y="295565"/>
                </a:cubicBezTo>
                <a:cubicBezTo>
                  <a:pt x="315749" y="291353"/>
                  <a:pt x="320762" y="286781"/>
                  <a:pt x="325449" y="281883"/>
                </a:cubicBezTo>
                <a:cubicBezTo>
                  <a:pt x="326298" y="281079"/>
                  <a:pt x="327455" y="280694"/>
                  <a:pt x="328614" y="280831"/>
                </a:cubicBezTo>
                <a:cubicBezTo>
                  <a:pt x="337710" y="280831"/>
                  <a:pt x="346785" y="280704"/>
                  <a:pt x="355861" y="280831"/>
                </a:cubicBezTo>
                <a:cubicBezTo>
                  <a:pt x="357919" y="281003"/>
                  <a:pt x="359891" y="279961"/>
                  <a:pt x="360912" y="278158"/>
                </a:cubicBezTo>
                <a:cubicBezTo>
                  <a:pt x="371568" y="262456"/>
                  <a:pt x="379537" y="245076"/>
                  <a:pt x="384491" y="226737"/>
                </a:cubicBezTo>
                <a:cubicBezTo>
                  <a:pt x="387315" y="216183"/>
                  <a:pt x="389153" y="205387"/>
                  <a:pt x="389983" y="194491"/>
                </a:cubicBezTo>
                <a:cubicBezTo>
                  <a:pt x="390318" y="190281"/>
                  <a:pt x="390507" y="186071"/>
                  <a:pt x="390507" y="181862"/>
                </a:cubicBezTo>
                <a:cubicBezTo>
                  <a:pt x="390501" y="172251"/>
                  <a:pt x="389715" y="162655"/>
                  <a:pt x="388159" y="153173"/>
                </a:cubicBezTo>
                <a:cubicBezTo>
                  <a:pt x="385212" y="135768"/>
                  <a:pt x="379650" y="118913"/>
                  <a:pt x="371664" y="103183"/>
                </a:cubicBezTo>
                <a:cubicBezTo>
                  <a:pt x="365936" y="91914"/>
                  <a:pt x="358969" y="81324"/>
                  <a:pt x="350893" y="71611"/>
                </a:cubicBezTo>
                <a:cubicBezTo>
                  <a:pt x="343746" y="63084"/>
                  <a:pt x="335794" y="55274"/>
                  <a:pt x="327146" y="48289"/>
                </a:cubicBezTo>
                <a:cubicBezTo>
                  <a:pt x="326002" y="47268"/>
                  <a:pt x="324397" y="46953"/>
                  <a:pt x="322955" y="47469"/>
                </a:cubicBezTo>
                <a:close/>
                <a:moveTo>
                  <a:pt x="279044" y="15391"/>
                </a:moveTo>
                <a:cubicBezTo>
                  <a:pt x="280107" y="14960"/>
                  <a:pt x="281293" y="14960"/>
                  <a:pt x="282356" y="15391"/>
                </a:cubicBezTo>
                <a:cubicBezTo>
                  <a:pt x="284473" y="16296"/>
                  <a:pt x="286694" y="17075"/>
                  <a:pt x="288790" y="17896"/>
                </a:cubicBezTo>
                <a:cubicBezTo>
                  <a:pt x="288958" y="17959"/>
                  <a:pt x="289126" y="18085"/>
                  <a:pt x="289650" y="18380"/>
                </a:cubicBezTo>
                <a:cubicBezTo>
                  <a:pt x="281266" y="21200"/>
                  <a:pt x="273217" y="23852"/>
                  <a:pt x="265211" y="26947"/>
                </a:cubicBezTo>
                <a:cubicBezTo>
                  <a:pt x="257204" y="30041"/>
                  <a:pt x="249282" y="33282"/>
                  <a:pt x="241422" y="36755"/>
                </a:cubicBezTo>
                <a:cubicBezTo>
                  <a:pt x="233562" y="40228"/>
                  <a:pt x="225807" y="43911"/>
                  <a:pt x="218115" y="47742"/>
                </a:cubicBezTo>
                <a:cubicBezTo>
                  <a:pt x="210429" y="51601"/>
                  <a:pt x="202835" y="55635"/>
                  <a:pt x="195332" y="59845"/>
                </a:cubicBezTo>
                <a:cubicBezTo>
                  <a:pt x="187814" y="64069"/>
                  <a:pt x="180403" y="68454"/>
                  <a:pt x="173094" y="73000"/>
                </a:cubicBezTo>
                <a:cubicBezTo>
                  <a:pt x="165785" y="77547"/>
                  <a:pt x="158569" y="82254"/>
                  <a:pt x="151443" y="87124"/>
                </a:cubicBezTo>
                <a:cubicBezTo>
                  <a:pt x="144373" y="92007"/>
                  <a:pt x="137386" y="97044"/>
                  <a:pt x="130483" y="102236"/>
                </a:cubicBezTo>
                <a:cubicBezTo>
                  <a:pt x="123581" y="107428"/>
                  <a:pt x="116804" y="112781"/>
                  <a:pt x="110153" y="118296"/>
                </a:cubicBezTo>
                <a:cubicBezTo>
                  <a:pt x="103516" y="123796"/>
                  <a:pt x="96990" y="129466"/>
                  <a:pt x="90577" y="135303"/>
                </a:cubicBezTo>
                <a:cubicBezTo>
                  <a:pt x="84163" y="141140"/>
                  <a:pt x="77910" y="147132"/>
                  <a:pt x="71818" y="153278"/>
                </a:cubicBezTo>
                <a:cubicBezTo>
                  <a:pt x="65740" y="159424"/>
                  <a:pt x="59850" y="165739"/>
                  <a:pt x="53814" y="172474"/>
                </a:cubicBezTo>
                <a:cubicBezTo>
                  <a:pt x="53793" y="170496"/>
                  <a:pt x="53940" y="169043"/>
                  <a:pt x="53940" y="167612"/>
                </a:cubicBezTo>
                <a:cubicBezTo>
                  <a:pt x="53730" y="163739"/>
                  <a:pt x="55616" y="161129"/>
                  <a:pt x="58131" y="158456"/>
                </a:cubicBezTo>
                <a:cubicBezTo>
                  <a:pt x="80821" y="134501"/>
                  <a:pt x="105627" y="112661"/>
                  <a:pt x="132244" y="93206"/>
                </a:cubicBezTo>
                <a:cubicBezTo>
                  <a:pt x="156774" y="75183"/>
                  <a:pt x="182675" y="59123"/>
                  <a:pt x="209710" y="45174"/>
                </a:cubicBezTo>
                <a:cubicBezTo>
                  <a:pt x="232078" y="33585"/>
                  <a:pt x="255249" y="23631"/>
                  <a:pt x="279044" y="15391"/>
                </a:cubicBezTo>
                <a:close/>
                <a:moveTo>
                  <a:pt x="261648" y="9456"/>
                </a:moveTo>
                <a:cubicBezTo>
                  <a:pt x="264037" y="10193"/>
                  <a:pt x="266469" y="10698"/>
                  <a:pt x="268900" y="11287"/>
                </a:cubicBezTo>
                <a:cubicBezTo>
                  <a:pt x="269067" y="11351"/>
                  <a:pt x="269227" y="11429"/>
                  <a:pt x="269382" y="11519"/>
                </a:cubicBezTo>
                <a:cubicBezTo>
                  <a:pt x="269005" y="12087"/>
                  <a:pt x="268376" y="12108"/>
                  <a:pt x="267852" y="12298"/>
                </a:cubicBezTo>
                <a:cubicBezTo>
                  <a:pt x="242275" y="21696"/>
                  <a:pt x="217451" y="33038"/>
                  <a:pt x="193593" y="46227"/>
                </a:cubicBezTo>
                <a:cubicBezTo>
                  <a:pt x="177984" y="54843"/>
                  <a:pt x="162747" y="64161"/>
                  <a:pt x="147880" y="74180"/>
                </a:cubicBezTo>
                <a:cubicBezTo>
                  <a:pt x="131120" y="85503"/>
                  <a:pt x="114947" y="97678"/>
                  <a:pt x="99422" y="110656"/>
                </a:cubicBezTo>
                <a:cubicBezTo>
                  <a:pt x="90437" y="118219"/>
                  <a:pt x="81690" y="126057"/>
                  <a:pt x="73180" y="134167"/>
                </a:cubicBezTo>
                <a:cubicBezTo>
                  <a:pt x="67605" y="139471"/>
                  <a:pt x="62261" y="145007"/>
                  <a:pt x="56853" y="150479"/>
                </a:cubicBezTo>
                <a:cubicBezTo>
                  <a:pt x="56769" y="150732"/>
                  <a:pt x="56602" y="150985"/>
                  <a:pt x="56371" y="150985"/>
                </a:cubicBezTo>
                <a:cubicBezTo>
                  <a:pt x="56015" y="151027"/>
                  <a:pt x="56036" y="150690"/>
                  <a:pt x="56057" y="150458"/>
                </a:cubicBezTo>
                <a:cubicBezTo>
                  <a:pt x="56043" y="150016"/>
                  <a:pt x="56167" y="149583"/>
                  <a:pt x="56413" y="149217"/>
                </a:cubicBezTo>
                <a:cubicBezTo>
                  <a:pt x="56806" y="146377"/>
                  <a:pt x="57380" y="143563"/>
                  <a:pt x="58132" y="140797"/>
                </a:cubicBezTo>
                <a:cubicBezTo>
                  <a:pt x="58380" y="140120"/>
                  <a:pt x="58808" y="139524"/>
                  <a:pt x="59368" y="139071"/>
                </a:cubicBezTo>
                <a:cubicBezTo>
                  <a:pt x="66760" y="131690"/>
                  <a:pt x="74354" y="124491"/>
                  <a:pt x="82151" y="117476"/>
                </a:cubicBezTo>
                <a:cubicBezTo>
                  <a:pt x="101750" y="100000"/>
                  <a:pt x="122497" y="83868"/>
                  <a:pt x="144254" y="69191"/>
                </a:cubicBezTo>
                <a:cubicBezTo>
                  <a:pt x="163134" y="56408"/>
                  <a:pt x="182729" y="44722"/>
                  <a:pt x="202940" y="34188"/>
                </a:cubicBezTo>
                <a:cubicBezTo>
                  <a:pt x="220404" y="25119"/>
                  <a:pt x="238335" y="16989"/>
                  <a:pt x="256660" y="9835"/>
                </a:cubicBezTo>
                <a:cubicBezTo>
                  <a:pt x="258227" y="9124"/>
                  <a:pt x="259992" y="8990"/>
                  <a:pt x="261648" y="9456"/>
                </a:cubicBezTo>
                <a:close/>
                <a:moveTo>
                  <a:pt x="245404" y="6677"/>
                </a:moveTo>
                <a:cubicBezTo>
                  <a:pt x="245634" y="6614"/>
                  <a:pt x="246158" y="6256"/>
                  <a:pt x="246033" y="6825"/>
                </a:cubicBezTo>
                <a:cubicBezTo>
                  <a:pt x="245907" y="7393"/>
                  <a:pt x="245488" y="7393"/>
                  <a:pt x="245027" y="7393"/>
                </a:cubicBezTo>
                <a:cubicBezTo>
                  <a:pt x="236643" y="10887"/>
                  <a:pt x="228301" y="14528"/>
                  <a:pt x="220064" y="18401"/>
                </a:cubicBezTo>
                <a:cubicBezTo>
                  <a:pt x="203994" y="25993"/>
                  <a:pt x="188275" y="34293"/>
                  <a:pt x="172905" y="43301"/>
                </a:cubicBezTo>
                <a:cubicBezTo>
                  <a:pt x="147433" y="58287"/>
                  <a:pt x="123089" y="75129"/>
                  <a:pt x="100071" y="93691"/>
                </a:cubicBezTo>
                <a:cubicBezTo>
                  <a:pt x="88166" y="103268"/>
                  <a:pt x="76638" y="113308"/>
                  <a:pt x="65572" y="123916"/>
                </a:cubicBezTo>
                <a:lnTo>
                  <a:pt x="62407" y="126842"/>
                </a:lnTo>
                <a:cubicBezTo>
                  <a:pt x="62176" y="122148"/>
                  <a:pt x="74501" y="95754"/>
                  <a:pt x="82507" y="83546"/>
                </a:cubicBezTo>
                <a:cubicBezTo>
                  <a:pt x="91237" y="70196"/>
                  <a:pt x="101729" y="58095"/>
                  <a:pt x="113695" y="47574"/>
                </a:cubicBezTo>
                <a:cubicBezTo>
                  <a:pt x="125704" y="37085"/>
                  <a:pt x="139107" y="28323"/>
                  <a:pt x="153518" y="21538"/>
                </a:cubicBezTo>
                <a:cubicBezTo>
                  <a:pt x="167768" y="14781"/>
                  <a:pt x="182897" y="10076"/>
                  <a:pt x="198455" y="7561"/>
                </a:cubicBezTo>
                <a:cubicBezTo>
                  <a:pt x="213981" y="5016"/>
                  <a:pt x="229793" y="4718"/>
                  <a:pt x="245404" y="6677"/>
                </a:cubicBezTo>
                <a:close/>
                <a:moveTo>
                  <a:pt x="416266" y="131"/>
                </a:moveTo>
                <a:cubicBezTo>
                  <a:pt x="431122" y="1575"/>
                  <a:pt x="442595" y="13881"/>
                  <a:pt x="443052" y="28862"/>
                </a:cubicBezTo>
                <a:cubicBezTo>
                  <a:pt x="442977" y="30144"/>
                  <a:pt x="443767" y="31318"/>
                  <a:pt x="444980" y="31724"/>
                </a:cubicBezTo>
                <a:cubicBezTo>
                  <a:pt x="453519" y="35548"/>
                  <a:pt x="461323" y="40849"/>
                  <a:pt x="468036" y="47384"/>
                </a:cubicBezTo>
                <a:cubicBezTo>
                  <a:pt x="477738" y="56923"/>
                  <a:pt x="484430" y="69119"/>
                  <a:pt x="487277" y="82451"/>
                </a:cubicBezTo>
                <a:cubicBezTo>
                  <a:pt x="489207" y="91549"/>
                  <a:pt x="489767" y="100886"/>
                  <a:pt x="488932" y="110150"/>
                </a:cubicBezTo>
                <a:cubicBezTo>
                  <a:pt x="487807" y="123049"/>
                  <a:pt x="484952" y="135737"/>
                  <a:pt x="480444" y="147869"/>
                </a:cubicBezTo>
                <a:cubicBezTo>
                  <a:pt x="475168" y="162253"/>
                  <a:pt x="468476" y="176074"/>
                  <a:pt x="460470" y="189123"/>
                </a:cubicBezTo>
                <a:cubicBezTo>
                  <a:pt x="453762" y="200176"/>
                  <a:pt x="446414" y="210824"/>
                  <a:pt x="438462" y="221012"/>
                </a:cubicBezTo>
                <a:cubicBezTo>
                  <a:pt x="438190" y="221369"/>
                  <a:pt x="437854" y="221685"/>
                  <a:pt x="437561" y="222022"/>
                </a:cubicBezTo>
                <a:cubicBezTo>
                  <a:pt x="436599" y="223510"/>
                  <a:pt x="435519" y="224918"/>
                  <a:pt x="434333" y="226232"/>
                </a:cubicBezTo>
                <a:cubicBezTo>
                  <a:pt x="434023" y="226802"/>
                  <a:pt x="433635" y="227326"/>
                  <a:pt x="433180" y="227789"/>
                </a:cubicBezTo>
                <a:cubicBezTo>
                  <a:pt x="432837" y="228469"/>
                  <a:pt x="432323" y="229050"/>
                  <a:pt x="431692" y="229473"/>
                </a:cubicBezTo>
                <a:cubicBezTo>
                  <a:pt x="431650" y="230083"/>
                  <a:pt x="431315" y="230483"/>
                  <a:pt x="430539" y="230799"/>
                </a:cubicBezTo>
                <a:cubicBezTo>
                  <a:pt x="430770" y="230115"/>
                  <a:pt x="431158" y="229494"/>
                  <a:pt x="431671" y="228989"/>
                </a:cubicBezTo>
                <a:lnTo>
                  <a:pt x="432803" y="227389"/>
                </a:lnTo>
                <a:cubicBezTo>
                  <a:pt x="433067" y="226783"/>
                  <a:pt x="433453" y="226240"/>
                  <a:pt x="433935" y="225789"/>
                </a:cubicBezTo>
                <a:cubicBezTo>
                  <a:pt x="434851" y="224165"/>
                  <a:pt x="435897" y="222615"/>
                  <a:pt x="437058" y="221159"/>
                </a:cubicBezTo>
                <a:cubicBezTo>
                  <a:pt x="439929" y="216423"/>
                  <a:pt x="443136" y="211940"/>
                  <a:pt x="445945" y="207183"/>
                </a:cubicBezTo>
                <a:cubicBezTo>
                  <a:pt x="453589" y="194691"/>
                  <a:pt x="460524" y="181775"/>
                  <a:pt x="466715" y="168496"/>
                </a:cubicBezTo>
                <a:cubicBezTo>
                  <a:pt x="471721" y="157743"/>
                  <a:pt x="475462" y="146442"/>
                  <a:pt x="477866" y="134819"/>
                </a:cubicBezTo>
                <a:cubicBezTo>
                  <a:pt x="479557" y="126606"/>
                  <a:pt x="480261" y="118216"/>
                  <a:pt x="479962" y="109835"/>
                </a:cubicBezTo>
                <a:cubicBezTo>
                  <a:pt x="479685" y="98430"/>
                  <a:pt x="477082" y="87205"/>
                  <a:pt x="472312" y="76852"/>
                </a:cubicBezTo>
                <a:cubicBezTo>
                  <a:pt x="467095" y="66064"/>
                  <a:pt x="458969" y="56963"/>
                  <a:pt x="448858" y="50584"/>
                </a:cubicBezTo>
                <a:cubicBezTo>
                  <a:pt x="446272" y="48900"/>
                  <a:pt x="443593" y="47368"/>
                  <a:pt x="440831" y="45995"/>
                </a:cubicBezTo>
                <a:cubicBezTo>
                  <a:pt x="439384" y="45280"/>
                  <a:pt x="439384" y="45301"/>
                  <a:pt x="438462" y="46732"/>
                </a:cubicBezTo>
                <a:cubicBezTo>
                  <a:pt x="434377" y="53474"/>
                  <a:pt x="427664" y="58185"/>
                  <a:pt x="419955" y="59719"/>
                </a:cubicBezTo>
                <a:cubicBezTo>
                  <a:pt x="404254" y="63069"/>
                  <a:pt x="388759" y="53219"/>
                  <a:pt x="385057" y="37534"/>
                </a:cubicBezTo>
                <a:cubicBezTo>
                  <a:pt x="384659" y="36039"/>
                  <a:pt x="384659" y="36039"/>
                  <a:pt x="383087" y="36039"/>
                </a:cubicBezTo>
                <a:cubicBezTo>
                  <a:pt x="374729" y="36508"/>
                  <a:pt x="366408" y="37485"/>
                  <a:pt x="358166" y="38965"/>
                </a:cubicBezTo>
                <a:cubicBezTo>
                  <a:pt x="349971" y="40270"/>
                  <a:pt x="341839" y="41912"/>
                  <a:pt x="333707" y="43575"/>
                </a:cubicBezTo>
                <a:cubicBezTo>
                  <a:pt x="333378" y="43576"/>
                  <a:pt x="333074" y="43752"/>
                  <a:pt x="332910" y="44038"/>
                </a:cubicBezTo>
                <a:cubicBezTo>
                  <a:pt x="333015" y="44627"/>
                  <a:pt x="333665" y="44901"/>
                  <a:pt x="334105" y="45280"/>
                </a:cubicBezTo>
                <a:cubicBezTo>
                  <a:pt x="353098" y="61237"/>
                  <a:pt x="368476" y="81087"/>
                  <a:pt x="379210" y="103499"/>
                </a:cubicBezTo>
                <a:cubicBezTo>
                  <a:pt x="386818" y="119273"/>
                  <a:pt x="392085" y="136078"/>
                  <a:pt x="394845" y="153383"/>
                </a:cubicBezTo>
                <a:cubicBezTo>
                  <a:pt x="396864" y="165903"/>
                  <a:pt x="397509" y="178608"/>
                  <a:pt x="396774" y="191270"/>
                </a:cubicBezTo>
                <a:cubicBezTo>
                  <a:pt x="395223" y="221224"/>
                  <a:pt x="386128" y="250294"/>
                  <a:pt x="370344" y="275758"/>
                </a:cubicBezTo>
                <a:cubicBezTo>
                  <a:pt x="360587" y="291612"/>
                  <a:pt x="348334" y="305773"/>
                  <a:pt x="334063" y="317686"/>
                </a:cubicBezTo>
                <a:cubicBezTo>
                  <a:pt x="329242" y="321706"/>
                  <a:pt x="324233" y="325432"/>
                  <a:pt x="319098" y="328968"/>
                </a:cubicBezTo>
                <a:cubicBezTo>
                  <a:pt x="317337" y="330147"/>
                  <a:pt x="315325" y="330884"/>
                  <a:pt x="313670" y="332252"/>
                </a:cubicBezTo>
                <a:cubicBezTo>
                  <a:pt x="313552" y="332694"/>
                  <a:pt x="313265" y="333073"/>
                  <a:pt x="312873" y="333304"/>
                </a:cubicBezTo>
                <a:lnTo>
                  <a:pt x="307549" y="336630"/>
                </a:lnTo>
                <a:lnTo>
                  <a:pt x="304846" y="338166"/>
                </a:lnTo>
                <a:lnTo>
                  <a:pt x="301408" y="340145"/>
                </a:lnTo>
                <a:cubicBezTo>
                  <a:pt x="300323" y="340905"/>
                  <a:pt x="299172" y="341568"/>
                  <a:pt x="297971" y="342123"/>
                </a:cubicBezTo>
                <a:cubicBezTo>
                  <a:pt x="297321" y="342687"/>
                  <a:pt x="296567" y="343117"/>
                  <a:pt x="295749" y="343386"/>
                </a:cubicBezTo>
                <a:cubicBezTo>
                  <a:pt x="295676" y="343576"/>
                  <a:pt x="295489" y="343696"/>
                  <a:pt x="295288" y="343681"/>
                </a:cubicBezTo>
                <a:cubicBezTo>
                  <a:pt x="295141" y="343946"/>
                  <a:pt x="294856" y="344102"/>
                  <a:pt x="294554" y="344081"/>
                </a:cubicBezTo>
                <a:cubicBezTo>
                  <a:pt x="294399" y="344352"/>
                  <a:pt x="294112" y="344521"/>
                  <a:pt x="293800" y="344523"/>
                </a:cubicBezTo>
                <a:cubicBezTo>
                  <a:pt x="293655" y="344792"/>
                  <a:pt x="293370" y="344956"/>
                  <a:pt x="293066" y="344944"/>
                </a:cubicBezTo>
                <a:cubicBezTo>
                  <a:pt x="292995" y="345125"/>
                  <a:pt x="292819" y="345243"/>
                  <a:pt x="292626" y="345238"/>
                </a:cubicBezTo>
                <a:cubicBezTo>
                  <a:pt x="287994" y="348122"/>
                  <a:pt x="283174" y="350711"/>
                  <a:pt x="278395" y="353300"/>
                </a:cubicBezTo>
                <a:cubicBezTo>
                  <a:pt x="256599" y="365194"/>
                  <a:pt x="233948" y="375438"/>
                  <a:pt x="210633" y="383946"/>
                </a:cubicBezTo>
                <a:cubicBezTo>
                  <a:pt x="192968" y="390402"/>
                  <a:pt x="174859" y="395565"/>
                  <a:pt x="156453" y="399396"/>
                </a:cubicBezTo>
                <a:cubicBezTo>
                  <a:pt x="147817" y="401220"/>
                  <a:pt x="139119" y="402622"/>
                  <a:pt x="130358" y="403605"/>
                </a:cubicBezTo>
                <a:cubicBezTo>
                  <a:pt x="118577" y="404992"/>
                  <a:pt x="106705" y="405449"/>
                  <a:pt x="94853" y="404973"/>
                </a:cubicBezTo>
                <a:cubicBezTo>
                  <a:pt x="80530" y="404529"/>
                  <a:pt x="66356" y="401917"/>
                  <a:pt x="52808" y="397228"/>
                </a:cubicBezTo>
                <a:cubicBezTo>
                  <a:pt x="41327" y="393306"/>
                  <a:pt x="30799" y="386994"/>
                  <a:pt x="21914" y="378705"/>
                </a:cubicBezTo>
                <a:cubicBezTo>
                  <a:pt x="11426" y="368621"/>
                  <a:pt x="4352" y="355489"/>
                  <a:pt x="1688" y="341155"/>
                </a:cubicBezTo>
                <a:cubicBezTo>
                  <a:pt x="-172" y="331366"/>
                  <a:pt x="-498" y="321347"/>
                  <a:pt x="724" y="311456"/>
                </a:cubicBezTo>
                <a:cubicBezTo>
                  <a:pt x="2699" y="295445"/>
                  <a:pt x="7095" y="279829"/>
                  <a:pt x="13761" y="265150"/>
                </a:cubicBezTo>
                <a:cubicBezTo>
                  <a:pt x="21442" y="247897"/>
                  <a:pt x="30904" y="231502"/>
                  <a:pt x="41993" y="216234"/>
                </a:cubicBezTo>
                <a:cubicBezTo>
                  <a:pt x="55802" y="197029"/>
                  <a:pt x="71229" y="179050"/>
                  <a:pt x="88104" y="162497"/>
                </a:cubicBezTo>
                <a:cubicBezTo>
                  <a:pt x="113892" y="137157"/>
                  <a:pt x="142171" y="114505"/>
                  <a:pt x="172508" y="94890"/>
                </a:cubicBezTo>
                <a:cubicBezTo>
                  <a:pt x="195316" y="79990"/>
                  <a:pt x="219207" y="66833"/>
                  <a:pt x="243979" y="55530"/>
                </a:cubicBezTo>
                <a:cubicBezTo>
                  <a:pt x="267374" y="44765"/>
                  <a:pt x="291670" y="36095"/>
                  <a:pt x="316583" y="29620"/>
                </a:cubicBezTo>
                <a:cubicBezTo>
                  <a:pt x="330194" y="26085"/>
                  <a:pt x="344033" y="23497"/>
                  <a:pt x="357999" y="21874"/>
                </a:cubicBezTo>
                <a:cubicBezTo>
                  <a:pt x="366053" y="20902"/>
                  <a:pt x="374156" y="20382"/>
                  <a:pt x="382270" y="20316"/>
                </a:cubicBezTo>
                <a:cubicBezTo>
                  <a:pt x="382521" y="20316"/>
                  <a:pt x="382773" y="20316"/>
                  <a:pt x="383024" y="20316"/>
                </a:cubicBezTo>
                <a:cubicBezTo>
                  <a:pt x="385015" y="20443"/>
                  <a:pt x="386043" y="19622"/>
                  <a:pt x="386923" y="17622"/>
                </a:cubicBezTo>
                <a:cubicBezTo>
                  <a:pt x="391878" y="6006"/>
                  <a:pt x="403739" y="-1064"/>
                  <a:pt x="416266" y="131"/>
                </a:cubicBezTo>
                <a:close/>
              </a:path>
            </a:pathLst>
          </a:custGeom>
          <a:solidFill>
            <a:srgbClr val="376DB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êu đề chương">
  <p:cSld name="Section Header"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Background pattern&#10;&#10;Description automatically generated" id="319" name="Google Shape;319;p28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-1" y="-1"/>
            <a:ext cx="12192001" cy="6854889"/>
          </a:xfrm>
          <a:prstGeom prst="rect">
            <a:avLst/>
          </a:prstGeom>
          <a:noFill/>
          <a:ln>
            <a:noFill/>
          </a:ln>
        </p:spPr>
      </p:pic>
      <p:sp>
        <p:nvSpPr>
          <p:cNvPr id="320" name="Google Shape;320;p28"/>
          <p:cNvSpPr/>
          <p:nvPr/>
        </p:nvSpPr>
        <p:spPr>
          <a:xfrm>
            <a:off x="-1" y="-3113"/>
            <a:ext cx="12192000" cy="6858000"/>
          </a:xfrm>
          <a:prstGeom prst="rect">
            <a:avLst/>
          </a:prstGeom>
          <a:gradFill>
            <a:gsLst>
              <a:gs pos="0">
                <a:srgbClr val="0A4671">
                  <a:alpha val="74901"/>
                </a:srgbClr>
              </a:gs>
              <a:gs pos="100000">
                <a:srgbClr val="0A4671"/>
              </a:gs>
            </a:gsLst>
            <a:path path="circle">
              <a:fillToRect b="50%" l="50%" r="50%" t="50%"/>
            </a:path>
            <a:tileRect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1" name="Google Shape;321;p28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F7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322" name="Google Shape;322;p28"/>
          <p:cNvGrpSpPr/>
          <p:nvPr/>
        </p:nvGrpSpPr>
        <p:grpSpPr>
          <a:xfrm>
            <a:off x="58527" y="40944"/>
            <a:ext cx="2869771" cy="1563379"/>
            <a:chOff x="44879" y="27296"/>
            <a:chExt cx="2869771" cy="1563379"/>
          </a:xfrm>
        </p:grpSpPr>
        <p:cxnSp>
          <p:nvCxnSpPr>
            <p:cNvPr id="323" name="Google Shape;323;p28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F7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324" name="Google Shape;324;p28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F7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325" name="Google Shape;325;p28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F7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326" name="Google Shape;326;p28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F7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327" name="Google Shape;327;p28"/>
          <p:cNvGrpSpPr/>
          <p:nvPr/>
        </p:nvGrpSpPr>
        <p:grpSpPr>
          <a:xfrm rot="10800000">
            <a:off x="9263702" y="5253677"/>
            <a:ext cx="2869771" cy="1563379"/>
            <a:chOff x="44879" y="27296"/>
            <a:chExt cx="2869771" cy="1563379"/>
          </a:xfrm>
        </p:grpSpPr>
        <p:cxnSp>
          <p:nvCxnSpPr>
            <p:cNvPr id="328" name="Google Shape;328;p28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329" name="Google Shape;329;p28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330" name="Google Shape;330;p28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</p:grpSp>
      <p:sp>
        <p:nvSpPr>
          <p:cNvPr id="331" name="Google Shape;331;p28"/>
          <p:cNvSpPr/>
          <p:nvPr/>
        </p:nvSpPr>
        <p:spPr>
          <a:xfrm>
            <a:off x="11589537" y="105878"/>
            <a:ext cx="489307" cy="405155"/>
          </a:xfrm>
          <a:custGeom>
            <a:rect b="b" l="l" r="r" t="t"/>
            <a:pathLst>
              <a:path extrusionOk="0" h="405155" w="489307">
                <a:moveTo>
                  <a:pt x="278290" y="349616"/>
                </a:moveTo>
                <a:lnTo>
                  <a:pt x="277683" y="349811"/>
                </a:lnTo>
                <a:lnTo>
                  <a:pt x="277976" y="349743"/>
                </a:lnTo>
                <a:close/>
                <a:moveTo>
                  <a:pt x="173116" y="214928"/>
                </a:moveTo>
                <a:cubicBezTo>
                  <a:pt x="186639" y="218079"/>
                  <a:pt x="199843" y="222476"/>
                  <a:pt x="212561" y="228062"/>
                </a:cubicBezTo>
                <a:cubicBezTo>
                  <a:pt x="213178" y="228246"/>
                  <a:pt x="213754" y="228547"/>
                  <a:pt x="214259" y="228947"/>
                </a:cubicBezTo>
                <a:cubicBezTo>
                  <a:pt x="214217" y="229557"/>
                  <a:pt x="213672" y="229599"/>
                  <a:pt x="213316" y="229788"/>
                </a:cubicBezTo>
                <a:cubicBezTo>
                  <a:pt x="202362" y="236025"/>
                  <a:pt x="191918" y="243127"/>
                  <a:pt x="182086" y="251026"/>
                </a:cubicBezTo>
                <a:cubicBezTo>
                  <a:pt x="181512" y="251550"/>
                  <a:pt x="180766" y="251843"/>
                  <a:pt x="179990" y="251847"/>
                </a:cubicBezTo>
                <a:lnTo>
                  <a:pt x="156055" y="251847"/>
                </a:lnTo>
                <a:cubicBezTo>
                  <a:pt x="155735" y="251891"/>
                  <a:pt x="155409" y="251824"/>
                  <a:pt x="155132" y="251658"/>
                </a:cubicBezTo>
                <a:cubicBezTo>
                  <a:pt x="155074" y="251207"/>
                  <a:pt x="155162" y="250748"/>
                  <a:pt x="155384" y="250353"/>
                </a:cubicBezTo>
                <a:cubicBezTo>
                  <a:pt x="159232" y="238513"/>
                  <a:pt x="164239" y="227084"/>
                  <a:pt x="170328" y="216233"/>
                </a:cubicBezTo>
                <a:cubicBezTo>
                  <a:pt x="171292" y="214507"/>
                  <a:pt x="171313" y="214507"/>
                  <a:pt x="173116" y="214928"/>
                </a:cubicBezTo>
                <a:close/>
                <a:moveTo>
                  <a:pt x="277908" y="214851"/>
                </a:moveTo>
                <a:cubicBezTo>
                  <a:pt x="278730" y="214533"/>
                  <a:pt x="279652" y="214946"/>
                  <a:pt x="279966" y="215771"/>
                </a:cubicBezTo>
                <a:cubicBezTo>
                  <a:pt x="286223" y="226906"/>
                  <a:pt x="291362" y="238640"/>
                  <a:pt x="295308" y="250795"/>
                </a:cubicBezTo>
                <a:cubicBezTo>
                  <a:pt x="295455" y="251088"/>
                  <a:pt x="295499" y="251423"/>
                  <a:pt x="295434" y="251743"/>
                </a:cubicBezTo>
                <a:cubicBezTo>
                  <a:pt x="294948" y="251907"/>
                  <a:pt x="294432" y="251957"/>
                  <a:pt x="293925" y="251890"/>
                </a:cubicBezTo>
                <a:cubicBezTo>
                  <a:pt x="286191" y="251890"/>
                  <a:pt x="278520" y="251890"/>
                  <a:pt x="270870" y="251890"/>
                </a:cubicBezTo>
                <a:cubicBezTo>
                  <a:pt x="269914" y="251905"/>
                  <a:pt x="268985" y="251576"/>
                  <a:pt x="268250" y="250964"/>
                </a:cubicBezTo>
                <a:cubicBezTo>
                  <a:pt x="258573" y="243178"/>
                  <a:pt x="248290" y="236182"/>
                  <a:pt x="237502" y="230042"/>
                </a:cubicBezTo>
                <a:cubicBezTo>
                  <a:pt x="237020" y="229859"/>
                  <a:pt x="236588" y="229564"/>
                  <a:pt x="236245" y="229179"/>
                </a:cubicBezTo>
                <a:cubicBezTo>
                  <a:pt x="236350" y="228589"/>
                  <a:pt x="236874" y="228547"/>
                  <a:pt x="237251" y="228400"/>
                </a:cubicBezTo>
                <a:cubicBezTo>
                  <a:pt x="250332" y="222603"/>
                  <a:pt x="263932" y="218072"/>
                  <a:pt x="277870" y="214866"/>
                </a:cubicBezTo>
                <a:cubicBezTo>
                  <a:pt x="277883" y="214862"/>
                  <a:pt x="277895" y="214856"/>
                  <a:pt x="277908" y="214851"/>
                </a:cubicBezTo>
                <a:close/>
                <a:moveTo>
                  <a:pt x="151422" y="211056"/>
                </a:moveTo>
                <a:cubicBezTo>
                  <a:pt x="154692" y="211561"/>
                  <a:pt x="157982" y="212024"/>
                  <a:pt x="161566" y="212550"/>
                </a:cubicBezTo>
                <a:cubicBezTo>
                  <a:pt x="159177" y="217160"/>
                  <a:pt x="156830" y="221622"/>
                  <a:pt x="154797" y="226084"/>
                </a:cubicBezTo>
                <a:cubicBezTo>
                  <a:pt x="152764" y="230546"/>
                  <a:pt x="150982" y="235114"/>
                  <a:pt x="148886" y="239639"/>
                </a:cubicBezTo>
                <a:cubicBezTo>
                  <a:pt x="148760" y="238250"/>
                  <a:pt x="148530" y="236840"/>
                  <a:pt x="148530" y="235429"/>
                </a:cubicBezTo>
                <a:cubicBezTo>
                  <a:pt x="148302" y="227778"/>
                  <a:pt x="148673" y="220121"/>
                  <a:pt x="149641" y="212529"/>
                </a:cubicBezTo>
                <a:cubicBezTo>
                  <a:pt x="149850" y="210908"/>
                  <a:pt x="149913" y="210845"/>
                  <a:pt x="151422" y="211056"/>
                </a:cubicBezTo>
                <a:close/>
                <a:moveTo>
                  <a:pt x="299584" y="210929"/>
                </a:moveTo>
                <a:cubicBezTo>
                  <a:pt x="300465" y="210803"/>
                  <a:pt x="300800" y="211224"/>
                  <a:pt x="300800" y="212003"/>
                </a:cubicBezTo>
                <a:cubicBezTo>
                  <a:pt x="301093" y="214655"/>
                  <a:pt x="301492" y="217328"/>
                  <a:pt x="301680" y="219980"/>
                </a:cubicBezTo>
                <a:cubicBezTo>
                  <a:pt x="302219" y="226164"/>
                  <a:pt x="302227" y="232382"/>
                  <a:pt x="301701" y="238566"/>
                </a:cubicBezTo>
                <a:cubicBezTo>
                  <a:pt x="301825" y="238991"/>
                  <a:pt x="301825" y="239445"/>
                  <a:pt x="301701" y="239871"/>
                </a:cubicBezTo>
                <a:cubicBezTo>
                  <a:pt x="301093" y="239765"/>
                  <a:pt x="301093" y="239344"/>
                  <a:pt x="301093" y="238923"/>
                </a:cubicBezTo>
                <a:cubicBezTo>
                  <a:pt x="297648" y="229900"/>
                  <a:pt x="293609" y="221117"/>
                  <a:pt x="289000" y="212634"/>
                </a:cubicBezTo>
                <a:cubicBezTo>
                  <a:pt x="292647" y="211813"/>
                  <a:pt x="296126" y="211455"/>
                  <a:pt x="299584" y="210929"/>
                </a:cubicBezTo>
                <a:close/>
                <a:moveTo>
                  <a:pt x="112605" y="209436"/>
                </a:moveTo>
                <a:cubicBezTo>
                  <a:pt x="121492" y="209225"/>
                  <a:pt x="130358" y="209162"/>
                  <a:pt x="139224" y="209814"/>
                </a:cubicBezTo>
                <a:cubicBezTo>
                  <a:pt x="140397" y="209899"/>
                  <a:pt x="140544" y="209920"/>
                  <a:pt x="140397" y="211204"/>
                </a:cubicBezTo>
                <a:cubicBezTo>
                  <a:pt x="140041" y="214445"/>
                  <a:pt x="139685" y="217707"/>
                  <a:pt x="139475" y="220970"/>
                </a:cubicBezTo>
                <a:cubicBezTo>
                  <a:pt x="139059" y="227242"/>
                  <a:pt x="139052" y="233536"/>
                  <a:pt x="139454" y="239808"/>
                </a:cubicBezTo>
                <a:cubicBezTo>
                  <a:pt x="139706" y="243786"/>
                  <a:pt x="140167" y="247722"/>
                  <a:pt x="140670" y="251616"/>
                </a:cubicBezTo>
                <a:cubicBezTo>
                  <a:pt x="140179" y="251869"/>
                  <a:pt x="139621" y="251957"/>
                  <a:pt x="139077" y="251869"/>
                </a:cubicBezTo>
                <a:cubicBezTo>
                  <a:pt x="131615" y="251869"/>
                  <a:pt x="124133" y="251869"/>
                  <a:pt x="116671" y="251869"/>
                </a:cubicBezTo>
                <a:cubicBezTo>
                  <a:pt x="115649" y="251976"/>
                  <a:pt x="114660" y="251463"/>
                  <a:pt x="114156" y="250564"/>
                </a:cubicBezTo>
                <a:cubicBezTo>
                  <a:pt x="106186" y="238977"/>
                  <a:pt x="104682" y="224098"/>
                  <a:pt x="110174" y="211140"/>
                </a:cubicBezTo>
                <a:cubicBezTo>
                  <a:pt x="110472" y="210061"/>
                  <a:pt x="111492" y="209345"/>
                  <a:pt x="112605" y="209436"/>
                </a:cubicBezTo>
                <a:close/>
                <a:moveTo>
                  <a:pt x="337584" y="209372"/>
                </a:moveTo>
                <a:cubicBezTo>
                  <a:pt x="338953" y="209237"/>
                  <a:pt x="340213" y="210134"/>
                  <a:pt x="340539" y="211477"/>
                </a:cubicBezTo>
                <a:cubicBezTo>
                  <a:pt x="345851" y="224367"/>
                  <a:pt x="344272" y="239083"/>
                  <a:pt x="336348" y="250542"/>
                </a:cubicBezTo>
                <a:cubicBezTo>
                  <a:pt x="335962" y="251350"/>
                  <a:pt x="335145" y="251860"/>
                  <a:pt x="334252" y="251847"/>
                </a:cubicBezTo>
                <a:cubicBezTo>
                  <a:pt x="326518" y="251847"/>
                  <a:pt x="318805" y="251847"/>
                  <a:pt x="311070" y="251847"/>
                </a:cubicBezTo>
                <a:cubicBezTo>
                  <a:pt x="310666" y="251921"/>
                  <a:pt x="310247" y="251822"/>
                  <a:pt x="309918" y="251574"/>
                </a:cubicBezTo>
                <a:cubicBezTo>
                  <a:pt x="310190" y="249090"/>
                  <a:pt x="310463" y="246564"/>
                  <a:pt x="310735" y="244038"/>
                </a:cubicBezTo>
                <a:cubicBezTo>
                  <a:pt x="311452" y="236806"/>
                  <a:pt x="311592" y="229528"/>
                  <a:pt x="311154" y="222274"/>
                </a:cubicBezTo>
                <a:cubicBezTo>
                  <a:pt x="310945" y="218612"/>
                  <a:pt x="310567" y="214992"/>
                  <a:pt x="310169" y="211350"/>
                </a:cubicBezTo>
                <a:cubicBezTo>
                  <a:pt x="310023" y="209919"/>
                  <a:pt x="310043" y="209814"/>
                  <a:pt x="311343" y="209814"/>
                </a:cubicBezTo>
                <a:cubicBezTo>
                  <a:pt x="320083" y="209161"/>
                  <a:pt x="328823" y="209245"/>
                  <a:pt x="337584" y="209372"/>
                </a:cubicBezTo>
                <a:close/>
                <a:moveTo>
                  <a:pt x="223837" y="156099"/>
                </a:moveTo>
                <a:cubicBezTo>
                  <a:pt x="225577" y="154857"/>
                  <a:pt x="225137" y="154920"/>
                  <a:pt x="226772" y="156099"/>
                </a:cubicBezTo>
                <a:cubicBezTo>
                  <a:pt x="245080" y="169370"/>
                  <a:pt x="260831" y="185874"/>
                  <a:pt x="273260" y="204805"/>
                </a:cubicBezTo>
                <a:lnTo>
                  <a:pt x="273909" y="205920"/>
                </a:lnTo>
                <a:lnTo>
                  <a:pt x="270220" y="206888"/>
                </a:lnTo>
                <a:cubicBezTo>
                  <a:pt x="255205" y="210723"/>
                  <a:pt x="240613" y="216070"/>
                  <a:pt x="226667" y="222843"/>
                </a:cubicBezTo>
                <a:cubicBezTo>
                  <a:pt x="225843" y="223317"/>
                  <a:pt x="224829" y="223317"/>
                  <a:pt x="224005" y="222843"/>
                </a:cubicBezTo>
                <a:cubicBezTo>
                  <a:pt x="209195" y="215638"/>
                  <a:pt x="193660" y="210050"/>
                  <a:pt x="177664" y="206173"/>
                </a:cubicBezTo>
                <a:cubicBezTo>
                  <a:pt x="177441" y="206099"/>
                  <a:pt x="177223" y="206006"/>
                  <a:pt x="177014" y="205899"/>
                </a:cubicBezTo>
                <a:cubicBezTo>
                  <a:pt x="176783" y="205289"/>
                  <a:pt x="177202" y="204994"/>
                  <a:pt x="177433" y="204636"/>
                </a:cubicBezTo>
                <a:cubicBezTo>
                  <a:pt x="189845" y="185766"/>
                  <a:pt x="205569" y="169321"/>
                  <a:pt x="223837" y="156099"/>
                </a:cubicBezTo>
                <a:close/>
                <a:moveTo>
                  <a:pt x="190281" y="135577"/>
                </a:moveTo>
                <a:cubicBezTo>
                  <a:pt x="198967" y="139281"/>
                  <a:pt x="207373" y="143615"/>
                  <a:pt x="215432" y="148542"/>
                </a:cubicBezTo>
                <a:cubicBezTo>
                  <a:pt x="215810" y="148774"/>
                  <a:pt x="216166" y="149048"/>
                  <a:pt x="216732" y="149426"/>
                </a:cubicBezTo>
                <a:cubicBezTo>
                  <a:pt x="214196" y="151426"/>
                  <a:pt x="211806" y="153278"/>
                  <a:pt x="209459" y="155194"/>
                </a:cubicBezTo>
                <a:cubicBezTo>
                  <a:pt x="193209" y="168404"/>
                  <a:pt x="179212" y="184185"/>
                  <a:pt x="168022" y="201921"/>
                </a:cubicBezTo>
                <a:cubicBezTo>
                  <a:pt x="167418" y="203270"/>
                  <a:pt x="165893" y="203935"/>
                  <a:pt x="164501" y="203457"/>
                </a:cubicBezTo>
                <a:cubicBezTo>
                  <a:pt x="160875" y="202721"/>
                  <a:pt x="157186" y="202215"/>
                  <a:pt x="153539" y="201626"/>
                </a:cubicBezTo>
                <a:cubicBezTo>
                  <a:pt x="151653" y="201331"/>
                  <a:pt x="151653" y="201331"/>
                  <a:pt x="152051" y="199521"/>
                </a:cubicBezTo>
                <a:cubicBezTo>
                  <a:pt x="153707" y="192399"/>
                  <a:pt x="155957" y="185427"/>
                  <a:pt x="158779" y="178683"/>
                </a:cubicBezTo>
                <a:cubicBezTo>
                  <a:pt x="165364" y="162853"/>
                  <a:pt x="174937" y="148450"/>
                  <a:pt x="186969" y="136271"/>
                </a:cubicBezTo>
                <a:cubicBezTo>
                  <a:pt x="187741" y="135236"/>
                  <a:pt x="189160" y="134937"/>
                  <a:pt x="190281" y="135577"/>
                </a:cubicBezTo>
                <a:close/>
                <a:moveTo>
                  <a:pt x="260223" y="135514"/>
                </a:moveTo>
                <a:cubicBezTo>
                  <a:pt x="261329" y="134828"/>
                  <a:pt x="262773" y="135102"/>
                  <a:pt x="263555" y="136146"/>
                </a:cubicBezTo>
                <a:cubicBezTo>
                  <a:pt x="279501" y="152309"/>
                  <a:pt x="291048" y="172311"/>
                  <a:pt x="297090" y="194239"/>
                </a:cubicBezTo>
                <a:cubicBezTo>
                  <a:pt x="297614" y="196133"/>
                  <a:pt x="298075" y="198027"/>
                  <a:pt x="298536" y="199943"/>
                </a:cubicBezTo>
                <a:cubicBezTo>
                  <a:pt x="298830" y="201248"/>
                  <a:pt x="298788" y="201269"/>
                  <a:pt x="297384" y="201479"/>
                </a:cubicBezTo>
                <a:cubicBezTo>
                  <a:pt x="293297" y="202237"/>
                  <a:pt x="289189" y="202848"/>
                  <a:pt x="285101" y="203584"/>
                </a:cubicBezTo>
                <a:cubicBezTo>
                  <a:pt x="284261" y="203820"/>
                  <a:pt x="283374" y="203412"/>
                  <a:pt x="283006" y="202616"/>
                </a:cubicBezTo>
                <a:cubicBezTo>
                  <a:pt x="277902" y="194481"/>
                  <a:pt x="272199" y="186741"/>
                  <a:pt x="265945" y="179463"/>
                </a:cubicBezTo>
                <a:cubicBezTo>
                  <a:pt x="257022" y="169004"/>
                  <a:pt x="247027" y="159522"/>
                  <a:pt x="236119" y="151174"/>
                </a:cubicBezTo>
                <a:lnTo>
                  <a:pt x="233793" y="149364"/>
                </a:lnTo>
                <a:cubicBezTo>
                  <a:pt x="235813" y="147960"/>
                  <a:pt x="237911" y="146674"/>
                  <a:pt x="240081" y="145512"/>
                </a:cubicBezTo>
                <a:cubicBezTo>
                  <a:pt x="246591" y="141782"/>
                  <a:pt x="253316" y="138444"/>
                  <a:pt x="260223" y="135514"/>
                </a:cubicBezTo>
                <a:close/>
                <a:moveTo>
                  <a:pt x="322955" y="47469"/>
                </a:moveTo>
                <a:cubicBezTo>
                  <a:pt x="300264" y="54570"/>
                  <a:pt x="278009" y="63003"/>
                  <a:pt x="256303" y="72727"/>
                </a:cubicBezTo>
                <a:cubicBezTo>
                  <a:pt x="245153" y="77799"/>
                  <a:pt x="234128" y="83145"/>
                  <a:pt x="223376" y="89060"/>
                </a:cubicBezTo>
                <a:cubicBezTo>
                  <a:pt x="197303" y="103220"/>
                  <a:pt x="172759" y="120058"/>
                  <a:pt x="150144" y="139302"/>
                </a:cubicBezTo>
                <a:cubicBezTo>
                  <a:pt x="120830" y="164358"/>
                  <a:pt x="95293" y="193554"/>
                  <a:pt x="74334" y="225979"/>
                </a:cubicBezTo>
                <a:cubicBezTo>
                  <a:pt x="65749" y="239223"/>
                  <a:pt x="58928" y="253537"/>
                  <a:pt x="54045" y="268560"/>
                </a:cubicBezTo>
                <a:cubicBezTo>
                  <a:pt x="50376" y="279928"/>
                  <a:pt x="48876" y="291889"/>
                  <a:pt x="49622" y="303815"/>
                </a:cubicBezTo>
                <a:cubicBezTo>
                  <a:pt x="50381" y="318010"/>
                  <a:pt x="55442" y="331635"/>
                  <a:pt x="64126" y="342860"/>
                </a:cubicBezTo>
                <a:cubicBezTo>
                  <a:pt x="69755" y="349890"/>
                  <a:pt x="76705" y="355742"/>
                  <a:pt x="84583" y="360077"/>
                </a:cubicBezTo>
                <a:cubicBezTo>
                  <a:pt x="99400" y="368204"/>
                  <a:pt x="115709" y="373216"/>
                  <a:pt x="132517" y="374811"/>
                </a:cubicBezTo>
                <a:cubicBezTo>
                  <a:pt x="140389" y="375666"/>
                  <a:pt x="148317" y="375870"/>
                  <a:pt x="156222" y="375422"/>
                </a:cubicBezTo>
                <a:cubicBezTo>
                  <a:pt x="168209" y="374761"/>
                  <a:pt x="180147" y="373405"/>
                  <a:pt x="191979" y="371359"/>
                </a:cubicBezTo>
                <a:cubicBezTo>
                  <a:pt x="209438" y="368413"/>
                  <a:pt x="226814" y="365024"/>
                  <a:pt x="244000" y="360604"/>
                </a:cubicBezTo>
                <a:lnTo>
                  <a:pt x="277680" y="349812"/>
                </a:lnTo>
                <a:lnTo>
                  <a:pt x="247375" y="356815"/>
                </a:lnTo>
                <a:cubicBezTo>
                  <a:pt x="237369" y="358185"/>
                  <a:pt x="227256" y="358602"/>
                  <a:pt x="217172" y="358057"/>
                </a:cubicBezTo>
                <a:cubicBezTo>
                  <a:pt x="196093" y="356998"/>
                  <a:pt x="175394" y="352001"/>
                  <a:pt x="156138" y="343323"/>
                </a:cubicBezTo>
                <a:cubicBezTo>
                  <a:pt x="127518" y="330429"/>
                  <a:pt x="102944" y="309934"/>
                  <a:pt x="85065" y="284051"/>
                </a:cubicBezTo>
                <a:cubicBezTo>
                  <a:pt x="84876" y="283777"/>
                  <a:pt x="84667" y="283525"/>
                  <a:pt x="84499" y="283251"/>
                </a:cubicBezTo>
                <a:cubicBezTo>
                  <a:pt x="83388" y="281462"/>
                  <a:pt x="83702" y="280768"/>
                  <a:pt x="85798" y="280768"/>
                </a:cubicBezTo>
                <a:cubicBezTo>
                  <a:pt x="97955" y="280768"/>
                  <a:pt x="110090" y="280768"/>
                  <a:pt x="122226" y="280768"/>
                </a:cubicBezTo>
                <a:cubicBezTo>
                  <a:pt x="123646" y="280875"/>
                  <a:pt x="124955" y="281578"/>
                  <a:pt x="125831" y="282704"/>
                </a:cubicBezTo>
                <a:cubicBezTo>
                  <a:pt x="133821" y="290881"/>
                  <a:pt x="142741" y="298088"/>
                  <a:pt x="152407" y="304173"/>
                </a:cubicBezTo>
                <a:cubicBezTo>
                  <a:pt x="168993" y="314500"/>
                  <a:pt x="187563" y="321191"/>
                  <a:pt x="206902" y="323811"/>
                </a:cubicBezTo>
                <a:cubicBezTo>
                  <a:pt x="203192" y="321138"/>
                  <a:pt x="199902" y="318507"/>
                  <a:pt x="196548" y="316002"/>
                </a:cubicBezTo>
                <a:cubicBezTo>
                  <a:pt x="186802" y="308699"/>
                  <a:pt x="177119" y="301290"/>
                  <a:pt x="167393" y="293965"/>
                </a:cubicBezTo>
                <a:cubicBezTo>
                  <a:pt x="154168" y="283904"/>
                  <a:pt x="140901" y="273780"/>
                  <a:pt x="127571" y="263740"/>
                </a:cubicBezTo>
                <a:cubicBezTo>
                  <a:pt x="126795" y="263150"/>
                  <a:pt x="125433" y="262687"/>
                  <a:pt x="125789" y="261466"/>
                </a:cubicBezTo>
                <a:cubicBezTo>
                  <a:pt x="126145" y="260246"/>
                  <a:pt x="127529" y="260666"/>
                  <a:pt x="128472" y="260666"/>
                </a:cubicBezTo>
                <a:cubicBezTo>
                  <a:pt x="143751" y="260666"/>
                  <a:pt x="159010" y="260666"/>
                  <a:pt x="174289" y="260666"/>
                </a:cubicBezTo>
                <a:cubicBezTo>
                  <a:pt x="176224" y="260587"/>
                  <a:pt x="178058" y="261538"/>
                  <a:pt x="179110" y="263171"/>
                </a:cubicBezTo>
                <a:cubicBezTo>
                  <a:pt x="193928" y="283378"/>
                  <a:pt x="208914" y="303289"/>
                  <a:pt x="223795" y="323369"/>
                </a:cubicBezTo>
                <a:cubicBezTo>
                  <a:pt x="225221" y="325348"/>
                  <a:pt x="225304" y="325327"/>
                  <a:pt x="226772" y="323369"/>
                </a:cubicBezTo>
                <a:cubicBezTo>
                  <a:pt x="241584" y="303557"/>
                  <a:pt x="256310" y="283742"/>
                  <a:pt x="270954" y="263929"/>
                </a:cubicBezTo>
                <a:cubicBezTo>
                  <a:pt x="272283" y="261856"/>
                  <a:pt x="274624" y="260664"/>
                  <a:pt x="277074" y="260814"/>
                </a:cubicBezTo>
                <a:cubicBezTo>
                  <a:pt x="292018" y="260814"/>
                  <a:pt x="306983" y="260814"/>
                  <a:pt x="321928" y="260814"/>
                </a:cubicBezTo>
                <a:cubicBezTo>
                  <a:pt x="322934" y="260814"/>
                  <a:pt x="324568" y="260498"/>
                  <a:pt x="324799" y="261614"/>
                </a:cubicBezTo>
                <a:cubicBezTo>
                  <a:pt x="325030" y="262729"/>
                  <a:pt x="323730" y="263234"/>
                  <a:pt x="322934" y="263824"/>
                </a:cubicBezTo>
                <a:lnTo>
                  <a:pt x="269298" y="304447"/>
                </a:lnTo>
                <a:cubicBezTo>
                  <a:pt x="261082" y="310677"/>
                  <a:pt x="252803" y="316844"/>
                  <a:pt x="244650" y="323159"/>
                </a:cubicBezTo>
                <a:cubicBezTo>
                  <a:pt x="244342" y="323331"/>
                  <a:pt x="244088" y="323586"/>
                  <a:pt x="243916" y="323895"/>
                </a:cubicBezTo>
                <a:cubicBezTo>
                  <a:pt x="268192" y="320507"/>
                  <a:pt x="291142" y="310734"/>
                  <a:pt x="310442" y="295565"/>
                </a:cubicBezTo>
                <a:cubicBezTo>
                  <a:pt x="315749" y="291353"/>
                  <a:pt x="320762" y="286781"/>
                  <a:pt x="325449" y="281883"/>
                </a:cubicBezTo>
                <a:cubicBezTo>
                  <a:pt x="326298" y="281079"/>
                  <a:pt x="327455" y="280694"/>
                  <a:pt x="328614" y="280831"/>
                </a:cubicBezTo>
                <a:cubicBezTo>
                  <a:pt x="337710" y="280831"/>
                  <a:pt x="346785" y="280704"/>
                  <a:pt x="355861" y="280831"/>
                </a:cubicBezTo>
                <a:cubicBezTo>
                  <a:pt x="357919" y="281003"/>
                  <a:pt x="359891" y="279961"/>
                  <a:pt x="360912" y="278158"/>
                </a:cubicBezTo>
                <a:cubicBezTo>
                  <a:pt x="371568" y="262456"/>
                  <a:pt x="379537" y="245076"/>
                  <a:pt x="384491" y="226737"/>
                </a:cubicBezTo>
                <a:cubicBezTo>
                  <a:pt x="387315" y="216183"/>
                  <a:pt x="389153" y="205387"/>
                  <a:pt x="389983" y="194491"/>
                </a:cubicBezTo>
                <a:cubicBezTo>
                  <a:pt x="390318" y="190281"/>
                  <a:pt x="390507" y="186071"/>
                  <a:pt x="390507" y="181862"/>
                </a:cubicBezTo>
                <a:cubicBezTo>
                  <a:pt x="390501" y="172251"/>
                  <a:pt x="389715" y="162655"/>
                  <a:pt x="388159" y="153173"/>
                </a:cubicBezTo>
                <a:cubicBezTo>
                  <a:pt x="385212" y="135768"/>
                  <a:pt x="379650" y="118913"/>
                  <a:pt x="371664" y="103183"/>
                </a:cubicBezTo>
                <a:cubicBezTo>
                  <a:pt x="365936" y="91914"/>
                  <a:pt x="358969" y="81324"/>
                  <a:pt x="350893" y="71611"/>
                </a:cubicBezTo>
                <a:cubicBezTo>
                  <a:pt x="343746" y="63084"/>
                  <a:pt x="335794" y="55274"/>
                  <a:pt x="327146" y="48289"/>
                </a:cubicBezTo>
                <a:cubicBezTo>
                  <a:pt x="326002" y="47268"/>
                  <a:pt x="324397" y="46953"/>
                  <a:pt x="322955" y="47469"/>
                </a:cubicBezTo>
                <a:close/>
                <a:moveTo>
                  <a:pt x="279044" y="15391"/>
                </a:moveTo>
                <a:cubicBezTo>
                  <a:pt x="280107" y="14960"/>
                  <a:pt x="281293" y="14960"/>
                  <a:pt x="282356" y="15391"/>
                </a:cubicBezTo>
                <a:cubicBezTo>
                  <a:pt x="284473" y="16296"/>
                  <a:pt x="286694" y="17075"/>
                  <a:pt x="288790" y="17896"/>
                </a:cubicBezTo>
                <a:cubicBezTo>
                  <a:pt x="288958" y="17959"/>
                  <a:pt x="289126" y="18085"/>
                  <a:pt x="289650" y="18380"/>
                </a:cubicBezTo>
                <a:cubicBezTo>
                  <a:pt x="281266" y="21200"/>
                  <a:pt x="273217" y="23852"/>
                  <a:pt x="265211" y="26947"/>
                </a:cubicBezTo>
                <a:cubicBezTo>
                  <a:pt x="257204" y="30041"/>
                  <a:pt x="249282" y="33282"/>
                  <a:pt x="241422" y="36755"/>
                </a:cubicBezTo>
                <a:cubicBezTo>
                  <a:pt x="233562" y="40228"/>
                  <a:pt x="225807" y="43911"/>
                  <a:pt x="218115" y="47742"/>
                </a:cubicBezTo>
                <a:cubicBezTo>
                  <a:pt x="210429" y="51601"/>
                  <a:pt x="202835" y="55635"/>
                  <a:pt x="195332" y="59845"/>
                </a:cubicBezTo>
                <a:cubicBezTo>
                  <a:pt x="187814" y="64069"/>
                  <a:pt x="180403" y="68454"/>
                  <a:pt x="173094" y="73000"/>
                </a:cubicBezTo>
                <a:cubicBezTo>
                  <a:pt x="165785" y="77547"/>
                  <a:pt x="158569" y="82254"/>
                  <a:pt x="151443" y="87124"/>
                </a:cubicBezTo>
                <a:cubicBezTo>
                  <a:pt x="144373" y="92007"/>
                  <a:pt x="137386" y="97044"/>
                  <a:pt x="130483" y="102236"/>
                </a:cubicBezTo>
                <a:cubicBezTo>
                  <a:pt x="123581" y="107428"/>
                  <a:pt x="116804" y="112781"/>
                  <a:pt x="110153" y="118296"/>
                </a:cubicBezTo>
                <a:cubicBezTo>
                  <a:pt x="103516" y="123796"/>
                  <a:pt x="96990" y="129466"/>
                  <a:pt x="90577" y="135303"/>
                </a:cubicBezTo>
                <a:cubicBezTo>
                  <a:pt x="84163" y="141140"/>
                  <a:pt x="77910" y="147132"/>
                  <a:pt x="71818" y="153278"/>
                </a:cubicBezTo>
                <a:cubicBezTo>
                  <a:pt x="65740" y="159424"/>
                  <a:pt x="59850" y="165739"/>
                  <a:pt x="53814" y="172474"/>
                </a:cubicBezTo>
                <a:cubicBezTo>
                  <a:pt x="53793" y="170496"/>
                  <a:pt x="53940" y="169043"/>
                  <a:pt x="53940" y="167612"/>
                </a:cubicBezTo>
                <a:cubicBezTo>
                  <a:pt x="53730" y="163739"/>
                  <a:pt x="55616" y="161129"/>
                  <a:pt x="58131" y="158456"/>
                </a:cubicBezTo>
                <a:cubicBezTo>
                  <a:pt x="80821" y="134501"/>
                  <a:pt x="105627" y="112661"/>
                  <a:pt x="132244" y="93206"/>
                </a:cubicBezTo>
                <a:cubicBezTo>
                  <a:pt x="156774" y="75183"/>
                  <a:pt x="182675" y="59123"/>
                  <a:pt x="209710" y="45174"/>
                </a:cubicBezTo>
                <a:cubicBezTo>
                  <a:pt x="232078" y="33585"/>
                  <a:pt x="255249" y="23631"/>
                  <a:pt x="279044" y="15391"/>
                </a:cubicBezTo>
                <a:close/>
                <a:moveTo>
                  <a:pt x="261648" y="9456"/>
                </a:moveTo>
                <a:cubicBezTo>
                  <a:pt x="264037" y="10193"/>
                  <a:pt x="266469" y="10698"/>
                  <a:pt x="268900" y="11287"/>
                </a:cubicBezTo>
                <a:cubicBezTo>
                  <a:pt x="269067" y="11351"/>
                  <a:pt x="269227" y="11429"/>
                  <a:pt x="269382" y="11519"/>
                </a:cubicBezTo>
                <a:cubicBezTo>
                  <a:pt x="269005" y="12087"/>
                  <a:pt x="268376" y="12108"/>
                  <a:pt x="267852" y="12298"/>
                </a:cubicBezTo>
                <a:cubicBezTo>
                  <a:pt x="242275" y="21696"/>
                  <a:pt x="217451" y="33038"/>
                  <a:pt x="193593" y="46227"/>
                </a:cubicBezTo>
                <a:cubicBezTo>
                  <a:pt x="177984" y="54843"/>
                  <a:pt x="162747" y="64161"/>
                  <a:pt x="147880" y="74180"/>
                </a:cubicBezTo>
                <a:cubicBezTo>
                  <a:pt x="131120" y="85503"/>
                  <a:pt x="114947" y="97678"/>
                  <a:pt x="99422" y="110656"/>
                </a:cubicBezTo>
                <a:cubicBezTo>
                  <a:pt x="90437" y="118219"/>
                  <a:pt x="81690" y="126057"/>
                  <a:pt x="73180" y="134167"/>
                </a:cubicBezTo>
                <a:cubicBezTo>
                  <a:pt x="67605" y="139471"/>
                  <a:pt x="62261" y="145007"/>
                  <a:pt x="56853" y="150479"/>
                </a:cubicBezTo>
                <a:cubicBezTo>
                  <a:pt x="56769" y="150732"/>
                  <a:pt x="56602" y="150985"/>
                  <a:pt x="56371" y="150985"/>
                </a:cubicBezTo>
                <a:cubicBezTo>
                  <a:pt x="56015" y="151027"/>
                  <a:pt x="56036" y="150690"/>
                  <a:pt x="56057" y="150458"/>
                </a:cubicBezTo>
                <a:cubicBezTo>
                  <a:pt x="56043" y="150016"/>
                  <a:pt x="56167" y="149583"/>
                  <a:pt x="56413" y="149217"/>
                </a:cubicBezTo>
                <a:cubicBezTo>
                  <a:pt x="56806" y="146377"/>
                  <a:pt x="57380" y="143563"/>
                  <a:pt x="58132" y="140797"/>
                </a:cubicBezTo>
                <a:cubicBezTo>
                  <a:pt x="58380" y="140120"/>
                  <a:pt x="58808" y="139524"/>
                  <a:pt x="59368" y="139071"/>
                </a:cubicBezTo>
                <a:cubicBezTo>
                  <a:pt x="66760" y="131690"/>
                  <a:pt x="74354" y="124491"/>
                  <a:pt x="82151" y="117476"/>
                </a:cubicBezTo>
                <a:cubicBezTo>
                  <a:pt x="101750" y="100000"/>
                  <a:pt x="122497" y="83868"/>
                  <a:pt x="144254" y="69191"/>
                </a:cubicBezTo>
                <a:cubicBezTo>
                  <a:pt x="163134" y="56408"/>
                  <a:pt x="182729" y="44722"/>
                  <a:pt x="202940" y="34188"/>
                </a:cubicBezTo>
                <a:cubicBezTo>
                  <a:pt x="220404" y="25119"/>
                  <a:pt x="238335" y="16989"/>
                  <a:pt x="256660" y="9835"/>
                </a:cubicBezTo>
                <a:cubicBezTo>
                  <a:pt x="258227" y="9124"/>
                  <a:pt x="259992" y="8990"/>
                  <a:pt x="261648" y="9456"/>
                </a:cubicBezTo>
                <a:close/>
                <a:moveTo>
                  <a:pt x="245404" y="6677"/>
                </a:moveTo>
                <a:cubicBezTo>
                  <a:pt x="245634" y="6614"/>
                  <a:pt x="246158" y="6256"/>
                  <a:pt x="246033" y="6825"/>
                </a:cubicBezTo>
                <a:cubicBezTo>
                  <a:pt x="245907" y="7393"/>
                  <a:pt x="245488" y="7393"/>
                  <a:pt x="245027" y="7393"/>
                </a:cubicBezTo>
                <a:cubicBezTo>
                  <a:pt x="236643" y="10887"/>
                  <a:pt x="228301" y="14528"/>
                  <a:pt x="220064" y="18401"/>
                </a:cubicBezTo>
                <a:cubicBezTo>
                  <a:pt x="203994" y="25993"/>
                  <a:pt x="188275" y="34293"/>
                  <a:pt x="172905" y="43301"/>
                </a:cubicBezTo>
                <a:cubicBezTo>
                  <a:pt x="147433" y="58287"/>
                  <a:pt x="123089" y="75129"/>
                  <a:pt x="100071" y="93691"/>
                </a:cubicBezTo>
                <a:cubicBezTo>
                  <a:pt x="88166" y="103268"/>
                  <a:pt x="76638" y="113308"/>
                  <a:pt x="65572" y="123916"/>
                </a:cubicBezTo>
                <a:lnTo>
                  <a:pt x="62407" y="126842"/>
                </a:lnTo>
                <a:cubicBezTo>
                  <a:pt x="62176" y="122148"/>
                  <a:pt x="74501" y="95754"/>
                  <a:pt x="82507" y="83546"/>
                </a:cubicBezTo>
                <a:cubicBezTo>
                  <a:pt x="91237" y="70196"/>
                  <a:pt x="101729" y="58095"/>
                  <a:pt x="113695" y="47574"/>
                </a:cubicBezTo>
                <a:cubicBezTo>
                  <a:pt x="125704" y="37085"/>
                  <a:pt x="139107" y="28323"/>
                  <a:pt x="153518" y="21538"/>
                </a:cubicBezTo>
                <a:cubicBezTo>
                  <a:pt x="167768" y="14781"/>
                  <a:pt x="182897" y="10076"/>
                  <a:pt x="198455" y="7561"/>
                </a:cubicBezTo>
                <a:cubicBezTo>
                  <a:pt x="213981" y="5016"/>
                  <a:pt x="229793" y="4718"/>
                  <a:pt x="245404" y="6677"/>
                </a:cubicBezTo>
                <a:close/>
                <a:moveTo>
                  <a:pt x="416266" y="131"/>
                </a:moveTo>
                <a:cubicBezTo>
                  <a:pt x="431122" y="1575"/>
                  <a:pt x="442595" y="13881"/>
                  <a:pt x="443052" y="28862"/>
                </a:cubicBezTo>
                <a:cubicBezTo>
                  <a:pt x="442977" y="30144"/>
                  <a:pt x="443767" y="31318"/>
                  <a:pt x="444980" y="31724"/>
                </a:cubicBezTo>
                <a:cubicBezTo>
                  <a:pt x="453519" y="35548"/>
                  <a:pt x="461323" y="40849"/>
                  <a:pt x="468036" y="47384"/>
                </a:cubicBezTo>
                <a:cubicBezTo>
                  <a:pt x="477738" y="56923"/>
                  <a:pt x="484430" y="69119"/>
                  <a:pt x="487277" y="82451"/>
                </a:cubicBezTo>
                <a:cubicBezTo>
                  <a:pt x="489207" y="91549"/>
                  <a:pt x="489767" y="100886"/>
                  <a:pt x="488932" y="110150"/>
                </a:cubicBezTo>
                <a:cubicBezTo>
                  <a:pt x="487807" y="123049"/>
                  <a:pt x="484952" y="135737"/>
                  <a:pt x="480444" y="147869"/>
                </a:cubicBezTo>
                <a:cubicBezTo>
                  <a:pt x="475168" y="162253"/>
                  <a:pt x="468476" y="176074"/>
                  <a:pt x="460470" y="189123"/>
                </a:cubicBezTo>
                <a:cubicBezTo>
                  <a:pt x="453762" y="200176"/>
                  <a:pt x="446414" y="210824"/>
                  <a:pt x="438462" y="221012"/>
                </a:cubicBezTo>
                <a:cubicBezTo>
                  <a:pt x="438190" y="221369"/>
                  <a:pt x="437854" y="221685"/>
                  <a:pt x="437561" y="222022"/>
                </a:cubicBezTo>
                <a:cubicBezTo>
                  <a:pt x="436599" y="223510"/>
                  <a:pt x="435519" y="224918"/>
                  <a:pt x="434333" y="226232"/>
                </a:cubicBezTo>
                <a:cubicBezTo>
                  <a:pt x="434023" y="226802"/>
                  <a:pt x="433635" y="227326"/>
                  <a:pt x="433180" y="227789"/>
                </a:cubicBezTo>
                <a:cubicBezTo>
                  <a:pt x="432837" y="228469"/>
                  <a:pt x="432323" y="229050"/>
                  <a:pt x="431692" y="229473"/>
                </a:cubicBezTo>
                <a:cubicBezTo>
                  <a:pt x="431650" y="230083"/>
                  <a:pt x="431315" y="230483"/>
                  <a:pt x="430539" y="230799"/>
                </a:cubicBezTo>
                <a:cubicBezTo>
                  <a:pt x="430770" y="230115"/>
                  <a:pt x="431158" y="229494"/>
                  <a:pt x="431671" y="228989"/>
                </a:cubicBezTo>
                <a:lnTo>
                  <a:pt x="432803" y="227389"/>
                </a:lnTo>
                <a:cubicBezTo>
                  <a:pt x="433067" y="226783"/>
                  <a:pt x="433453" y="226240"/>
                  <a:pt x="433935" y="225789"/>
                </a:cubicBezTo>
                <a:cubicBezTo>
                  <a:pt x="434851" y="224165"/>
                  <a:pt x="435897" y="222615"/>
                  <a:pt x="437058" y="221159"/>
                </a:cubicBezTo>
                <a:cubicBezTo>
                  <a:pt x="439929" y="216423"/>
                  <a:pt x="443136" y="211940"/>
                  <a:pt x="445945" y="207183"/>
                </a:cubicBezTo>
                <a:cubicBezTo>
                  <a:pt x="453589" y="194691"/>
                  <a:pt x="460524" y="181775"/>
                  <a:pt x="466715" y="168496"/>
                </a:cubicBezTo>
                <a:cubicBezTo>
                  <a:pt x="471721" y="157743"/>
                  <a:pt x="475462" y="146442"/>
                  <a:pt x="477866" y="134819"/>
                </a:cubicBezTo>
                <a:cubicBezTo>
                  <a:pt x="479557" y="126606"/>
                  <a:pt x="480261" y="118216"/>
                  <a:pt x="479962" y="109835"/>
                </a:cubicBezTo>
                <a:cubicBezTo>
                  <a:pt x="479685" y="98430"/>
                  <a:pt x="477082" y="87205"/>
                  <a:pt x="472312" y="76852"/>
                </a:cubicBezTo>
                <a:cubicBezTo>
                  <a:pt x="467095" y="66064"/>
                  <a:pt x="458969" y="56963"/>
                  <a:pt x="448858" y="50584"/>
                </a:cubicBezTo>
                <a:cubicBezTo>
                  <a:pt x="446272" y="48900"/>
                  <a:pt x="443593" y="47368"/>
                  <a:pt x="440831" y="45995"/>
                </a:cubicBezTo>
                <a:cubicBezTo>
                  <a:pt x="439384" y="45280"/>
                  <a:pt x="439384" y="45301"/>
                  <a:pt x="438462" y="46732"/>
                </a:cubicBezTo>
                <a:cubicBezTo>
                  <a:pt x="434377" y="53474"/>
                  <a:pt x="427664" y="58185"/>
                  <a:pt x="419955" y="59719"/>
                </a:cubicBezTo>
                <a:cubicBezTo>
                  <a:pt x="404254" y="63069"/>
                  <a:pt x="388759" y="53219"/>
                  <a:pt x="385057" y="37534"/>
                </a:cubicBezTo>
                <a:cubicBezTo>
                  <a:pt x="384659" y="36039"/>
                  <a:pt x="384659" y="36039"/>
                  <a:pt x="383087" y="36039"/>
                </a:cubicBezTo>
                <a:cubicBezTo>
                  <a:pt x="374729" y="36508"/>
                  <a:pt x="366408" y="37485"/>
                  <a:pt x="358166" y="38965"/>
                </a:cubicBezTo>
                <a:cubicBezTo>
                  <a:pt x="349971" y="40270"/>
                  <a:pt x="341839" y="41912"/>
                  <a:pt x="333707" y="43575"/>
                </a:cubicBezTo>
                <a:cubicBezTo>
                  <a:pt x="333378" y="43576"/>
                  <a:pt x="333074" y="43752"/>
                  <a:pt x="332910" y="44038"/>
                </a:cubicBezTo>
                <a:cubicBezTo>
                  <a:pt x="333015" y="44627"/>
                  <a:pt x="333665" y="44901"/>
                  <a:pt x="334105" y="45280"/>
                </a:cubicBezTo>
                <a:cubicBezTo>
                  <a:pt x="353098" y="61237"/>
                  <a:pt x="368476" y="81087"/>
                  <a:pt x="379210" y="103499"/>
                </a:cubicBezTo>
                <a:cubicBezTo>
                  <a:pt x="386818" y="119273"/>
                  <a:pt x="392085" y="136078"/>
                  <a:pt x="394845" y="153383"/>
                </a:cubicBezTo>
                <a:cubicBezTo>
                  <a:pt x="396864" y="165903"/>
                  <a:pt x="397509" y="178608"/>
                  <a:pt x="396774" y="191270"/>
                </a:cubicBezTo>
                <a:cubicBezTo>
                  <a:pt x="395223" y="221224"/>
                  <a:pt x="386128" y="250294"/>
                  <a:pt x="370344" y="275758"/>
                </a:cubicBezTo>
                <a:cubicBezTo>
                  <a:pt x="360587" y="291612"/>
                  <a:pt x="348334" y="305773"/>
                  <a:pt x="334063" y="317686"/>
                </a:cubicBezTo>
                <a:cubicBezTo>
                  <a:pt x="329242" y="321706"/>
                  <a:pt x="324233" y="325432"/>
                  <a:pt x="319098" y="328968"/>
                </a:cubicBezTo>
                <a:cubicBezTo>
                  <a:pt x="317337" y="330147"/>
                  <a:pt x="315325" y="330884"/>
                  <a:pt x="313670" y="332252"/>
                </a:cubicBezTo>
                <a:cubicBezTo>
                  <a:pt x="313552" y="332694"/>
                  <a:pt x="313265" y="333073"/>
                  <a:pt x="312873" y="333304"/>
                </a:cubicBezTo>
                <a:lnTo>
                  <a:pt x="307549" y="336630"/>
                </a:lnTo>
                <a:lnTo>
                  <a:pt x="304846" y="338166"/>
                </a:lnTo>
                <a:lnTo>
                  <a:pt x="301408" y="340145"/>
                </a:lnTo>
                <a:cubicBezTo>
                  <a:pt x="300323" y="340905"/>
                  <a:pt x="299172" y="341568"/>
                  <a:pt x="297971" y="342123"/>
                </a:cubicBezTo>
                <a:cubicBezTo>
                  <a:pt x="297321" y="342687"/>
                  <a:pt x="296567" y="343117"/>
                  <a:pt x="295749" y="343386"/>
                </a:cubicBezTo>
                <a:cubicBezTo>
                  <a:pt x="295676" y="343576"/>
                  <a:pt x="295489" y="343696"/>
                  <a:pt x="295288" y="343681"/>
                </a:cubicBezTo>
                <a:cubicBezTo>
                  <a:pt x="295141" y="343946"/>
                  <a:pt x="294856" y="344102"/>
                  <a:pt x="294554" y="344081"/>
                </a:cubicBezTo>
                <a:cubicBezTo>
                  <a:pt x="294399" y="344352"/>
                  <a:pt x="294112" y="344521"/>
                  <a:pt x="293800" y="344523"/>
                </a:cubicBezTo>
                <a:cubicBezTo>
                  <a:pt x="293655" y="344792"/>
                  <a:pt x="293370" y="344956"/>
                  <a:pt x="293066" y="344944"/>
                </a:cubicBezTo>
                <a:cubicBezTo>
                  <a:pt x="292995" y="345125"/>
                  <a:pt x="292819" y="345243"/>
                  <a:pt x="292626" y="345238"/>
                </a:cubicBezTo>
                <a:cubicBezTo>
                  <a:pt x="287994" y="348122"/>
                  <a:pt x="283174" y="350711"/>
                  <a:pt x="278395" y="353300"/>
                </a:cubicBezTo>
                <a:cubicBezTo>
                  <a:pt x="256599" y="365194"/>
                  <a:pt x="233948" y="375438"/>
                  <a:pt x="210633" y="383946"/>
                </a:cubicBezTo>
                <a:cubicBezTo>
                  <a:pt x="192968" y="390402"/>
                  <a:pt x="174859" y="395565"/>
                  <a:pt x="156453" y="399396"/>
                </a:cubicBezTo>
                <a:cubicBezTo>
                  <a:pt x="147817" y="401220"/>
                  <a:pt x="139119" y="402622"/>
                  <a:pt x="130358" y="403605"/>
                </a:cubicBezTo>
                <a:cubicBezTo>
                  <a:pt x="118577" y="404992"/>
                  <a:pt x="106705" y="405449"/>
                  <a:pt x="94853" y="404973"/>
                </a:cubicBezTo>
                <a:cubicBezTo>
                  <a:pt x="80530" y="404529"/>
                  <a:pt x="66356" y="401917"/>
                  <a:pt x="52808" y="397228"/>
                </a:cubicBezTo>
                <a:cubicBezTo>
                  <a:pt x="41327" y="393306"/>
                  <a:pt x="30799" y="386994"/>
                  <a:pt x="21914" y="378705"/>
                </a:cubicBezTo>
                <a:cubicBezTo>
                  <a:pt x="11426" y="368621"/>
                  <a:pt x="4352" y="355489"/>
                  <a:pt x="1688" y="341155"/>
                </a:cubicBezTo>
                <a:cubicBezTo>
                  <a:pt x="-172" y="331366"/>
                  <a:pt x="-498" y="321347"/>
                  <a:pt x="724" y="311456"/>
                </a:cubicBezTo>
                <a:cubicBezTo>
                  <a:pt x="2699" y="295445"/>
                  <a:pt x="7095" y="279829"/>
                  <a:pt x="13761" y="265150"/>
                </a:cubicBezTo>
                <a:cubicBezTo>
                  <a:pt x="21442" y="247897"/>
                  <a:pt x="30904" y="231502"/>
                  <a:pt x="41993" y="216234"/>
                </a:cubicBezTo>
                <a:cubicBezTo>
                  <a:pt x="55802" y="197029"/>
                  <a:pt x="71229" y="179050"/>
                  <a:pt x="88104" y="162497"/>
                </a:cubicBezTo>
                <a:cubicBezTo>
                  <a:pt x="113892" y="137157"/>
                  <a:pt x="142171" y="114505"/>
                  <a:pt x="172508" y="94890"/>
                </a:cubicBezTo>
                <a:cubicBezTo>
                  <a:pt x="195316" y="79990"/>
                  <a:pt x="219207" y="66833"/>
                  <a:pt x="243979" y="55530"/>
                </a:cubicBezTo>
                <a:cubicBezTo>
                  <a:pt x="267374" y="44765"/>
                  <a:pt x="291670" y="36095"/>
                  <a:pt x="316583" y="29620"/>
                </a:cubicBezTo>
                <a:cubicBezTo>
                  <a:pt x="330194" y="26085"/>
                  <a:pt x="344033" y="23497"/>
                  <a:pt x="357999" y="21874"/>
                </a:cubicBezTo>
                <a:cubicBezTo>
                  <a:pt x="366053" y="20902"/>
                  <a:pt x="374156" y="20382"/>
                  <a:pt x="382270" y="20316"/>
                </a:cubicBezTo>
                <a:cubicBezTo>
                  <a:pt x="382521" y="20316"/>
                  <a:pt x="382773" y="20316"/>
                  <a:pt x="383024" y="20316"/>
                </a:cubicBezTo>
                <a:cubicBezTo>
                  <a:pt x="385015" y="20443"/>
                  <a:pt x="386043" y="19622"/>
                  <a:pt x="386923" y="17622"/>
                </a:cubicBezTo>
                <a:cubicBezTo>
                  <a:pt x="391878" y="6006"/>
                  <a:pt x="403739" y="-1064"/>
                  <a:pt x="416266" y="131"/>
                </a:cubicBezTo>
                <a:close/>
              </a:path>
            </a:pathLst>
          </a:cu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2" name="Google Shape;332;p28"/>
          <p:cNvSpPr txBox="1"/>
          <p:nvPr>
            <p:ph type="title"/>
          </p:nvPr>
        </p:nvSpPr>
        <p:spPr>
          <a:xfrm>
            <a:off x="1470929" y="2095027"/>
            <a:ext cx="9941071" cy="88465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F7FF"/>
              </a:buClr>
              <a:buSzPts val="4400"/>
              <a:buNone/>
              <a:defRPr b="1" sz="4400">
                <a:solidFill>
                  <a:srgbClr val="00F7FF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33" name="Google Shape;333;p28"/>
          <p:cNvSpPr txBox="1"/>
          <p:nvPr>
            <p:ph type="body" idx="1"/>
          </p:nvPr>
        </p:nvSpPr>
        <p:spPr>
          <a:xfrm>
            <a:off x="1470930" y="3169159"/>
            <a:ext cx="9941070" cy="69517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 b="1" sz="280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34" name="Google Shape;334;p28"/>
          <p:cNvSpPr txBox="1"/>
          <p:nvPr>
            <p:ph idx="3" type="body"/>
          </p:nvPr>
        </p:nvSpPr>
        <p:spPr>
          <a:xfrm>
            <a:off x="1470930" y="4137397"/>
            <a:ext cx="7147030" cy="91669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150000"/>
              </a:lnSpc>
              <a:spcBef>
                <a:spcPts val="1000"/>
              </a:spcBef>
              <a:spcAft>
                <a:spcPts val="0"/>
              </a:spcAft>
              <a:buClr>
                <a:srgbClr val="F2F2F2"/>
              </a:buClr>
              <a:buSzPts val="1000"/>
              <a:buNone/>
              <a:defRPr sz="1000">
                <a:solidFill>
                  <a:srgbClr val="F2F2F2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35" name="Google Shape;335;p28"/>
          <p:cNvSpPr txBox="1"/>
          <p:nvPr>
            <p:ph idx="4" type="body"/>
          </p:nvPr>
        </p:nvSpPr>
        <p:spPr>
          <a:xfrm>
            <a:off x="8896576" y="5231902"/>
            <a:ext cx="2521280" cy="157781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F7FF"/>
              </a:buClr>
              <a:buSzPts val="12000"/>
              <a:buNone/>
              <a:defRPr b="1" sz="12000">
                <a:solidFill>
                  <a:srgbClr val="00F7FF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cxnSp>
        <p:nvCxnSpPr>
          <p:cNvPr id="336" name="Google Shape;336;p28"/>
          <p:cNvCxnSpPr/>
          <p:nvPr/>
        </p:nvCxnSpPr>
        <p:spPr>
          <a:xfrm>
            <a:off x="1574156" y="2979683"/>
            <a:ext cx="3565003" cy="0"/>
          </a:xfrm>
          <a:prstGeom prst="straightConnector1">
            <a:avLst/>
          </a:prstGeom>
          <a:noFill/>
          <a:ln cap="rnd" cmpd="sng" w="25400">
            <a:solidFill>
              <a:srgbClr val="00F7FF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37" name="Google Shape;337;p28"/>
          <p:cNvSpPr txBox="1"/>
          <p:nvPr>
            <p:ph idx="10" type="dt"/>
          </p:nvPr>
        </p:nvSpPr>
        <p:spPr>
          <a:xfrm>
            <a:off x="6060300" y="6481647"/>
            <a:ext cx="2090098" cy="23982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D8D8D8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8" name="Google Shape;338;p28"/>
          <p:cNvSpPr txBox="1"/>
          <p:nvPr>
            <p:ph idx="11" type="ftr"/>
          </p:nvPr>
        </p:nvSpPr>
        <p:spPr>
          <a:xfrm>
            <a:off x="838200" y="6481647"/>
            <a:ext cx="4475922" cy="23982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D8D8D8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grpSp>
        <p:nvGrpSpPr>
          <p:cNvPr id="339" name="Google Shape;339;p28"/>
          <p:cNvGrpSpPr/>
          <p:nvPr/>
        </p:nvGrpSpPr>
        <p:grpSpPr>
          <a:xfrm>
            <a:off x="16026" y="4629289"/>
            <a:ext cx="434350" cy="2228711"/>
            <a:chOff x="16026" y="4629289"/>
            <a:chExt cx="434350" cy="2228711"/>
          </a:xfrm>
        </p:grpSpPr>
        <p:sp>
          <p:nvSpPr>
            <p:cNvPr id="340" name="Google Shape;340;p28"/>
            <p:cNvSpPr/>
            <p:nvPr/>
          </p:nvSpPr>
          <p:spPr>
            <a:xfrm>
              <a:off x="16026" y="4629289"/>
              <a:ext cx="434350" cy="346950"/>
            </a:xfrm>
            <a:prstGeom prst="rect">
              <a:avLst/>
            </a:prstGeom>
            <a:gradFill>
              <a:gsLst>
                <a:gs pos="0">
                  <a:srgbClr val="00F7FF"/>
                </a:gs>
                <a:gs pos="100000">
                  <a:srgbClr val="00F7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41" name="Google Shape;341;p28"/>
            <p:cNvSpPr/>
            <p:nvPr/>
          </p:nvSpPr>
          <p:spPr>
            <a:xfrm>
              <a:off x="16026" y="5005641"/>
              <a:ext cx="434350" cy="346950"/>
            </a:xfrm>
            <a:prstGeom prst="rect">
              <a:avLst/>
            </a:prstGeom>
            <a:gradFill>
              <a:gsLst>
                <a:gs pos="0">
                  <a:srgbClr val="00F7FF"/>
                </a:gs>
                <a:gs pos="100000">
                  <a:srgbClr val="00F7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42" name="Google Shape;342;p28"/>
            <p:cNvSpPr/>
            <p:nvPr/>
          </p:nvSpPr>
          <p:spPr>
            <a:xfrm>
              <a:off x="16026" y="5381993"/>
              <a:ext cx="434350" cy="346950"/>
            </a:xfrm>
            <a:prstGeom prst="rect">
              <a:avLst/>
            </a:prstGeom>
            <a:gradFill>
              <a:gsLst>
                <a:gs pos="0">
                  <a:srgbClr val="00F7FF"/>
                </a:gs>
                <a:gs pos="100000">
                  <a:srgbClr val="00F7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43" name="Google Shape;343;p28"/>
            <p:cNvSpPr/>
            <p:nvPr/>
          </p:nvSpPr>
          <p:spPr>
            <a:xfrm>
              <a:off x="16026" y="5758345"/>
              <a:ext cx="434350" cy="346950"/>
            </a:xfrm>
            <a:prstGeom prst="rect">
              <a:avLst/>
            </a:prstGeom>
            <a:gradFill>
              <a:gsLst>
                <a:gs pos="0">
                  <a:srgbClr val="00F7FF"/>
                </a:gs>
                <a:gs pos="100000">
                  <a:srgbClr val="00F7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44" name="Google Shape;344;p28"/>
            <p:cNvSpPr/>
            <p:nvPr/>
          </p:nvSpPr>
          <p:spPr>
            <a:xfrm>
              <a:off x="16026" y="6134697"/>
              <a:ext cx="434350" cy="346950"/>
            </a:xfrm>
            <a:prstGeom prst="rect">
              <a:avLst/>
            </a:prstGeom>
            <a:gradFill>
              <a:gsLst>
                <a:gs pos="0">
                  <a:srgbClr val="00F7FF"/>
                </a:gs>
                <a:gs pos="100000">
                  <a:srgbClr val="00F7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45" name="Google Shape;345;p28"/>
            <p:cNvSpPr/>
            <p:nvPr/>
          </p:nvSpPr>
          <p:spPr>
            <a:xfrm>
              <a:off x="16026" y="6511050"/>
              <a:ext cx="434350" cy="346950"/>
            </a:xfrm>
            <a:prstGeom prst="rect">
              <a:avLst/>
            </a:prstGeom>
            <a:gradFill>
              <a:gsLst>
                <a:gs pos="0">
                  <a:srgbClr val="00F7FF"/>
                </a:gs>
                <a:gs pos="100000">
                  <a:srgbClr val="00F7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346" name="Google Shape;346;p28"/>
          <p:cNvSpPr/>
          <p:nvPr/>
        </p:nvSpPr>
        <p:spPr>
          <a:xfrm>
            <a:off x="95208" y="6583150"/>
            <a:ext cx="233916" cy="23391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47" name="Google Shape;347;p28"/>
          <p:cNvSpPr txBox="1"/>
          <p:nvPr>
            <p:ph idx="12" type="sldNum"/>
          </p:nvPr>
        </p:nvSpPr>
        <p:spPr>
          <a:xfrm>
            <a:off x="65862" y="6542216"/>
            <a:ext cx="292608" cy="315784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pic>
        <p:nvPicPr>
          <p:cNvPr descr="Background pattern&#10;&#10;Description automatically generated" id="348" name="Google Shape;348;p28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-1" y="-1"/>
            <a:ext cx="12192001" cy="6854889"/>
          </a:xfrm>
          <a:prstGeom prst="rect">
            <a:avLst/>
          </a:prstGeom>
          <a:noFill/>
          <a:ln>
            <a:noFill/>
          </a:ln>
        </p:spPr>
      </p:pic>
      <p:sp>
        <p:nvSpPr>
          <p:cNvPr id="349" name="Google Shape;349;p28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gradFill>
            <a:gsLst>
              <a:gs pos="0">
                <a:srgbClr val="0A4671">
                  <a:alpha val="74901"/>
                </a:srgbClr>
              </a:gs>
              <a:gs pos="100000">
                <a:srgbClr val="0A4671"/>
              </a:gs>
            </a:gsLst>
            <a:path path="circle">
              <a:fillToRect b="50%" l="50%" r="50%" t="50%"/>
            </a:path>
            <a:tileRect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0" name="Google Shape;350;p28"/>
          <p:cNvSpPr/>
          <p:nvPr/>
        </p:nvSpPr>
        <p:spPr>
          <a:xfrm>
            <a:off x="16026" y="4629289"/>
            <a:ext cx="434350" cy="346950"/>
          </a:xfrm>
          <a:prstGeom prst="rect">
            <a:avLst/>
          </a:prstGeom>
          <a:solidFill>
            <a:srgbClr val="00F7FF"/>
          </a:solidFill>
          <a:ln cap="flat" cmpd="sng" w="12700">
            <a:solidFill>
              <a:srgbClr val="00F7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1" name="Google Shape;351;p28"/>
          <p:cNvSpPr/>
          <p:nvPr/>
        </p:nvSpPr>
        <p:spPr>
          <a:xfrm>
            <a:off x="16026" y="5005641"/>
            <a:ext cx="434350" cy="346950"/>
          </a:xfrm>
          <a:prstGeom prst="rect">
            <a:avLst/>
          </a:prstGeom>
          <a:solidFill>
            <a:srgbClr val="00F7FF"/>
          </a:solidFill>
          <a:ln cap="flat" cmpd="sng" w="12700">
            <a:solidFill>
              <a:srgbClr val="00F7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2" name="Google Shape;352;p28"/>
          <p:cNvSpPr/>
          <p:nvPr/>
        </p:nvSpPr>
        <p:spPr>
          <a:xfrm>
            <a:off x="16026" y="5381993"/>
            <a:ext cx="434350" cy="346950"/>
          </a:xfrm>
          <a:prstGeom prst="rect">
            <a:avLst/>
          </a:prstGeom>
          <a:solidFill>
            <a:srgbClr val="00F7FF"/>
          </a:solidFill>
          <a:ln cap="flat" cmpd="sng" w="12700">
            <a:solidFill>
              <a:srgbClr val="00F7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3" name="Google Shape;353;p28"/>
          <p:cNvSpPr/>
          <p:nvPr/>
        </p:nvSpPr>
        <p:spPr>
          <a:xfrm>
            <a:off x="16026" y="5758345"/>
            <a:ext cx="434350" cy="346950"/>
          </a:xfrm>
          <a:prstGeom prst="rect">
            <a:avLst/>
          </a:prstGeom>
          <a:noFill/>
          <a:ln cap="flat" cmpd="sng" w="12700">
            <a:solidFill>
              <a:srgbClr val="00F7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4" name="Google Shape;354;p28"/>
          <p:cNvSpPr/>
          <p:nvPr/>
        </p:nvSpPr>
        <p:spPr>
          <a:xfrm>
            <a:off x="16026" y="6134697"/>
            <a:ext cx="434350" cy="346950"/>
          </a:xfrm>
          <a:prstGeom prst="rect">
            <a:avLst/>
          </a:prstGeom>
          <a:noFill/>
          <a:ln cap="flat" cmpd="sng" w="12700">
            <a:solidFill>
              <a:srgbClr val="00F7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5" name="Google Shape;355;p28"/>
          <p:cNvSpPr/>
          <p:nvPr/>
        </p:nvSpPr>
        <p:spPr>
          <a:xfrm>
            <a:off x="16026" y="6511050"/>
            <a:ext cx="434350" cy="346950"/>
          </a:xfrm>
          <a:prstGeom prst="rect">
            <a:avLst/>
          </a:prstGeom>
          <a:noFill/>
          <a:ln cap="flat" cmpd="sng" w="12700">
            <a:solidFill>
              <a:srgbClr val="00F7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6" name="Google Shape;356;p28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F7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357" name="Google Shape;357;p28"/>
          <p:cNvGrpSpPr/>
          <p:nvPr/>
        </p:nvGrpSpPr>
        <p:grpSpPr>
          <a:xfrm>
            <a:off x="58527" y="40944"/>
            <a:ext cx="2869771" cy="1563379"/>
            <a:chOff x="44879" y="27296"/>
            <a:chExt cx="2869771" cy="1563379"/>
          </a:xfrm>
        </p:grpSpPr>
        <p:cxnSp>
          <p:nvCxnSpPr>
            <p:cNvPr id="358" name="Google Shape;358;p28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F7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359" name="Google Shape;359;p28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F7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360" name="Google Shape;360;p28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F7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361" name="Google Shape;361;p28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F7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362" name="Google Shape;362;p28"/>
          <p:cNvGrpSpPr/>
          <p:nvPr/>
        </p:nvGrpSpPr>
        <p:grpSpPr>
          <a:xfrm rot="10800000">
            <a:off x="9263702" y="5253677"/>
            <a:ext cx="2869771" cy="1563379"/>
            <a:chOff x="44879" y="27296"/>
            <a:chExt cx="2869771" cy="1563379"/>
          </a:xfrm>
        </p:grpSpPr>
        <p:cxnSp>
          <p:nvCxnSpPr>
            <p:cNvPr id="363" name="Google Shape;363;p28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364" name="Google Shape;364;p28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365" name="Google Shape;365;p28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</p:grpSp>
      <p:sp>
        <p:nvSpPr>
          <p:cNvPr id="366" name="Google Shape;366;p28"/>
          <p:cNvSpPr/>
          <p:nvPr/>
        </p:nvSpPr>
        <p:spPr>
          <a:xfrm>
            <a:off x="11589537" y="105878"/>
            <a:ext cx="489307" cy="405155"/>
          </a:xfrm>
          <a:custGeom>
            <a:rect b="b" l="l" r="r" t="t"/>
            <a:pathLst>
              <a:path extrusionOk="0" h="405155" w="489307">
                <a:moveTo>
                  <a:pt x="278290" y="349616"/>
                </a:moveTo>
                <a:lnTo>
                  <a:pt x="277683" y="349811"/>
                </a:lnTo>
                <a:lnTo>
                  <a:pt x="277976" y="349743"/>
                </a:lnTo>
                <a:close/>
                <a:moveTo>
                  <a:pt x="173116" y="214928"/>
                </a:moveTo>
                <a:cubicBezTo>
                  <a:pt x="186639" y="218079"/>
                  <a:pt x="199843" y="222476"/>
                  <a:pt x="212561" y="228062"/>
                </a:cubicBezTo>
                <a:cubicBezTo>
                  <a:pt x="213178" y="228246"/>
                  <a:pt x="213754" y="228547"/>
                  <a:pt x="214259" y="228947"/>
                </a:cubicBezTo>
                <a:cubicBezTo>
                  <a:pt x="214217" y="229557"/>
                  <a:pt x="213672" y="229599"/>
                  <a:pt x="213316" y="229788"/>
                </a:cubicBezTo>
                <a:cubicBezTo>
                  <a:pt x="202362" y="236025"/>
                  <a:pt x="191918" y="243127"/>
                  <a:pt x="182086" y="251026"/>
                </a:cubicBezTo>
                <a:cubicBezTo>
                  <a:pt x="181512" y="251550"/>
                  <a:pt x="180766" y="251843"/>
                  <a:pt x="179990" y="251847"/>
                </a:cubicBezTo>
                <a:lnTo>
                  <a:pt x="156055" y="251847"/>
                </a:lnTo>
                <a:cubicBezTo>
                  <a:pt x="155735" y="251891"/>
                  <a:pt x="155409" y="251824"/>
                  <a:pt x="155132" y="251658"/>
                </a:cubicBezTo>
                <a:cubicBezTo>
                  <a:pt x="155074" y="251207"/>
                  <a:pt x="155162" y="250748"/>
                  <a:pt x="155384" y="250353"/>
                </a:cubicBezTo>
                <a:cubicBezTo>
                  <a:pt x="159232" y="238513"/>
                  <a:pt x="164239" y="227084"/>
                  <a:pt x="170328" y="216233"/>
                </a:cubicBezTo>
                <a:cubicBezTo>
                  <a:pt x="171292" y="214507"/>
                  <a:pt x="171313" y="214507"/>
                  <a:pt x="173116" y="214928"/>
                </a:cubicBezTo>
                <a:close/>
                <a:moveTo>
                  <a:pt x="277908" y="214851"/>
                </a:moveTo>
                <a:cubicBezTo>
                  <a:pt x="278730" y="214533"/>
                  <a:pt x="279652" y="214946"/>
                  <a:pt x="279966" y="215771"/>
                </a:cubicBezTo>
                <a:cubicBezTo>
                  <a:pt x="286223" y="226906"/>
                  <a:pt x="291362" y="238640"/>
                  <a:pt x="295308" y="250795"/>
                </a:cubicBezTo>
                <a:cubicBezTo>
                  <a:pt x="295455" y="251088"/>
                  <a:pt x="295499" y="251423"/>
                  <a:pt x="295434" y="251743"/>
                </a:cubicBezTo>
                <a:cubicBezTo>
                  <a:pt x="294948" y="251907"/>
                  <a:pt x="294432" y="251957"/>
                  <a:pt x="293925" y="251890"/>
                </a:cubicBezTo>
                <a:cubicBezTo>
                  <a:pt x="286191" y="251890"/>
                  <a:pt x="278520" y="251890"/>
                  <a:pt x="270870" y="251890"/>
                </a:cubicBezTo>
                <a:cubicBezTo>
                  <a:pt x="269914" y="251905"/>
                  <a:pt x="268985" y="251576"/>
                  <a:pt x="268250" y="250964"/>
                </a:cubicBezTo>
                <a:cubicBezTo>
                  <a:pt x="258573" y="243178"/>
                  <a:pt x="248290" y="236182"/>
                  <a:pt x="237502" y="230042"/>
                </a:cubicBezTo>
                <a:cubicBezTo>
                  <a:pt x="237020" y="229859"/>
                  <a:pt x="236588" y="229564"/>
                  <a:pt x="236245" y="229179"/>
                </a:cubicBezTo>
                <a:cubicBezTo>
                  <a:pt x="236350" y="228589"/>
                  <a:pt x="236874" y="228547"/>
                  <a:pt x="237251" y="228400"/>
                </a:cubicBezTo>
                <a:cubicBezTo>
                  <a:pt x="250332" y="222603"/>
                  <a:pt x="263932" y="218072"/>
                  <a:pt x="277870" y="214866"/>
                </a:cubicBezTo>
                <a:cubicBezTo>
                  <a:pt x="277883" y="214862"/>
                  <a:pt x="277895" y="214856"/>
                  <a:pt x="277908" y="214851"/>
                </a:cubicBezTo>
                <a:close/>
                <a:moveTo>
                  <a:pt x="151422" y="211056"/>
                </a:moveTo>
                <a:cubicBezTo>
                  <a:pt x="154692" y="211561"/>
                  <a:pt x="157982" y="212024"/>
                  <a:pt x="161566" y="212550"/>
                </a:cubicBezTo>
                <a:cubicBezTo>
                  <a:pt x="159177" y="217160"/>
                  <a:pt x="156830" y="221622"/>
                  <a:pt x="154797" y="226084"/>
                </a:cubicBezTo>
                <a:cubicBezTo>
                  <a:pt x="152764" y="230546"/>
                  <a:pt x="150982" y="235114"/>
                  <a:pt x="148886" y="239639"/>
                </a:cubicBezTo>
                <a:cubicBezTo>
                  <a:pt x="148760" y="238250"/>
                  <a:pt x="148530" y="236840"/>
                  <a:pt x="148530" y="235429"/>
                </a:cubicBezTo>
                <a:cubicBezTo>
                  <a:pt x="148302" y="227778"/>
                  <a:pt x="148673" y="220121"/>
                  <a:pt x="149641" y="212529"/>
                </a:cubicBezTo>
                <a:cubicBezTo>
                  <a:pt x="149850" y="210908"/>
                  <a:pt x="149913" y="210845"/>
                  <a:pt x="151422" y="211056"/>
                </a:cubicBezTo>
                <a:close/>
                <a:moveTo>
                  <a:pt x="299584" y="210929"/>
                </a:moveTo>
                <a:cubicBezTo>
                  <a:pt x="300465" y="210803"/>
                  <a:pt x="300800" y="211224"/>
                  <a:pt x="300800" y="212003"/>
                </a:cubicBezTo>
                <a:cubicBezTo>
                  <a:pt x="301093" y="214655"/>
                  <a:pt x="301492" y="217328"/>
                  <a:pt x="301680" y="219980"/>
                </a:cubicBezTo>
                <a:cubicBezTo>
                  <a:pt x="302219" y="226164"/>
                  <a:pt x="302227" y="232382"/>
                  <a:pt x="301701" y="238566"/>
                </a:cubicBezTo>
                <a:cubicBezTo>
                  <a:pt x="301825" y="238991"/>
                  <a:pt x="301825" y="239445"/>
                  <a:pt x="301701" y="239871"/>
                </a:cubicBezTo>
                <a:cubicBezTo>
                  <a:pt x="301093" y="239765"/>
                  <a:pt x="301093" y="239344"/>
                  <a:pt x="301093" y="238923"/>
                </a:cubicBezTo>
                <a:cubicBezTo>
                  <a:pt x="297648" y="229900"/>
                  <a:pt x="293609" y="221117"/>
                  <a:pt x="289000" y="212634"/>
                </a:cubicBezTo>
                <a:cubicBezTo>
                  <a:pt x="292647" y="211813"/>
                  <a:pt x="296126" y="211455"/>
                  <a:pt x="299584" y="210929"/>
                </a:cubicBezTo>
                <a:close/>
                <a:moveTo>
                  <a:pt x="112605" y="209436"/>
                </a:moveTo>
                <a:cubicBezTo>
                  <a:pt x="121492" y="209225"/>
                  <a:pt x="130358" y="209162"/>
                  <a:pt x="139224" y="209814"/>
                </a:cubicBezTo>
                <a:cubicBezTo>
                  <a:pt x="140397" y="209899"/>
                  <a:pt x="140544" y="209920"/>
                  <a:pt x="140397" y="211204"/>
                </a:cubicBezTo>
                <a:cubicBezTo>
                  <a:pt x="140041" y="214445"/>
                  <a:pt x="139685" y="217707"/>
                  <a:pt x="139475" y="220970"/>
                </a:cubicBezTo>
                <a:cubicBezTo>
                  <a:pt x="139059" y="227242"/>
                  <a:pt x="139052" y="233536"/>
                  <a:pt x="139454" y="239808"/>
                </a:cubicBezTo>
                <a:cubicBezTo>
                  <a:pt x="139706" y="243786"/>
                  <a:pt x="140167" y="247722"/>
                  <a:pt x="140670" y="251616"/>
                </a:cubicBezTo>
                <a:cubicBezTo>
                  <a:pt x="140179" y="251869"/>
                  <a:pt x="139621" y="251957"/>
                  <a:pt x="139077" y="251869"/>
                </a:cubicBezTo>
                <a:cubicBezTo>
                  <a:pt x="131615" y="251869"/>
                  <a:pt x="124133" y="251869"/>
                  <a:pt x="116671" y="251869"/>
                </a:cubicBezTo>
                <a:cubicBezTo>
                  <a:pt x="115649" y="251976"/>
                  <a:pt x="114660" y="251463"/>
                  <a:pt x="114156" y="250564"/>
                </a:cubicBezTo>
                <a:cubicBezTo>
                  <a:pt x="106186" y="238977"/>
                  <a:pt x="104682" y="224098"/>
                  <a:pt x="110174" y="211140"/>
                </a:cubicBezTo>
                <a:cubicBezTo>
                  <a:pt x="110472" y="210061"/>
                  <a:pt x="111492" y="209345"/>
                  <a:pt x="112605" y="209436"/>
                </a:cubicBezTo>
                <a:close/>
                <a:moveTo>
                  <a:pt x="337584" y="209372"/>
                </a:moveTo>
                <a:cubicBezTo>
                  <a:pt x="338953" y="209237"/>
                  <a:pt x="340213" y="210134"/>
                  <a:pt x="340539" y="211477"/>
                </a:cubicBezTo>
                <a:cubicBezTo>
                  <a:pt x="345851" y="224367"/>
                  <a:pt x="344272" y="239083"/>
                  <a:pt x="336348" y="250542"/>
                </a:cubicBezTo>
                <a:cubicBezTo>
                  <a:pt x="335962" y="251350"/>
                  <a:pt x="335145" y="251860"/>
                  <a:pt x="334252" y="251847"/>
                </a:cubicBezTo>
                <a:cubicBezTo>
                  <a:pt x="326518" y="251847"/>
                  <a:pt x="318805" y="251847"/>
                  <a:pt x="311070" y="251847"/>
                </a:cubicBezTo>
                <a:cubicBezTo>
                  <a:pt x="310666" y="251921"/>
                  <a:pt x="310247" y="251822"/>
                  <a:pt x="309918" y="251574"/>
                </a:cubicBezTo>
                <a:cubicBezTo>
                  <a:pt x="310190" y="249090"/>
                  <a:pt x="310463" y="246564"/>
                  <a:pt x="310735" y="244038"/>
                </a:cubicBezTo>
                <a:cubicBezTo>
                  <a:pt x="311452" y="236806"/>
                  <a:pt x="311592" y="229528"/>
                  <a:pt x="311154" y="222274"/>
                </a:cubicBezTo>
                <a:cubicBezTo>
                  <a:pt x="310945" y="218612"/>
                  <a:pt x="310567" y="214992"/>
                  <a:pt x="310169" y="211350"/>
                </a:cubicBezTo>
                <a:cubicBezTo>
                  <a:pt x="310023" y="209919"/>
                  <a:pt x="310043" y="209814"/>
                  <a:pt x="311343" y="209814"/>
                </a:cubicBezTo>
                <a:cubicBezTo>
                  <a:pt x="320083" y="209161"/>
                  <a:pt x="328823" y="209245"/>
                  <a:pt x="337584" y="209372"/>
                </a:cubicBezTo>
                <a:close/>
                <a:moveTo>
                  <a:pt x="223837" y="156099"/>
                </a:moveTo>
                <a:cubicBezTo>
                  <a:pt x="225577" y="154857"/>
                  <a:pt x="225137" y="154920"/>
                  <a:pt x="226772" y="156099"/>
                </a:cubicBezTo>
                <a:cubicBezTo>
                  <a:pt x="245080" y="169370"/>
                  <a:pt x="260831" y="185874"/>
                  <a:pt x="273260" y="204805"/>
                </a:cubicBezTo>
                <a:lnTo>
                  <a:pt x="273909" y="205920"/>
                </a:lnTo>
                <a:lnTo>
                  <a:pt x="270220" y="206888"/>
                </a:lnTo>
                <a:cubicBezTo>
                  <a:pt x="255205" y="210723"/>
                  <a:pt x="240613" y="216070"/>
                  <a:pt x="226667" y="222843"/>
                </a:cubicBezTo>
                <a:cubicBezTo>
                  <a:pt x="225843" y="223317"/>
                  <a:pt x="224829" y="223317"/>
                  <a:pt x="224005" y="222843"/>
                </a:cubicBezTo>
                <a:cubicBezTo>
                  <a:pt x="209195" y="215638"/>
                  <a:pt x="193660" y="210050"/>
                  <a:pt x="177664" y="206173"/>
                </a:cubicBezTo>
                <a:cubicBezTo>
                  <a:pt x="177441" y="206099"/>
                  <a:pt x="177223" y="206006"/>
                  <a:pt x="177014" y="205899"/>
                </a:cubicBezTo>
                <a:cubicBezTo>
                  <a:pt x="176783" y="205289"/>
                  <a:pt x="177202" y="204994"/>
                  <a:pt x="177433" y="204636"/>
                </a:cubicBezTo>
                <a:cubicBezTo>
                  <a:pt x="189845" y="185766"/>
                  <a:pt x="205569" y="169321"/>
                  <a:pt x="223837" y="156099"/>
                </a:cubicBezTo>
                <a:close/>
                <a:moveTo>
                  <a:pt x="190281" y="135577"/>
                </a:moveTo>
                <a:cubicBezTo>
                  <a:pt x="198967" y="139281"/>
                  <a:pt x="207373" y="143615"/>
                  <a:pt x="215432" y="148542"/>
                </a:cubicBezTo>
                <a:cubicBezTo>
                  <a:pt x="215810" y="148774"/>
                  <a:pt x="216166" y="149048"/>
                  <a:pt x="216732" y="149426"/>
                </a:cubicBezTo>
                <a:cubicBezTo>
                  <a:pt x="214196" y="151426"/>
                  <a:pt x="211806" y="153278"/>
                  <a:pt x="209459" y="155194"/>
                </a:cubicBezTo>
                <a:cubicBezTo>
                  <a:pt x="193209" y="168404"/>
                  <a:pt x="179212" y="184185"/>
                  <a:pt x="168022" y="201921"/>
                </a:cubicBezTo>
                <a:cubicBezTo>
                  <a:pt x="167418" y="203270"/>
                  <a:pt x="165893" y="203935"/>
                  <a:pt x="164501" y="203457"/>
                </a:cubicBezTo>
                <a:cubicBezTo>
                  <a:pt x="160875" y="202721"/>
                  <a:pt x="157186" y="202215"/>
                  <a:pt x="153539" y="201626"/>
                </a:cubicBezTo>
                <a:cubicBezTo>
                  <a:pt x="151653" y="201331"/>
                  <a:pt x="151653" y="201331"/>
                  <a:pt x="152051" y="199521"/>
                </a:cubicBezTo>
                <a:cubicBezTo>
                  <a:pt x="153707" y="192399"/>
                  <a:pt x="155957" y="185427"/>
                  <a:pt x="158779" y="178683"/>
                </a:cubicBezTo>
                <a:cubicBezTo>
                  <a:pt x="165364" y="162853"/>
                  <a:pt x="174937" y="148450"/>
                  <a:pt x="186969" y="136271"/>
                </a:cubicBezTo>
                <a:cubicBezTo>
                  <a:pt x="187741" y="135236"/>
                  <a:pt x="189160" y="134937"/>
                  <a:pt x="190281" y="135577"/>
                </a:cubicBezTo>
                <a:close/>
                <a:moveTo>
                  <a:pt x="260223" y="135514"/>
                </a:moveTo>
                <a:cubicBezTo>
                  <a:pt x="261329" y="134828"/>
                  <a:pt x="262773" y="135102"/>
                  <a:pt x="263555" y="136146"/>
                </a:cubicBezTo>
                <a:cubicBezTo>
                  <a:pt x="279501" y="152309"/>
                  <a:pt x="291048" y="172311"/>
                  <a:pt x="297090" y="194239"/>
                </a:cubicBezTo>
                <a:cubicBezTo>
                  <a:pt x="297614" y="196133"/>
                  <a:pt x="298075" y="198027"/>
                  <a:pt x="298536" y="199943"/>
                </a:cubicBezTo>
                <a:cubicBezTo>
                  <a:pt x="298830" y="201248"/>
                  <a:pt x="298788" y="201269"/>
                  <a:pt x="297384" y="201479"/>
                </a:cubicBezTo>
                <a:cubicBezTo>
                  <a:pt x="293297" y="202237"/>
                  <a:pt x="289189" y="202848"/>
                  <a:pt x="285101" y="203584"/>
                </a:cubicBezTo>
                <a:cubicBezTo>
                  <a:pt x="284261" y="203820"/>
                  <a:pt x="283374" y="203412"/>
                  <a:pt x="283006" y="202616"/>
                </a:cubicBezTo>
                <a:cubicBezTo>
                  <a:pt x="277902" y="194481"/>
                  <a:pt x="272199" y="186741"/>
                  <a:pt x="265945" y="179463"/>
                </a:cubicBezTo>
                <a:cubicBezTo>
                  <a:pt x="257022" y="169004"/>
                  <a:pt x="247027" y="159522"/>
                  <a:pt x="236119" y="151174"/>
                </a:cubicBezTo>
                <a:lnTo>
                  <a:pt x="233793" y="149364"/>
                </a:lnTo>
                <a:cubicBezTo>
                  <a:pt x="235813" y="147960"/>
                  <a:pt x="237911" y="146674"/>
                  <a:pt x="240081" y="145512"/>
                </a:cubicBezTo>
                <a:cubicBezTo>
                  <a:pt x="246591" y="141782"/>
                  <a:pt x="253316" y="138444"/>
                  <a:pt x="260223" y="135514"/>
                </a:cubicBezTo>
                <a:close/>
                <a:moveTo>
                  <a:pt x="322955" y="47469"/>
                </a:moveTo>
                <a:cubicBezTo>
                  <a:pt x="300264" y="54570"/>
                  <a:pt x="278009" y="63003"/>
                  <a:pt x="256303" y="72727"/>
                </a:cubicBezTo>
                <a:cubicBezTo>
                  <a:pt x="245153" y="77799"/>
                  <a:pt x="234128" y="83145"/>
                  <a:pt x="223376" y="89060"/>
                </a:cubicBezTo>
                <a:cubicBezTo>
                  <a:pt x="197303" y="103220"/>
                  <a:pt x="172759" y="120058"/>
                  <a:pt x="150144" y="139302"/>
                </a:cubicBezTo>
                <a:cubicBezTo>
                  <a:pt x="120830" y="164358"/>
                  <a:pt x="95293" y="193554"/>
                  <a:pt x="74334" y="225979"/>
                </a:cubicBezTo>
                <a:cubicBezTo>
                  <a:pt x="65749" y="239223"/>
                  <a:pt x="58928" y="253537"/>
                  <a:pt x="54045" y="268560"/>
                </a:cubicBezTo>
                <a:cubicBezTo>
                  <a:pt x="50376" y="279928"/>
                  <a:pt x="48876" y="291889"/>
                  <a:pt x="49622" y="303815"/>
                </a:cubicBezTo>
                <a:cubicBezTo>
                  <a:pt x="50381" y="318010"/>
                  <a:pt x="55442" y="331635"/>
                  <a:pt x="64126" y="342860"/>
                </a:cubicBezTo>
                <a:cubicBezTo>
                  <a:pt x="69755" y="349890"/>
                  <a:pt x="76705" y="355742"/>
                  <a:pt x="84583" y="360077"/>
                </a:cubicBezTo>
                <a:cubicBezTo>
                  <a:pt x="99400" y="368204"/>
                  <a:pt x="115709" y="373216"/>
                  <a:pt x="132517" y="374811"/>
                </a:cubicBezTo>
                <a:cubicBezTo>
                  <a:pt x="140389" y="375666"/>
                  <a:pt x="148317" y="375870"/>
                  <a:pt x="156222" y="375422"/>
                </a:cubicBezTo>
                <a:cubicBezTo>
                  <a:pt x="168209" y="374761"/>
                  <a:pt x="180147" y="373405"/>
                  <a:pt x="191979" y="371359"/>
                </a:cubicBezTo>
                <a:cubicBezTo>
                  <a:pt x="209438" y="368413"/>
                  <a:pt x="226814" y="365024"/>
                  <a:pt x="244000" y="360604"/>
                </a:cubicBezTo>
                <a:lnTo>
                  <a:pt x="277680" y="349812"/>
                </a:lnTo>
                <a:lnTo>
                  <a:pt x="247375" y="356815"/>
                </a:lnTo>
                <a:cubicBezTo>
                  <a:pt x="237369" y="358185"/>
                  <a:pt x="227256" y="358602"/>
                  <a:pt x="217172" y="358057"/>
                </a:cubicBezTo>
                <a:cubicBezTo>
                  <a:pt x="196093" y="356998"/>
                  <a:pt x="175394" y="352001"/>
                  <a:pt x="156138" y="343323"/>
                </a:cubicBezTo>
                <a:cubicBezTo>
                  <a:pt x="127518" y="330429"/>
                  <a:pt x="102944" y="309934"/>
                  <a:pt x="85065" y="284051"/>
                </a:cubicBezTo>
                <a:cubicBezTo>
                  <a:pt x="84876" y="283777"/>
                  <a:pt x="84667" y="283525"/>
                  <a:pt x="84499" y="283251"/>
                </a:cubicBezTo>
                <a:cubicBezTo>
                  <a:pt x="83388" y="281462"/>
                  <a:pt x="83702" y="280768"/>
                  <a:pt x="85798" y="280768"/>
                </a:cubicBezTo>
                <a:cubicBezTo>
                  <a:pt x="97955" y="280768"/>
                  <a:pt x="110090" y="280768"/>
                  <a:pt x="122226" y="280768"/>
                </a:cubicBezTo>
                <a:cubicBezTo>
                  <a:pt x="123646" y="280875"/>
                  <a:pt x="124955" y="281578"/>
                  <a:pt x="125831" y="282704"/>
                </a:cubicBezTo>
                <a:cubicBezTo>
                  <a:pt x="133821" y="290881"/>
                  <a:pt x="142741" y="298088"/>
                  <a:pt x="152407" y="304173"/>
                </a:cubicBezTo>
                <a:cubicBezTo>
                  <a:pt x="168993" y="314500"/>
                  <a:pt x="187563" y="321191"/>
                  <a:pt x="206902" y="323811"/>
                </a:cubicBezTo>
                <a:cubicBezTo>
                  <a:pt x="203192" y="321138"/>
                  <a:pt x="199902" y="318507"/>
                  <a:pt x="196548" y="316002"/>
                </a:cubicBezTo>
                <a:cubicBezTo>
                  <a:pt x="186802" y="308699"/>
                  <a:pt x="177119" y="301290"/>
                  <a:pt x="167393" y="293965"/>
                </a:cubicBezTo>
                <a:cubicBezTo>
                  <a:pt x="154168" y="283904"/>
                  <a:pt x="140901" y="273780"/>
                  <a:pt x="127571" y="263740"/>
                </a:cubicBezTo>
                <a:cubicBezTo>
                  <a:pt x="126795" y="263150"/>
                  <a:pt x="125433" y="262687"/>
                  <a:pt x="125789" y="261466"/>
                </a:cubicBezTo>
                <a:cubicBezTo>
                  <a:pt x="126145" y="260246"/>
                  <a:pt x="127529" y="260666"/>
                  <a:pt x="128472" y="260666"/>
                </a:cubicBezTo>
                <a:cubicBezTo>
                  <a:pt x="143751" y="260666"/>
                  <a:pt x="159010" y="260666"/>
                  <a:pt x="174289" y="260666"/>
                </a:cubicBezTo>
                <a:cubicBezTo>
                  <a:pt x="176224" y="260587"/>
                  <a:pt x="178058" y="261538"/>
                  <a:pt x="179110" y="263171"/>
                </a:cubicBezTo>
                <a:cubicBezTo>
                  <a:pt x="193928" y="283378"/>
                  <a:pt x="208914" y="303289"/>
                  <a:pt x="223795" y="323369"/>
                </a:cubicBezTo>
                <a:cubicBezTo>
                  <a:pt x="225221" y="325348"/>
                  <a:pt x="225304" y="325327"/>
                  <a:pt x="226772" y="323369"/>
                </a:cubicBezTo>
                <a:cubicBezTo>
                  <a:pt x="241584" y="303557"/>
                  <a:pt x="256310" y="283742"/>
                  <a:pt x="270954" y="263929"/>
                </a:cubicBezTo>
                <a:cubicBezTo>
                  <a:pt x="272283" y="261856"/>
                  <a:pt x="274624" y="260664"/>
                  <a:pt x="277074" y="260814"/>
                </a:cubicBezTo>
                <a:cubicBezTo>
                  <a:pt x="292018" y="260814"/>
                  <a:pt x="306983" y="260814"/>
                  <a:pt x="321928" y="260814"/>
                </a:cubicBezTo>
                <a:cubicBezTo>
                  <a:pt x="322934" y="260814"/>
                  <a:pt x="324568" y="260498"/>
                  <a:pt x="324799" y="261614"/>
                </a:cubicBezTo>
                <a:cubicBezTo>
                  <a:pt x="325030" y="262729"/>
                  <a:pt x="323730" y="263234"/>
                  <a:pt x="322934" y="263824"/>
                </a:cubicBezTo>
                <a:lnTo>
                  <a:pt x="269298" y="304447"/>
                </a:lnTo>
                <a:cubicBezTo>
                  <a:pt x="261082" y="310677"/>
                  <a:pt x="252803" y="316844"/>
                  <a:pt x="244650" y="323159"/>
                </a:cubicBezTo>
                <a:cubicBezTo>
                  <a:pt x="244342" y="323331"/>
                  <a:pt x="244088" y="323586"/>
                  <a:pt x="243916" y="323895"/>
                </a:cubicBezTo>
                <a:cubicBezTo>
                  <a:pt x="268192" y="320507"/>
                  <a:pt x="291142" y="310734"/>
                  <a:pt x="310442" y="295565"/>
                </a:cubicBezTo>
                <a:cubicBezTo>
                  <a:pt x="315749" y="291353"/>
                  <a:pt x="320762" y="286781"/>
                  <a:pt x="325449" y="281883"/>
                </a:cubicBezTo>
                <a:cubicBezTo>
                  <a:pt x="326298" y="281079"/>
                  <a:pt x="327455" y="280694"/>
                  <a:pt x="328614" y="280831"/>
                </a:cubicBezTo>
                <a:cubicBezTo>
                  <a:pt x="337710" y="280831"/>
                  <a:pt x="346785" y="280704"/>
                  <a:pt x="355861" y="280831"/>
                </a:cubicBezTo>
                <a:cubicBezTo>
                  <a:pt x="357919" y="281003"/>
                  <a:pt x="359891" y="279961"/>
                  <a:pt x="360912" y="278158"/>
                </a:cubicBezTo>
                <a:cubicBezTo>
                  <a:pt x="371568" y="262456"/>
                  <a:pt x="379537" y="245076"/>
                  <a:pt x="384491" y="226737"/>
                </a:cubicBezTo>
                <a:cubicBezTo>
                  <a:pt x="387315" y="216183"/>
                  <a:pt x="389153" y="205387"/>
                  <a:pt x="389983" y="194491"/>
                </a:cubicBezTo>
                <a:cubicBezTo>
                  <a:pt x="390318" y="190281"/>
                  <a:pt x="390507" y="186071"/>
                  <a:pt x="390507" y="181862"/>
                </a:cubicBezTo>
                <a:cubicBezTo>
                  <a:pt x="390501" y="172251"/>
                  <a:pt x="389715" y="162655"/>
                  <a:pt x="388159" y="153173"/>
                </a:cubicBezTo>
                <a:cubicBezTo>
                  <a:pt x="385212" y="135768"/>
                  <a:pt x="379650" y="118913"/>
                  <a:pt x="371664" y="103183"/>
                </a:cubicBezTo>
                <a:cubicBezTo>
                  <a:pt x="365936" y="91914"/>
                  <a:pt x="358969" y="81324"/>
                  <a:pt x="350893" y="71611"/>
                </a:cubicBezTo>
                <a:cubicBezTo>
                  <a:pt x="343746" y="63084"/>
                  <a:pt x="335794" y="55274"/>
                  <a:pt x="327146" y="48289"/>
                </a:cubicBezTo>
                <a:cubicBezTo>
                  <a:pt x="326002" y="47268"/>
                  <a:pt x="324397" y="46953"/>
                  <a:pt x="322955" y="47469"/>
                </a:cubicBezTo>
                <a:close/>
                <a:moveTo>
                  <a:pt x="279044" y="15391"/>
                </a:moveTo>
                <a:cubicBezTo>
                  <a:pt x="280107" y="14960"/>
                  <a:pt x="281293" y="14960"/>
                  <a:pt x="282356" y="15391"/>
                </a:cubicBezTo>
                <a:cubicBezTo>
                  <a:pt x="284473" y="16296"/>
                  <a:pt x="286694" y="17075"/>
                  <a:pt x="288790" y="17896"/>
                </a:cubicBezTo>
                <a:cubicBezTo>
                  <a:pt x="288958" y="17959"/>
                  <a:pt x="289126" y="18085"/>
                  <a:pt x="289650" y="18380"/>
                </a:cubicBezTo>
                <a:cubicBezTo>
                  <a:pt x="281266" y="21200"/>
                  <a:pt x="273217" y="23852"/>
                  <a:pt x="265211" y="26947"/>
                </a:cubicBezTo>
                <a:cubicBezTo>
                  <a:pt x="257204" y="30041"/>
                  <a:pt x="249282" y="33282"/>
                  <a:pt x="241422" y="36755"/>
                </a:cubicBezTo>
                <a:cubicBezTo>
                  <a:pt x="233562" y="40228"/>
                  <a:pt x="225807" y="43911"/>
                  <a:pt x="218115" y="47742"/>
                </a:cubicBezTo>
                <a:cubicBezTo>
                  <a:pt x="210429" y="51601"/>
                  <a:pt x="202835" y="55635"/>
                  <a:pt x="195332" y="59845"/>
                </a:cubicBezTo>
                <a:cubicBezTo>
                  <a:pt x="187814" y="64069"/>
                  <a:pt x="180403" y="68454"/>
                  <a:pt x="173094" y="73000"/>
                </a:cubicBezTo>
                <a:cubicBezTo>
                  <a:pt x="165785" y="77547"/>
                  <a:pt x="158569" y="82254"/>
                  <a:pt x="151443" y="87124"/>
                </a:cubicBezTo>
                <a:cubicBezTo>
                  <a:pt x="144373" y="92007"/>
                  <a:pt x="137386" y="97044"/>
                  <a:pt x="130483" y="102236"/>
                </a:cubicBezTo>
                <a:cubicBezTo>
                  <a:pt x="123581" y="107428"/>
                  <a:pt x="116804" y="112781"/>
                  <a:pt x="110153" y="118296"/>
                </a:cubicBezTo>
                <a:cubicBezTo>
                  <a:pt x="103516" y="123796"/>
                  <a:pt x="96990" y="129466"/>
                  <a:pt x="90577" y="135303"/>
                </a:cubicBezTo>
                <a:cubicBezTo>
                  <a:pt x="84163" y="141140"/>
                  <a:pt x="77910" y="147132"/>
                  <a:pt x="71818" y="153278"/>
                </a:cubicBezTo>
                <a:cubicBezTo>
                  <a:pt x="65740" y="159424"/>
                  <a:pt x="59850" y="165739"/>
                  <a:pt x="53814" y="172474"/>
                </a:cubicBezTo>
                <a:cubicBezTo>
                  <a:pt x="53793" y="170496"/>
                  <a:pt x="53940" y="169043"/>
                  <a:pt x="53940" y="167612"/>
                </a:cubicBezTo>
                <a:cubicBezTo>
                  <a:pt x="53730" y="163739"/>
                  <a:pt x="55616" y="161129"/>
                  <a:pt x="58131" y="158456"/>
                </a:cubicBezTo>
                <a:cubicBezTo>
                  <a:pt x="80821" y="134501"/>
                  <a:pt x="105627" y="112661"/>
                  <a:pt x="132244" y="93206"/>
                </a:cubicBezTo>
                <a:cubicBezTo>
                  <a:pt x="156774" y="75183"/>
                  <a:pt x="182675" y="59123"/>
                  <a:pt x="209710" y="45174"/>
                </a:cubicBezTo>
                <a:cubicBezTo>
                  <a:pt x="232078" y="33585"/>
                  <a:pt x="255249" y="23631"/>
                  <a:pt x="279044" y="15391"/>
                </a:cubicBezTo>
                <a:close/>
                <a:moveTo>
                  <a:pt x="261648" y="9456"/>
                </a:moveTo>
                <a:cubicBezTo>
                  <a:pt x="264037" y="10193"/>
                  <a:pt x="266469" y="10698"/>
                  <a:pt x="268900" y="11287"/>
                </a:cubicBezTo>
                <a:cubicBezTo>
                  <a:pt x="269067" y="11351"/>
                  <a:pt x="269227" y="11429"/>
                  <a:pt x="269382" y="11519"/>
                </a:cubicBezTo>
                <a:cubicBezTo>
                  <a:pt x="269005" y="12087"/>
                  <a:pt x="268376" y="12108"/>
                  <a:pt x="267852" y="12298"/>
                </a:cubicBezTo>
                <a:cubicBezTo>
                  <a:pt x="242275" y="21696"/>
                  <a:pt x="217451" y="33038"/>
                  <a:pt x="193593" y="46227"/>
                </a:cubicBezTo>
                <a:cubicBezTo>
                  <a:pt x="177984" y="54843"/>
                  <a:pt x="162747" y="64161"/>
                  <a:pt x="147880" y="74180"/>
                </a:cubicBezTo>
                <a:cubicBezTo>
                  <a:pt x="131120" y="85503"/>
                  <a:pt x="114947" y="97678"/>
                  <a:pt x="99422" y="110656"/>
                </a:cubicBezTo>
                <a:cubicBezTo>
                  <a:pt x="90437" y="118219"/>
                  <a:pt x="81690" y="126057"/>
                  <a:pt x="73180" y="134167"/>
                </a:cubicBezTo>
                <a:cubicBezTo>
                  <a:pt x="67605" y="139471"/>
                  <a:pt x="62261" y="145007"/>
                  <a:pt x="56853" y="150479"/>
                </a:cubicBezTo>
                <a:cubicBezTo>
                  <a:pt x="56769" y="150732"/>
                  <a:pt x="56602" y="150985"/>
                  <a:pt x="56371" y="150985"/>
                </a:cubicBezTo>
                <a:cubicBezTo>
                  <a:pt x="56015" y="151027"/>
                  <a:pt x="56036" y="150690"/>
                  <a:pt x="56057" y="150458"/>
                </a:cubicBezTo>
                <a:cubicBezTo>
                  <a:pt x="56043" y="150016"/>
                  <a:pt x="56167" y="149583"/>
                  <a:pt x="56413" y="149217"/>
                </a:cubicBezTo>
                <a:cubicBezTo>
                  <a:pt x="56806" y="146377"/>
                  <a:pt x="57380" y="143563"/>
                  <a:pt x="58132" y="140797"/>
                </a:cubicBezTo>
                <a:cubicBezTo>
                  <a:pt x="58380" y="140120"/>
                  <a:pt x="58808" y="139524"/>
                  <a:pt x="59368" y="139071"/>
                </a:cubicBezTo>
                <a:cubicBezTo>
                  <a:pt x="66760" y="131690"/>
                  <a:pt x="74354" y="124491"/>
                  <a:pt x="82151" y="117476"/>
                </a:cubicBezTo>
                <a:cubicBezTo>
                  <a:pt x="101750" y="100000"/>
                  <a:pt x="122497" y="83868"/>
                  <a:pt x="144254" y="69191"/>
                </a:cubicBezTo>
                <a:cubicBezTo>
                  <a:pt x="163134" y="56408"/>
                  <a:pt x="182729" y="44722"/>
                  <a:pt x="202940" y="34188"/>
                </a:cubicBezTo>
                <a:cubicBezTo>
                  <a:pt x="220404" y="25119"/>
                  <a:pt x="238335" y="16989"/>
                  <a:pt x="256660" y="9835"/>
                </a:cubicBezTo>
                <a:cubicBezTo>
                  <a:pt x="258227" y="9124"/>
                  <a:pt x="259992" y="8990"/>
                  <a:pt x="261648" y="9456"/>
                </a:cubicBezTo>
                <a:close/>
                <a:moveTo>
                  <a:pt x="245404" y="6677"/>
                </a:moveTo>
                <a:cubicBezTo>
                  <a:pt x="245634" y="6614"/>
                  <a:pt x="246158" y="6256"/>
                  <a:pt x="246033" y="6825"/>
                </a:cubicBezTo>
                <a:cubicBezTo>
                  <a:pt x="245907" y="7393"/>
                  <a:pt x="245488" y="7393"/>
                  <a:pt x="245027" y="7393"/>
                </a:cubicBezTo>
                <a:cubicBezTo>
                  <a:pt x="236643" y="10887"/>
                  <a:pt x="228301" y="14528"/>
                  <a:pt x="220064" y="18401"/>
                </a:cubicBezTo>
                <a:cubicBezTo>
                  <a:pt x="203994" y="25993"/>
                  <a:pt x="188275" y="34293"/>
                  <a:pt x="172905" y="43301"/>
                </a:cubicBezTo>
                <a:cubicBezTo>
                  <a:pt x="147433" y="58287"/>
                  <a:pt x="123089" y="75129"/>
                  <a:pt x="100071" y="93691"/>
                </a:cubicBezTo>
                <a:cubicBezTo>
                  <a:pt x="88166" y="103268"/>
                  <a:pt x="76638" y="113308"/>
                  <a:pt x="65572" y="123916"/>
                </a:cubicBezTo>
                <a:lnTo>
                  <a:pt x="62407" y="126842"/>
                </a:lnTo>
                <a:cubicBezTo>
                  <a:pt x="62176" y="122148"/>
                  <a:pt x="74501" y="95754"/>
                  <a:pt x="82507" y="83546"/>
                </a:cubicBezTo>
                <a:cubicBezTo>
                  <a:pt x="91237" y="70196"/>
                  <a:pt x="101729" y="58095"/>
                  <a:pt x="113695" y="47574"/>
                </a:cubicBezTo>
                <a:cubicBezTo>
                  <a:pt x="125704" y="37085"/>
                  <a:pt x="139107" y="28323"/>
                  <a:pt x="153518" y="21538"/>
                </a:cubicBezTo>
                <a:cubicBezTo>
                  <a:pt x="167768" y="14781"/>
                  <a:pt x="182897" y="10076"/>
                  <a:pt x="198455" y="7561"/>
                </a:cubicBezTo>
                <a:cubicBezTo>
                  <a:pt x="213981" y="5016"/>
                  <a:pt x="229793" y="4718"/>
                  <a:pt x="245404" y="6677"/>
                </a:cubicBezTo>
                <a:close/>
                <a:moveTo>
                  <a:pt x="416266" y="131"/>
                </a:moveTo>
                <a:cubicBezTo>
                  <a:pt x="431122" y="1575"/>
                  <a:pt x="442595" y="13881"/>
                  <a:pt x="443052" y="28862"/>
                </a:cubicBezTo>
                <a:cubicBezTo>
                  <a:pt x="442977" y="30144"/>
                  <a:pt x="443767" y="31318"/>
                  <a:pt x="444980" y="31724"/>
                </a:cubicBezTo>
                <a:cubicBezTo>
                  <a:pt x="453519" y="35548"/>
                  <a:pt x="461323" y="40849"/>
                  <a:pt x="468036" y="47384"/>
                </a:cubicBezTo>
                <a:cubicBezTo>
                  <a:pt x="477738" y="56923"/>
                  <a:pt x="484430" y="69119"/>
                  <a:pt x="487277" y="82451"/>
                </a:cubicBezTo>
                <a:cubicBezTo>
                  <a:pt x="489207" y="91549"/>
                  <a:pt x="489767" y="100886"/>
                  <a:pt x="488932" y="110150"/>
                </a:cubicBezTo>
                <a:cubicBezTo>
                  <a:pt x="487807" y="123049"/>
                  <a:pt x="484952" y="135737"/>
                  <a:pt x="480444" y="147869"/>
                </a:cubicBezTo>
                <a:cubicBezTo>
                  <a:pt x="475168" y="162253"/>
                  <a:pt x="468476" y="176074"/>
                  <a:pt x="460470" y="189123"/>
                </a:cubicBezTo>
                <a:cubicBezTo>
                  <a:pt x="453762" y="200176"/>
                  <a:pt x="446414" y="210824"/>
                  <a:pt x="438462" y="221012"/>
                </a:cubicBezTo>
                <a:cubicBezTo>
                  <a:pt x="438190" y="221369"/>
                  <a:pt x="437854" y="221685"/>
                  <a:pt x="437561" y="222022"/>
                </a:cubicBezTo>
                <a:cubicBezTo>
                  <a:pt x="436599" y="223510"/>
                  <a:pt x="435519" y="224918"/>
                  <a:pt x="434333" y="226232"/>
                </a:cubicBezTo>
                <a:cubicBezTo>
                  <a:pt x="434023" y="226802"/>
                  <a:pt x="433635" y="227326"/>
                  <a:pt x="433180" y="227789"/>
                </a:cubicBezTo>
                <a:cubicBezTo>
                  <a:pt x="432837" y="228469"/>
                  <a:pt x="432323" y="229050"/>
                  <a:pt x="431692" y="229473"/>
                </a:cubicBezTo>
                <a:cubicBezTo>
                  <a:pt x="431650" y="230083"/>
                  <a:pt x="431315" y="230483"/>
                  <a:pt x="430539" y="230799"/>
                </a:cubicBezTo>
                <a:cubicBezTo>
                  <a:pt x="430770" y="230115"/>
                  <a:pt x="431158" y="229494"/>
                  <a:pt x="431671" y="228989"/>
                </a:cubicBezTo>
                <a:lnTo>
                  <a:pt x="432803" y="227389"/>
                </a:lnTo>
                <a:cubicBezTo>
                  <a:pt x="433067" y="226783"/>
                  <a:pt x="433453" y="226240"/>
                  <a:pt x="433935" y="225789"/>
                </a:cubicBezTo>
                <a:cubicBezTo>
                  <a:pt x="434851" y="224165"/>
                  <a:pt x="435897" y="222615"/>
                  <a:pt x="437058" y="221159"/>
                </a:cubicBezTo>
                <a:cubicBezTo>
                  <a:pt x="439929" y="216423"/>
                  <a:pt x="443136" y="211940"/>
                  <a:pt x="445945" y="207183"/>
                </a:cubicBezTo>
                <a:cubicBezTo>
                  <a:pt x="453589" y="194691"/>
                  <a:pt x="460524" y="181775"/>
                  <a:pt x="466715" y="168496"/>
                </a:cubicBezTo>
                <a:cubicBezTo>
                  <a:pt x="471721" y="157743"/>
                  <a:pt x="475462" y="146442"/>
                  <a:pt x="477866" y="134819"/>
                </a:cubicBezTo>
                <a:cubicBezTo>
                  <a:pt x="479557" y="126606"/>
                  <a:pt x="480261" y="118216"/>
                  <a:pt x="479962" y="109835"/>
                </a:cubicBezTo>
                <a:cubicBezTo>
                  <a:pt x="479685" y="98430"/>
                  <a:pt x="477082" y="87205"/>
                  <a:pt x="472312" y="76852"/>
                </a:cubicBezTo>
                <a:cubicBezTo>
                  <a:pt x="467095" y="66064"/>
                  <a:pt x="458969" y="56963"/>
                  <a:pt x="448858" y="50584"/>
                </a:cubicBezTo>
                <a:cubicBezTo>
                  <a:pt x="446272" y="48900"/>
                  <a:pt x="443593" y="47368"/>
                  <a:pt x="440831" y="45995"/>
                </a:cubicBezTo>
                <a:cubicBezTo>
                  <a:pt x="439384" y="45280"/>
                  <a:pt x="439384" y="45301"/>
                  <a:pt x="438462" y="46732"/>
                </a:cubicBezTo>
                <a:cubicBezTo>
                  <a:pt x="434377" y="53474"/>
                  <a:pt x="427664" y="58185"/>
                  <a:pt x="419955" y="59719"/>
                </a:cubicBezTo>
                <a:cubicBezTo>
                  <a:pt x="404254" y="63069"/>
                  <a:pt x="388759" y="53219"/>
                  <a:pt x="385057" y="37534"/>
                </a:cubicBezTo>
                <a:cubicBezTo>
                  <a:pt x="384659" y="36039"/>
                  <a:pt x="384659" y="36039"/>
                  <a:pt x="383087" y="36039"/>
                </a:cubicBezTo>
                <a:cubicBezTo>
                  <a:pt x="374729" y="36508"/>
                  <a:pt x="366408" y="37485"/>
                  <a:pt x="358166" y="38965"/>
                </a:cubicBezTo>
                <a:cubicBezTo>
                  <a:pt x="349971" y="40270"/>
                  <a:pt x="341839" y="41912"/>
                  <a:pt x="333707" y="43575"/>
                </a:cubicBezTo>
                <a:cubicBezTo>
                  <a:pt x="333378" y="43576"/>
                  <a:pt x="333074" y="43752"/>
                  <a:pt x="332910" y="44038"/>
                </a:cubicBezTo>
                <a:cubicBezTo>
                  <a:pt x="333015" y="44627"/>
                  <a:pt x="333665" y="44901"/>
                  <a:pt x="334105" y="45280"/>
                </a:cubicBezTo>
                <a:cubicBezTo>
                  <a:pt x="353098" y="61237"/>
                  <a:pt x="368476" y="81087"/>
                  <a:pt x="379210" y="103499"/>
                </a:cubicBezTo>
                <a:cubicBezTo>
                  <a:pt x="386818" y="119273"/>
                  <a:pt x="392085" y="136078"/>
                  <a:pt x="394845" y="153383"/>
                </a:cubicBezTo>
                <a:cubicBezTo>
                  <a:pt x="396864" y="165903"/>
                  <a:pt x="397509" y="178608"/>
                  <a:pt x="396774" y="191270"/>
                </a:cubicBezTo>
                <a:cubicBezTo>
                  <a:pt x="395223" y="221224"/>
                  <a:pt x="386128" y="250294"/>
                  <a:pt x="370344" y="275758"/>
                </a:cubicBezTo>
                <a:cubicBezTo>
                  <a:pt x="360587" y="291612"/>
                  <a:pt x="348334" y="305773"/>
                  <a:pt x="334063" y="317686"/>
                </a:cubicBezTo>
                <a:cubicBezTo>
                  <a:pt x="329242" y="321706"/>
                  <a:pt x="324233" y="325432"/>
                  <a:pt x="319098" y="328968"/>
                </a:cubicBezTo>
                <a:cubicBezTo>
                  <a:pt x="317337" y="330147"/>
                  <a:pt x="315325" y="330884"/>
                  <a:pt x="313670" y="332252"/>
                </a:cubicBezTo>
                <a:cubicBezTo>
                  <a:pt x="313552" y="332694"/>
                  <a:pt x="313265" y="333073"/>
                  <a:pt x="312873" y="333304"/>
                </a:cubicBezTo>
                <a:lnTo>
                  <a:pt x="307549" y="336630"/>
                </a:lnTo>
                <a:lnTo>
                  <a:pt x="304846" y="338166"/>
                </a:lnTo>
                <a:lnTo>
                  <a:pt x="301408" y="340145"/>
                </a:lnTo>
                <a:cubicBezTo>
                  <a:pt x="300323" y="340905"/>
                  <a:pt x="299172" y="341568"/>
                  <a:pt x="297971" y="342123"/>
                </a:cubicBezTo>
                <a:cubicBezTo>
                  <a:pt x="297321" y="342687"/>
                  <a:pt x="296567" y="343117"/>
                  <a:pt x="295749" y="343386"/>
                </a:cubicBezTo>
                <a:cubicBezTo>
                  <a:pt x="295676" y="343576"/>
                  <a:pt x="295489" y="343696"/>
                  <a:pt x="295288" y="343681"/>
                </a:cubicBezTo>
                <a:cubicBezTo>
                  <a:pt x="295141" y="343946"/>
                  <a:pt x="294856" y="344102"/>
                  <a:pt x="294554" y="344081"/>
                </a:cubicBezTo>
                <a:cubicBezTo>
                  <a:pt x="294399" y="344352"/>
                  <a:pt x="294112" y="344521"/>
                  <a:pt x="293800" y="344523"/>
                </a:cubicBezTo>
                <a:cubicBezTo>
                  <a:pt x="293655" y="344792"/>
                  <a:pt x="293370" y="344956"/>
                  <a:pt x="293066" y="344944"/>
                </a:cubicBezTo>
                <a:cubicBezTo>
                  <a:pt x="292995" y="345125"/>
                  <a:pt x="292819" y="345243"/>
                  <a:pt x="292626" y="345238"/>
                </a:cubicBezTo>
                <a:cubicBezTo>
                  <a:pt x="287994" y="348122"/>
                  <a:pt x="283174" y="350711"/>
                  <a:pt x="278395" y="353300"/>
                </a:cubicBezTo>
                <a:cubicBezTo>
                  <a:pt x="256599" y="365194"/>
                  <a:pt x="233948" y="375438"/>
                  <a:pt x="210633" y="383946"/>
                </a:cubicBezTo>
                <a:cubicBezTo>
                  <a:pt x="192968" y="390402"/>
                  <a:pt x="174859" y="395565"/>
                  <a:pt x="156453" y="399396"/>
                </a:cubicBezTo>
                <a:cubicBezTo>
                  <a:pt x="147817" y="401220"/>
                  <a:pt x="139119" y="402622"/>
                  <a:pt x="130358" y="403605"/>
                </a:cubicBezTo>
                <a:cubicBezTo>
                  <a:pt x="118577" y="404992"/>
                  <a:pt x="106705" y="405449"/>
                  <a:pt x="94853" y="404973"/>
                </a:cubicBezTo>
                <a:cubicBezTo>
                  <a:pt x="80530" y="404529"/>
                  <a:pt x="66356" y="401917"/>
                  <a:pt x="52808" y="397228"/>
                </a:cubicBezTo>
                <a:cubicBezTo>
                  <a:pt x="41327" y="393306"/>
                  <a:pt x="30799" y="386994"/>
                  <a:pt x="21914" y="378705"/>
                </a:cubicBezTo>
                <a:cubicBezTo>
                  <a:pt x="11426" y="368621"/>
                  <a:pt x="4352" y="355489"/>
                  <a:pt x="1688" y="341155"/>
                </a:cubicBezTo>
                <a:cubicBezTo>
                  <a:pt x="-172" y="331366"/>
                  <a:pt x="-498" y="321347"/>
                  <a:pt x="724" y="311456"/>
                </a:cubicBezTo>
                <a:cubicBezTo>
                  <a:pt x="2699" y="295445"/>
                  <a:pt x="7095" y="279829"/>
                  <a:pt x="13761" y="265150"/>
                </a:cubicBezTo>
                <a:cubicBezTo>
                  <a:pt x="21442" y="247897"/>
                  <a:pt x="30904" y="231502"/>
                  <a:pt x="41993" y="216234"/>
                </a:cubicBezTo>
                <a:cubicBezTo>
                  <a:pt x="55802" y="197029"/>
                  <a:pt x="71229" y="179050"/>
                  <a:pt x="88104" y="162497"/>
                </a:cubicBezTo>
                <a:cubicBezTo>
                  <a:pt x="113892" y="137157"/>
                  <a:pt x="142171" y="114505"/>
                  <a:pt x="172508" y="94890"/>
                </a:cubicBezTo>
                <a:cubicBezTo>
                  <a:pt x="195316" y="79990"/>
                  <a:pt x="219207" y="66833"/>
                  <a:pt x="243979" y="55530"/>
                </a:cubicBezTo>
                <a:cubicBezTo>
                  <a:pt x="267374" y="44765"/>
                  <a:pt x="291670" y="36095"/>
                  <a:pt x="316583" y="29620"/>
                </a:cubicBezTo>
                <a:cubicBezTo>
                  <a:pt x="330194" y="26085"/>
                  <a:pt x="344033" y="23497"/>
                  <a:pt x="357999" y="21874"/>
                </a:cubicBezTo>
                <a:cubicBezTo>
                  <a:pt x="366053" y="20902"/>
                  <a:pt x="374156" y="20382"/>
                  <a:pt x="382270" y="20316"/>
                </a:cubicBezTo>
                <a:cubicBezTo>
                  <a:pt x="382521" y="20316"/>
                  <a:pt x="382773" y="20316"/>
                  <a:pt x="383024" y="20316"/>
                </a:cubicBezTo>
                <a:cubicBezTo>
                  <a:pt x="385015" y="20443"/>
                  <a:pt x="386043" y="19622"/>
                  <a:pt x="386923" y="17622"/>
                </a:cubicBezTo>
                <a:cubicBezTo>
                  <a:pt x="391878" y="6006"/>
                  <a:pt x="403739" y="-1064"/>
                  <a:pt x="416266" y="131"/>
                </a:cubicBezTo>
                <a:close/>
              </a:path>
            </a:pathLst>
          </a:cu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7" name="Google Shape;367;p28"/>
          <p:cNvSpPr txBox="1"/>
          <p:nvPr>
            <p:ph idx="5" type="sldNum"/>
          </p:nvPr>
        </p:nvSpPr>
        <p:spPr>
          <a:xfrm>
            <a:off x="11899392" y="6542216"/>
            <a:ext cx="292608" cy="315784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368" name="Google Shape;368;p28"/>
          <p:cNvSpPr txBox="1"/>
          <p:nvPr>
            <p:ph idx="6" type="body"/>
          </p:nvPr>
        </p:nvSpPr>
        <p:spPr>
          <a:xfrm>
            <a:off x="1470930" y="2095027"/>
            <a:ext cx="6264164" cy="88465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F7FF"/>
              </a:buClr>
              <a:buSzPts val="4400"/>
              <a:buNone/>
              <a:defRPr b="1" sz="4400">
                <a:solidFill>
                  <a:srgbClr val="00F7FF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69" name="Google Shape;369;p28"/>
          <p:cNvSpPr txBox="1"/>
          <p:nvPr>
            <p:ph idx="7" type="body"/>
          </p:nvPr>
        </p:nvSpPr>
        <p:spPr>
          <a:xfrm>
            <a:off x="1470930" y="3169159"/>
            <a:ext cx="8913813" cy="69517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 b="1" sz="280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70" name="Google Shape;370;p28"/>
          <p:cNvSpPr txBox="1"/>
          <p:nvPr>
            <p:ph idx="8" type="body"/>
          </p:nvPr>
        </p:nvSpPr>
        <p:spPr>
          <a:xfrm>
            <a:off x="1470930" y="4137397"/>
            <a:ext cx="7147030" cy="91669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150000"/>
              </a:lnSpc>
              <a:spcBef>
                <a:spcPts val="1000"/>
              </a:spcBef>
              <a:spcAft>
                <a:spcPts val="0"/>
              </a:spcAft>
              <a:buClr>
                <a:srgbClr val="F2F2F2"/>
              </a:buClr>
              <a:buSzPts val="1000"/>
              <a:buNone/>
              <a:defRPr sz="1000">
                <a:solidFill>
                  <a:srgbClr val="F2F2F2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cxnSp>
        <p:nvCxnSpPr>
          <p:cNvPr id="371" name="Google Shape;371;p28"/>
          <p:cNvCxnSpPr/>
          <p:nvPr/>
        </p:nvCxnSpPr>
        <p:spPr>
          <a:xfrm>
            <a:off x="1574156" y="2979683"/>
            <a:ext cx="3565003" cy="0"/>
          </a:xfrm>
          <a:prstGeom prst="straightConnector1">
            <a:avLst/>
          </a:prstGeom>
          <a:noFill/>
          <a:ln cap="rnd" cmpd="sng" w="25400">
            <a:solidFill>
              <a:srgbClr val="00F7FF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o sanh 1">
  <p:cSld name="Two Content">
    <p:spTree>
      <p:nvGrpSpPr>
        <p:cNvPr id="372" name="Shape 3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3" name="Google Shape;373;p29"/>
          <p:cNvSpPr/>
          <p:nvPr/>
        </p:nvSpPr>
        <p:spPr>
          <a:xfrm rot="10800000">
            <a:off x="-2" y="0"/>
            <a:ext cx="12192000" cy="6858000"/>
          </a:xfrm>
          <a:custGeom>
            <a:rect b="b" l="l" r="r" t="t"/>
            <a:pathLst>
              <a:path extrusionOk="0" h="6858000" w="12192000">
                <a:moveTo>
                  <a:pt x="0" y="616911"/>
                </a:moveTo>
                <a:lnTo>
                  <a:pt x="0" y="0"/>
                </a:lnTo>
                <a:lnTo>
                  <a:pt x="715617" y="0"/>
                </a:lnTo>
                <a:close/>
                <a:moveTo>
                  <a:pt x="12192000" y="6858000"/>
                </a:moveTo>
                <a:lnTo>
                  <a:pt x="11476383" y="6858000"/>
                </a:lnTo>
                <a:lnTo>
                  <a:pt x="12192000" y="6241089"/>
                </a:lnTo>
                <a:close/>
              </a:path>
            </a:pathLst>
          </a:custGeom>
          <a:blipFill rotWithShape="1">
            <a:blip r:embed="rId2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74" name="Google Shape;374;p29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375" name="Google Shape;375;p29"/>
          <p:cNvGrpSpPr/>
          <p:nvPr/>
        </p:nvGrpSpPr>
        <p:grpSpPr>
          <a:xfrm>
            <a:off x="58527" y="54292"/>
            <a:ext cx="2869771" cy="1563379"/>
            <a:chOff x="44879" y="27296"/>
            <a:chExt cx="2869771" cy="1563379"/>
          </a:xfrm>
        </p:grpSpPr>
        <p:cxnSp>
          <p:nvCxnSpPr>
            <p:cNvPr id="376" name="Google Shape;376;p29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377" name="Google Shape;377;p29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378" name="Google Shape;378;p29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379" name="Google Shape;379;p29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80" name="Google Shape;380;p29"/>
          <p:cNvSpPr txBox="1"/>
          <p:nvPr>
            <p:ph sz="half" idx="1"/>
          </p:nvPr>
        </p:nvSpPr>
        <p:spPr>
          <a:xfrm>
            <a:off x="774144" y="1233825"/>
            <a:ext cx="5202000" cy="49431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81" name="Google Shape;381;p29"/>
          <p:cNvSpPr txBox="1"/>
          <p:nvPr>
            <p:ph idx="11" type="ftr"/>
          </p:nvPr>
        </p:nvSpPr>
        <p:spPr>
          <a:xfrm>
            <a:off x="774146" y="6475620"/>
            <a:ext cx="431178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grpSp>
        <p:nvGrpSpPr>
          <p:cNvPr id="382" name="Google Shape;382;p29"/>
          <p:cNvGrpSpPr/>
          <p:nvPr/>
        </p:nvGrpSpPr>
        <p:grpSpPr>
          <a:xfrm>
            <a:off x="16026" y="4629289"/>
            <a:ext cx="434350" cy="2228711"/>
            <a:chOff x="16026" y="4629289"/>
            <a:chExt cx="434350" cy="2228711"/>
          </a:xfrm>
        </p:grpSpPr>
        <p:sp>
          <p:nvSpPr>
            <p:cNvPr id="383" name="Google Shape;383;p29"/>
            <p:cNvSpPr/>
            <p:nvPr/>
          </p:nvSpPr>
          <p:spPr>
            <a:xfrm>
              <a:off x="16026" y="4629289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84" name="Google Shape;384;p29"/>
            <p:cNvSpPr/>
            <p:nvPr/>
          </p:nvSpPr>
          <p:spPr>
            <a:xfrm>
              <a:off x="16026" y="5005641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85" name="Google Shape;385;p29"/>
            <p:cNvSpPr/>
            <p:nvPr/>
          </p:nvSpPr>
          <p:spPr>
            <a:xfrm>
              <a:off x="16026" y="5381993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86" name="Google Shape;386;p29"/>
            <p:cNvSpPr/>
            <p:nvPr/>
          </p:nvSpPr>
          <p:spPr>
            <a:xfrm>
              <a:off x="16026" y="5758345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87" name="Google Shape;387;p29"/>
            <p:cNvSpPr/>
            <p:nvPr/>
          </p:nvSpPr>
          <p:spPr>
            <a:xfrm>
              <a:off x="16026" y="6134697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88" name="Google Shape;388;p29"/>
            <p:cNvSpPr/>
            <p:nvPr/>
          </p:nvSpPr>
          <p:spPr>
            <a:xfrm>
              <a:off x="16026" y="6511050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389" name="Google Shape;389;p29"/>
          <p:cNvSpPr txBox="1"/>
          <p:nvPr>
            <p:ph idx="10" type="dt"/>
          </p:nvPr>
        </p:nvSpPr>
        <p:spPr>
          <a:xfrm>
            <a:off x="6447446" y="6475620"/>
            <a:ext cx="209009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0" name="Google Shape;390;p29"/>
          <p:cNvSpPr/>
          <p:nvPr/>
        </p:nvSpPr>
        <p:spPr>
          <a:xfrm>
            <a:off x="11589537" y="105878"/>
            <a:ext cx="489307" cy="405155"/>
          </a:xfrm>
          <a:custGeom>
            <a:rect b="b" l="l" r="r" t="t"/>
            <a:pathLst>
              <a:path extrusionOk="0" h="405155" w="489307">
                <a:moveTo>
                  <a:pt x="278290" y="349616"/>
                </a:moveTo>
                <a:lnTo>
                  <a:pt x="277683" y="349811"/>
                </a:lnTo>
                <a:lnTo>
                  <a:pt x="277976" y="349743"/>
                </a:lnTo>
                <a:close/>
                <a:moveTo>
                  <a:pt x="173116" y="214928"/>
                </a:moveTo>
                <a:cubicBezTo>
                  <a:pt x="186639" y="218079"/>
                  <a:pt x="199843" y="222476"/>
                  <a:pt x="212561" y="228062"/>
                </a:cubicBezTo>
                <a:cubicBezTo>
                  <a:pt x="213178" y="228246"/>
                  <a:pt x="213754" y="228547"/>
                  <a:pt x="214259" y="228947"/>
                </a:cubicBezTo>
                <a:cubicBezTo>
                  <a:pt x="214217" y="229557"/>
                  <a:pt x="213672" y="229599"/>
                  <a:pt x="213316" y="229788"/>
                </a:cubicBezTo>
                <a:cubicBezTo>
                  <a:pt x="202362" y="236025"/>
                  <a:pt x="191918" y="243127"/>
                  <a:pt x="182086" y="251026"/>
                </a:cubicBezTo>
                <a:cubicBezTo>
                  <a:pt x="181512" y="251550"/>
                  <a:pt x="180766" y="251843"/>
                  <a:pt x="179990" y="251847"/>
                </a:cubicBezTo>
                <a:lnTo>
                  <a:pt x="156055" y="251847"/>
                </a:lnTo>
                <a:cubicBezTo>
                  <a:pt x="155735" y="251891"/>
                  <a:pt x="155409" y="251824"/>
                  <a:pt x="155132" y="251658"/>
                </a:cubicBezTo>
                <a:cubicBezTo>
                  <a:pt x="155074" y="251207"/>
                  <a:pt x="155162" y="250748"/>
                  <a:pt x="155384" y="250353"/>
                </a:cubicBezTo>
                <a:cubicBezTo>
                  <a:pt x="159232" y="238513"/>
                  <a:pt x="164239" y="227084"/>
                  <a:pt x="170328" y="216233"/>
                </a:cubicBezTo>
                <a:cubicBezTo>
                  <a:pt x="171292" y="214507"/>
                  <a:pt x="171313" y="214507"/>
                  <a:pt x="173116" y="214928"/>
                </a:cubicBezTo>
                <a:close/>
                <a:moveTo>
                  <a:pt x="277908" y="214851"/>
                </a:moveTo>
                <a:cubicBezTo>
                  <a:pt x="278730" y="214533"/>
                  <a:pt x="279652" y="214946"/>
                  <a:pt x="279966" y="215771"/>
                </a:cubicBezTo>
                <a:cubicBezTo>
                  <a:pt x="286223" y="226906"/>
                  <a:pt x="291362" y="238640"/>
                  <a:pt x="295308" y="250795"/>
                </a:cubicBezTo>
                <a:cubicBezTo>
                  <a:pt x="295455" y="251088"/>
                  <a:pt x="295499" y="251423"/>
                  <a:pt x="295434" y="251743"/>
                </a:cubicBezTo>
                <a:cubicBezTo>
                  <a:pt x="294948" y="251907"/>
                  <a:pt x="294432" y="251957"/>
                  <a:pt x="293925" y="251890"/>
                </a:cubicBezTo>
                <a:cubicBezTo>
                  <a:pt x="286191" y="251890"/>
                  <a:pt x="278520" y="251890"/>
                  <a:pt x="270870" y="251890"/>
                </a:cubicBezTo>
                <a:cubicBezTo>
                  <a:pt x="269914" y="251905"/>
                  <a:pt x="268985" y="251576"/>
                  <a:pt x="268250" y="250964"/>
                </a:cubicBezTo>
                <a:cubicBezTo>
                  <a:pt x="258573" y="243178"/>
                  <a:pt x="248290" y="236182"/>
                  <a:pt x="237502" y="230042"/>
                </a:cubicBezTo>
                <a:cubicBezTo>
                  <a:pt x="237020" y="229859"/>
                  <a:pt x="236588" y="229564"/>
                  <a:pt x="236245" y="229179"/>
                </a:cubicBezTo>
                <a:cubicBezTo>
                  <a:pt x="236350" y="228589"/>
                  <a:pt x="236874" y="228547"/>
                  <a:pt x="237251" y="228400"/>
                </a:cubicBezTo>
                <a:cubicBezTo>
                  <a:pt x="250332" y="222603"/>
                  <a:pt x="263932" y="218072"/>
                  <a:pt x="277870" y="214866"/>
                </a:cubicBezTo>
                <a:cubicBezTo>
                  <a:pt x="277883" y="214862"/>
                  <a:pt x="277895" y="214856"/>
                  <a:pt x="277908" y="214851"/>
                </a:cubicBezTo>
                <a:close/>
                <a:moveTo>
                  <a:pt x="151422" y="211056"/>
                </a:moveTo>
                <a:cubicBezTo>
                  <a:pt x="154692" y="211561"/>
                  <a:pt x="157982" y="212024"/>
                  <a:pt x="161566" y="212550"/>
                </a:cubicBezTo>
                <a:cubicBezTo>
                  <a:pt x="159177" y="217160"/>
                  <a:pt x="156830" y="221622"/>
                  <a:pt x="154797" y="226084"/>
                </a:cubicBezTo>
                <a:cubicBezTo>
                  <a:pt x="152764" y="230546"/>
                  <a:pt x="150982" y="235114"/>
                  <a:pt x="148886" y="239639"/>
                </a:cubicBezTo>
                <a:cubicBezTo>
                  <a:pt x="148760" y="238250"/>
                  <a:pt x="148530" y="236840"/>
                  <a:pt x="148530" y="235429"/>
                </a:cubicBezTo>
                <a:cubicBezTo>
                  <a:pt x="148302" y="227778"/>
                  <a:pt x="148673" y="220121"/>
                  <a:pt x="149641" y="212529"/>
                </a:cubicBezTo>
                <a:cubicBezTo>
                  <a:pt x="149850" y="210908"/>
                  <a:pt x="149913" y="210845"/>
                  <a:pt x="151422" y="211056"/>
                </a:cubicBezTo>
                <a:close/>
                <a:moveTo>
                  <a:pt x="299584" y="210929"/>
                </a:moveTo>
                <a:cubicBezTo>
                  <a:pt x="300465" y="210803"/>
                  <a:pt x="300800" y="211224"/>
                  <a:pt x="300800" y="212003"/>
                </a:cubicBezTo>
                <a:cubicBezTo>
                  <a:pt x="301093" y="214655"/>
                  <a:pt x="301492" y="217328"/>
                  <a:pt x="301680" y="219980"/>
                </a:cubicBezTo>
                <a:cubicBezTo>
                  <a:pt x="302219" y="226164"/>
                  <a:pt x="302227" y="232382"/>
                  <a:pt x="301701" y="238566"/>
                </a:cubicBezTo>
                <a:cubicBezTo>
                  <a:pt x="301825" y="238991"/>
                  <a:pt x="301825" y="239445"/>
                  <a:pt x="301701" y="239871"/>
                </a:cubicBezTo>
                <a:cubicBezTo>
                  <a:pt x="301093" y="239765"/>
                  <a:pt x="301093" y="239344"/>
                  <a:pt x="301093" y="238923"/>
                </a:cubicBezTo>
                <a:cubicBezTo>
                  <a:pt x="297648" y="229900"/>
                  <a:pt x="293609" y="221117"/>
                  <a:pt x="289000" y="212634"/>
                </a:cubicBezTo>
                <a:cubicBezTo>
                  <a:pt x="292647" y="211813"/>
                  <a:pt x="296126" y="211455"/>
                  <a:pt x="299584" y="210929"/>
                </a:cubicBezTo>
                <a:close/>
                <a:moveTo>
                  <a:pt x="112605" y="209436"/>
                </a:moveTo>
                <a:cubicBezTo>
                  <a:pt x="121492" y="209225"/>
                  <a:pt x="130358" y="209162"/>
                  <a:pt x="139224" y="209814"/>
                </a:cubicBezTo>
                <a:cubicBezTo>
                  <a:pt x="140397" y="209899"/>
                  <a:pt x="140544" y="209920"/>
                  <a:pt x="140397" y="211204"/>
                </a:cubicBezTo>
                <a:cubicBezTo>
                  <a:pt x="140041" y="214445"/>
                  <a:pt x="139685" y="217707"/>
                  <a:pt x="139475" y="220970"/>
                </a:cubicBezTo>
                <a:cubicBezTo>
                  <a:pt x="139059" y="227242"/>
                  <a:pt x="139052" y="233536"/>
                  <a:pt x="139454" y="239808"/>
                </a:cubicBezTo>
                <a:cubicBezTo>
                  <a:pt x="139706" y="243786"/>
                  <a:pt x="140167" y="247722"/>
                  <a:pt x="140670" y="251616"/>
                </a:cubicBezTo>
                <a:cubicBezTo>
                  <a:pt x="140179" y="251869"/>
                  <a:pt x="139621" y="251957"/>
                  <a:pt x="139077" y="251869"/>
                </a:cubicBezTo>
                <a:cubicBezTo>
                  <a:pt x="131615" y="251869"/>
                  <a:pt x="124133" y="251869"/>
                  <a:pt x="116671" y="251869"/>
                </a:cubicBezTo>
                <a:cubicBezTo>
                  <a:pt x="115649" y="251976"/>
                  <a:pt x="114660" y="251463"/>
                  <a:pt x="114156" y="250564"/>
                </a:cubicBezTo>
                <a:cubicBezTo>
                  <a:pt x="106186" y="238977"/>
                  <a:pt x="104682" y="224098"/>
                  <a:pt x="110174" y="211140"/>
                </a:cubicBezTo>
                <a:cubicBezTo>
                  <a:pt x="110472" y="210061"/>
                  <a:pt x="111492" y="209345"/>
                  <a:pt x="112605" y="209436"/>
                </a:cubicBezTo>
                <a:close/>
                <a:moveTo>
                  <a:pt x="337584" y="209372"/>
                </a:moveTo>
                <a:cubicBezTo>
                  <a:pt x="338953" y="209237"/>
                  <a:pt x="340213" y="210134"/>
                  <a:pt x="340539" y="211477"/>
                </a:cubicBezTo>
                <a:cubicBezTo>
                  <a:pt x="345851" y="224367"/>
                  <a:pt x="344272" y="239083"/>
                  <a:pt x="336348" y="250542"/>
                </a:cubicBezTo>
                <a:cubicBezTo>
                  <a:pt x="335962" y="251350"/>
                  <a:pt x="335145" y="251860"/>
                  <a:pt x="334252" y="251847"/>
                </a:cubicBezTo>
                <a:cubicBezTo>
                  <a:pt x="326518" y="251847"/>
                  <a:pt x="318805" y="251847"/>
                  <a:pt x="311070" y="251847"/>
                </a:cubicBezTo>
                <a:cubicBezTo>
                  <a:pt x="310666" y="251921"/>
                  <a:pt x="310247" y="251822"/>
                  <a:pt x="309918" y="251574"/>
                </a:cubicBezTo>
                <a:cubicBezTo>
                  <a:pt x="310190" y="249090"/>
                  <a:pt x="310463" y="246564"/>
                  <a:pt x="310735" y="244038"/>
                </a:cubicBezTo>
                <a:cubicBezTo>
                  <a:pt x="311452" y="236806"/>
                  <a:pt x="311592" y="229528"/>
                  <a:pt x="311154" y="222274"/>
                </a:cubicBezTo>
                <a:cubicBezTo>
                  <a:pt x="310945" y="218612"/>
                  <a:pt x="310567" y="214992"/>
                  <a:pt x="310169" y="211350"/>
                </a:cubicBezTo>
                <a:cubicBezTo>
                  <a:pt x="310023" y="209919"/>
                  <a:pt x="310043" y="209814"/>
                  <a:pt x="311343" y="209814"/>
                </a:cubicBezTo>
                <a:cubicBezTo>
                  <a:pt x="320083" y="209161"/>
                  <a:pt x="328823" y="209245"/>
                  <a:pt x="337584" y="209372"/>
                </a:cubicBezTo>
                <a:close/>
                <a:moveTo>
                  <a:pt x="223837" y="156099"/>
                </a:moveTo>
                <a:cubicBezTo>
                  <a:pt x="225577" y="154857"/>
                  <a:pt x="225137" y="154920"/>
                  <a:pt x="226772" y="156099"/>
                </a:cubicBezTo>
                <a:cubicBezTo>
                  <a:pt x="245080" y="169370"/>
                  <a:pt x="260831" y="185874"/>
                  <a:pt x="273260" y="204805"/>
                </a:cubicBezTo>
                <a:lnTo>
                  <a:pt x="273909" y="205920"/>
                </a:lnTo>
                <a:lnTo>
                  <a:pt x="270220" y="206888"/>
                </a:lnTo>
                <a:cubicBezTo>
                  <a:pt x="255205" y="210723"/>
                  <a:pt x="240613" y="216070"/>
                  <a:pt x="226667" y="222843"/>
                </a:cubicBezTo>
                <a:cubicBezTo>
                  <a:pt x="225843" y="223317"/>
                  <a:pt x="224829" y="223317"/>
                  <a:pt x="224005" y="222843"/>
                </a:cubicBezTo>
                <a:cubicBezTo>
                  <a:pt x="209195" y="215638"/>
                  <a:pt x="193660" y="210050"/>
                  <a:pt x="177664" y="206173"/>
                </a:cubicBezTo>
                <a:cubicBezTo>
                  <a:pt x="177441" y="206099"/>
                  <a:pt x="177223" y="206006"/>
                  <a:pt x="177014" y="205899"/>
                </a:cubicBezTo>
                <a:cubicBezTo>
                  <a:pt x="176783" y="205289"/>
                  <a:pt x="177202" y="204994"/>
                  <a:pt x="177433" y="204636"/>
                </a:cubicBezTo>
                <a:cubicBezTo>
                  <a:pt x="189845" y="185766"/>
                  <a:pt x="205569" y="169321"/>
                  <a:pt x="223837" y="156099"/>
                </a:cubicBezTo>
                <a:close/>
                <a:moveTo>
                  <a:pt x="190281" y="135577"/>
                </a:moveTo>
                <a:cubicBezTo>
                  <a:pt x="198967" y="139281"/>
                  <a:pt x="207373" y="143615"/>
                  <a:pt x="215432" y="148542"/>
                </a:cubicBezTo>
                <a:cubicBezTo>
                  <a:pt x="215810" y="148774"/>
                  <a:pt x="216166" y="149048"/>
                  <a:pt x="216732" y="149426"/>
                </a:cubicBezTo>
                <a:cubicBezTo>
                  <a:pt x="214196" y="151426"/>
                  <a:pt x="211806" y="153278"/>
                  <a:pt x="209459" y="155194"/>
                </a:cubicBezTo>
                <a:cubicBezTo>
                  <a:pt x="193209" y="168404"/>
                  <a:pt x="179212" y="184185"/>
                  <a:pt x="168022" y="201921"/>
                </a:cubicBezTo>
                <a:cubicBezTo>
                  <a:pt x="167418" y="203270"/>
                  <a:pt x="165893" y="203935"/>
                  <a:pt x="164501" y="203457"/>
                </a:cubicBezTo>
                <a:cubicBezTo>
                  <a:pt x="160875" y="202721"/>
                  <a:pt x="157186" y="202215"/>
                  <a:pt x="153539" y="201626"/>
                </a:cubicBezTo>
                <a:cubicBezTo>
                  <a:pt x="151653" y="201331"/>
                  <a:pt x="151653" y="201331"/>
                  <a:pt x="152051" y="199521"/>
                </a:cubicBezTo>
                <a:cubicBezTo>
                  <a:pt x="153707" y="192399"/>
                  <a:pt x="155957" y="185427"/>
                  <a:pt x="158779" y="178683"/>
                </a:cubicBezTo>
                <a:cubicBezTo>
                  <a:pt x="165364" y="162853"/>
                  <a:pt x="174937" y="148450"/>
                  <a:pt x="186969" y="136271"/>
                </a:cubicBezTo>
                <a:cubicBezTo>
                  <a:pt x="187741" y="135236"/>
                  <a:pt x="189160" y="134937"/>
                  <a:pt x="190281" y="135577"/>
                </a:cubicBezTo>
                <a:close/>
                <a:moveTo>
                  <a:pt x="260223" y="135514"/>
                </a:moveTo>
                <a:cubicBezTo>
                  <a:pt x="261329" y="134828"/>
                  <a:pt x="262773" y="135102"/>
                  <a:pt x="263555" y="136146"/>
                </a:cubicBezTo>
                <a:cubicBezTo>
                  <a:pt x="279501" y="152309"/>
                  <a:pt x="291048" y="172311"/>
                  <a:pt x="297090" y="194239"/>
                </a:cubicBezTo>
                <a:cubicBezTo>
                  <a:pt x="297614" y="196133"/>
                  <a:pt x="298075" y="198027"/>
                  <a:pt x="298536" y="199943"/>
                </a:cubicBezTo>
                <a:cubicBezTo>
                  <a:pt x="298830" y="201248"/>
                  <a:pt x="298788" y="201269"/>
                  <a:pt x="297384" y="201479"/>
                </a:cubicBezTo>
                <a:cubicBezTo>
                  <a:pt x="293297" y="202237"/>
                  <a:pt x="289189" y="202848"/>
                  <a:pt x="285101" y="203584"/>
                </a:cubicBezTo>
                <a:cubicBezTo>
                  <a:pt x="284261" y="203820"/>
                  <a:pt x="283374" y="203412"/>
                  <a:pt x="283006" y="202616"/>
                </a:cubicBezTo>
                <a:cubicBezTo>
                  <a:pt x="277902" y="194481"/>
                  <a:pt x="272199" y="186741"/>
                  <a:pt x="265945" y="179463"/>
                </a:cubicBezTo>
                <a:cubicBezTo>
                  <a:pt x="257022" y="169004"/>
                  <a:pt x="247027" y="159522"/>
                  <a:pt x="236119" y="151174"/>
                </a:cubicBezTo>
                <a:lnTo>
                  <a:pt x="233793" y="149364"/>
                </a:lnTo>
                <a:cubicBezTo>
                  <a:pt x="235813" y="147960"/>
                  <a:pt x="237911" y="146674"/>
                  <a:pt x="240081" y="145512"/>
                </a:cubicBezTo>
                <a:cubicBezTo>
                  <a:pt x="246591" y="141782"/>
                  <a:pt x="253316" y="138444"/>
                  <a:pt x="260223" y="135514"/>
                </a:cubicBezTo>
                <a:close/>
                <a:moveTo>
                  <a:pt x="322955" y="47469"/>
                </a:moveTo>
                <a:cubicBezTo>
                  <a:pt x="300264" y="54570"/>
                  <a:pt x="278009" y="63003"/>
                  <a:pt x="256303" y="72727"/>
                </a:cubicBezTo>
                <a:cubicBezTo>
                  <a:pt x="245153" y="77799"/>
                  <a:pt x="234128" y="83145"/>
                  <a:pt x="223376" y="89060"/>
                </a:cubicBezTo>
                <a:cubicBezTo>
                  <a:pt x="197303" y="103220"/>
                  <a:pt x="172759" y="120058"/>
                  <a:pt x="150144" y="139302"/>
                </a:cubicBezTo>
                <a:cubicBezTo>
                  <a:pt x="120830" y="164358"/>
                  <a:pt x="95293" y="193554"/>
                  <a:pt x="74334" y="225979"/>
                </a:cubicBezTo>
                <a:cubicBezTo>
                  <a:pt x="65749" y="239223"/>
                  <a:pt x="58928" y="253537"/>
                  <a:pt x="54045" y="268560"/>
                </a:cubicBezTo>
                <a:cubicBezTo>
                  <a:pt x="50376" y="279928"/>
                  <a:pt x="48876" y="291889"/>
                  <a:pt x="49622" y="303815"/>
                </a:cubicBezTo>
                <a:cubicBezTo>
                  <a:pt x="50381" y="318010"/>
                  <a:pt x="55442" y="331635"/>
                  <a:pt x="64126" y="342860"/>
                </a:cubicBezTo>
                <a:cubicBezTo>
                  <a:pt x="69755" y="349890"/>
                  <a:pt x="76705" y="355742"/>
                  <a:pt x="84583" y="360077"/>
                </a:cubicBezTo>
                <a:cubicBezTo>
                  <a:pt x="99400" y="368204"/>
                  <a:pt x="115709" y="373216"/>
                  <a:pt x="132517" y="374811"/>
                </a:cubicBezTo>
                <a:cubicBezTo>
                  <a:pt x="140389" y="375666"/>
                  <a:pt x="148317" y="375870"/>
                  <a:pt x="156222" y="375422"/>
                </a:cubicBezTo>
                <a:cubicBezTo>
                  <a:pt x="168209" y="374761"/>
                  <a:pt x="180147" y="373405"/>
                  <a:pt x="191979" y="371359"/>
                </a:cubicBezTo>
                <a:cubicBezTo>
                  <a:pt x="209438" y="368413"/>
                  <a:pt x="226814" y="365024"/>
                  <a:pt x="244000" y="360604"/>
                </a:cubicBezTo>
                <a:lnTo>
                  <a:pt x="277680" y="349812"/>
                </a:lnTo>
                <a:lnTo>
                  <a:pt x="247375" y="356815"/>
                </a:lnTo>
                <a:cubicBezTo>
                  <a:pt x="237369" y="358185"/>
                  <a:pt x="227256" y="358602"/>
                  <a:pt x="217172" y="358057"/>
                </a:cubicBezTo>
                <a:cubicBezTo>
                  <a:pt x="196093" y="356998"/>
                  <a:pt x="175394" y="352001"/>
                  <a:pt x="156138" y="343323"/>
                </a:cubicBezTo>
                <a:cubicBezTo>
                  <a:pt x="127518" y="330429"/>
                  <a:pt x="102944" y="309934"/>
                  <a:pt x="85065" y="284051"/>
                </a:cubicBezTo>
                <a:cubicBezTo>
                  <a:pt x="84876" y="283777"/>
                  <a:pt x="84667" y="283525"/>
                  <a:pt x="84499" y="283251"/>
                </a:cubicBezTo>
                <a:cubicBezTo>
                  <a:pt x="83388" y="281462"/>
                  <a:pt x="83702" y="280768"/>
                  <a:pt x="85798" y="280768"/>
                </a:cubicBezTo>
                <a:cubicBezTo>
                  <a:pt x="97955" y="280768"/>
                  <a:pt x="110090" y="280768"/>
                  <a:pt x="122226" y="280768"/>
                </a:cubicBezTo>
                <a:cubicBezTo>
                  <a:pt x="123646" y="280875"/>
                  <a:pt x="124955" y="281578"/>
                  <a:pt x="125831" y="282704"/>
                </a:cubicBezTo>
                <a:cubicBezTo>
                  <a:pt x="133821" y="290881"/>
                  <a:pt x="142741" y="298088"/>
                  <a:pt x="152407" y="304173"/>
                </a:cubicBezTo>
                <a:cubicBezTo>
                  <a:pt x="168993" y="314500"/>
                  <a:pt x="187563" y="321191"/>
                  <a:pt x="206902" y="323811"/>
                </a:cubicBezTo>
                <a:cubicBezTo>
                  <a:pt x="203192" y="321138"/>
                  <a:pt x="199902" y="318507"/>
                  <a:pt x="196548" y="316002"/>
                </a:cubicBezTo>
                <a:cubicBezTo>
                  <a:pt x="186802" y="308699"/>
                  <a:pt x="177119" y="301290"/>
                  <a:pt x="167393" y="293965"/>
                </a:cubicBezTo>
                <a:cubicBezTo>
                  <a:pt x="154168" y="283904"/>
                  <a:pt x="140901" y="273780"/>
                  <a:pt x="127571" y="263740"/>
                </a:cubicBezTo>
                <a:cubicBezTo>
                  <a:pt x="126795" y="263150"/>
                  <a:pt x="125433" y="262687"/>
                  <a:pt x="125789" y="261466"/>
                </a:cubicBezTo>
                <a:cubicBezTo>
                  <a:pt x="126145" y="260246"/>
                  <a:pt x="127529" y="260666"/>
                  <a:pt x="128472" y="260666"/>
                </a:cubicBezTo>
                <a:cubicBezTo>
                  <a:pt x="143751" y="260666"/>
                  <a:pt x="159010" y="260666"/>
                  <a:pt x="174289" y="260666"/>
                </a:cubicBezTo>
                <a:cubicBezTo>
                  <a:pt x="176224" y="260587"/>
                  <a:pt x="178058" y="261538"/>
                  <a:pt x="179110" y="263171"/>
                </a:cubicBezTo>
                <a:cubicBezTo>
                  <a:pt x="193928" y="283378"/>
                  <a:pt x="208914" y="303289"/>
                  <a:pt x="223795" y="323369"/>
                </a:cubicBezTo>
                <a:cubicBezTo>
                  <a:pt x="225221" y="325348"/>
                  <a:pt x="225304" y="325327"/>
                  <a:pt x="226772" y="323369"/>
                </a:cubicBezTo>
                <a:cubicBezTo>
                  <a:pt x="241584" y="303557"/>
                  <a:pt x="256310" y="283742"/>
                  <a:pt x="270954" y="263929"/>
                </a:cubicBezTo>
                <a:cubicBezTo>
                  <a:pt x="272283" y="261856"/>
                  <a:pt x="274624" y="260664"/>
                  <a:pt x="277074" y="260814"/>
                </a:cubicBezTo>
                <a:cubicBezTo>
                  <a:pt x="292018" y="260814"/>
                  <a:pt x="306983" y="260814"/>
                  <a:pt x="321928" y="260814"/>
                </a:cubicBezTo>
                <a:cubicBezTo>
                  <a:pt x="322934" y="260814"/>
                  <a:pt x="324568" y="260498"/>
                  <a:pt x="324799" y="261614"/>
                </a:cubicBezTo>
                <a:cubicBezTo>
                  <a:pt x="325030" y="262729"/>
                  <a:pt x="323730" y="263234"/>
                  <a:pt x="322934" y="263824"/>
                </a:cubicBezTo>
                <a:lnTo>
                  <a:pt x="269298" y="304447"/>
                </a:lnTo>
                <a:cubicBezTo>
                  <a:pt x="261082" y="310677"/>
                  <a:pt x="252803" y="316844"/>
                  <a:pt x="244650" y="323159"/>
                </a:cubicBezTo>
                <a:cubicBezTo>
                  <a:pt x="244342" y="323331"/>
                  <a:pt x="244088" y="323586"/>
                  <a:pt x="243916" y="323895"/>
                </a:cubicBezTo>
                <a:cubicBezTo>
                  <a:pt x="268192" y="320507"/>
                  <a:pt x="291142" y="310734"/>
                  <a:pt x="310442" y="295565"/>
                </a:cubicBezTo>
                <a:cubicBezTo>
                  <a:pt x="315749" y="291353"/>
                  <a:pt x="320762" y="286781"/>
                  <a:pt x="325449" y="281883"/>
                </a:cubicBezTo>
                <a:cubicBezTo>
                  <a:pt x="326298" y="281079"/>
                  <a:pt x="327455" y="280694"/>
                  <a:pt x="328614" y="280831"/>
                </a:cubicBezTo>
                <a:cubicBezTo>
                  <a:pt x="337710" y="280831"/>
                  <a:pt x="346785" y="280704"/>
                  <a:pt x="355861" y="280831"/>
                </a:cubicBezTo>
                <a:cubicBezTo>
                  <a:pt x="357919" y="281003"/>
                  <a:pt x="359891" y="279961"/>
                  <a:pt x="360912" y="278158"/>
                </a:cubicBezTo>
                <a:cubicBezTo>
                  <a:pt x="371568" y="262456"/>
                  <a:pt x="379537" y="245076"/>
                  <a:pt x="384491" y="226737"/>
                </a:cubicBezTo>
                <a:cubicBezTo>
                  <a:pt x="387315" y="216183"/>
                  <a:pt x="389153" y="205387"/>
                  <a:pt x="389983" y="194491"/>
                </a:cubicBezTo>
                <a:cubicBezTo>
                  <a:pt x="390318" y="190281"/>
                  <a:pt x="390507" y="186071"/>
                  <a:pt x="390507" y="181862"/>
                </a:cubicBezTo>
                <a:cubicBezTo>
                  <a:pt x="390501" y="172251"/>
                  <a:pt x="389715" y="162655"/>
                  <a:pt x="388159" y="153173"/>
                </a:cubicBezTo>
                <a:cubicBezTo>
                  <a:pt x="385212" y="135768"/>
                  <a:pt x="379650" y="118913"/>
                  <a:pt x="371664" y="103183"/>
                </a:cubicBezTo>
                <a:cubicBezTo>
                  <a:pt x="365936" y="91914"/>
                  <a:pt x="358969" y="81324"/>
                  <a:pt x="350893" y="71611"/>
                </a:cubicBezTo>
                <a:cubicBezTo>
                  <a:pt x="343746" y="63084"/>
                  <a:pt x="335794" y="55274"/>
                  <a:pt x="327146" y="48289"/>
                </a:cubicBezTo>
                <a:cubicBezTo>
                  <a:pt x="326002" y="47268"/>
                  <a:pt x="324397" y="46953"/>
                  <a:pt x="322955" y="47469"/>
                </a:cubicBezTo>
                <a:close/>
                <a:moveTo>
                  <a:pt x="279044" y="15391"/>
                </a:moveTo>
                <a:cubicBezTo>
                  <a:pt x="280107" y="14960"/>
                  <a:pt x="281293" y="14960"/>
                  <a:pt x="282356" y="15391"/>
                </a:cubicBezTo>
                <a:cubicBezTo>
                  <a:pt x="284473" y="16296"/>
                  <a:pt x="286694" y="17075"/>
                  <a:pt x="288790" y="17896"/>
                </a:cubicBezTo>
                <a:cubicBezTo>
                  <a:pt x="288958" y="17959"/>
                  <a:pt x="289126" y="18085"/>
                  <a:pt x="289650" y="18380"/>
                </a:cubicBezTo>
                <a:cubicBezTo>
                  <a:pt x="281266" y="21200"/>
                  <a:pt x="273217" y="23852"/>
                  <a:pt x="265211" y="26947"/>
                </a:cubicBezTo>
                <a:cubicBezTo>
                  <a:pt x="257204" y="30041"/>
                  <a:pt x="249282" y="33282"/>
                  <a:pt x="241422" y="36755"/>
                </a:cubicBezTo>
                <a:cubicBezTo>
                  <a:pt x="233562" y="40228"/>
                  <a:pt x="225807" y="43911"/>
                  <a:pt x="218115" y="47742"/>
                </a:cubicBezTo>
                <a:cubicBezTo>
                  <a:pt x="210429" y="51601"/>
                  <a:pt x="202835" y="55635"/>
                  <a:pt x="195332" y="59845"/>
                </a:cubicBezTo>
                <a:cubicBezTo>
                  <a:pt x="187814" y="64069"/>
                  <a:pt x="180403" y="68454"/>
                  <a:pt x="173094" y="73000"/>
                </a:cubicBezTo>
                <a:cubicBezTo>
                  <a:pt x="165785" y="77547"/>
                  <a:pt x="158569" y="82254"/>
                  <a:pt x="151443" y="87124"/>
                </a:cubicBezTo>
                <a:cubicBezTo>
                  <a:pt x="144373" y="92007"/>
                  <a:pt x="137386" y="97044"/>
                  <a:pt x="130483" y="102236"/>
                </a:cubicBezTo>
                <a:cubicBezTo>
                  <a:pt x="123581" y="107428"/>
                  <a:pt x="116804" y="112781"/>
                  <a:pt x="110153" y="118296"/>
                </a:cubicBezTo>
                <a:cubicBezTo>
                  <a:pt x="103516" y="123796"/>
                  <a:pt x="96990" y="129466"/>
                  <a:pt x="90577" y="135303"/>
                </a:cubicBezTo>
                <a:cubicBezTo>
                  <a:pt x="84163" y="141140"/>
                  <a:pt x="77910" y="147132"/>
                  <a:pt x="71818" y="153278"/>
                </a:cubicBezTo>
                <a:cubicBezTo>
                  <a:pt x="65740" y="159424"/>
                  <a:pt x="59850" y="165739"/>
                  <a:pt x="53814" y="172474"/>
                </a:cubicBezTo>
                <a:cubicBezTo>
                  <a:pt x="53793" y="170496"/>
                  <a:pt x="53940" y="169043"/>
                  <a:pt x="53940" y="167612"/>
                </a:cubicBezTo>
                <a:cubicBezTo>
                  <a:pt x="53730" y="163739"/>
                  <a:pt x="55616" y="161129"/>
                  <a:pt x="58131" y="158456"/>
                </a:cubicBezTo>
                <a:cubicBezTo>
                  <a:pt x="80821" y="134501"/>
                  <a:pt x="105627" y="112661"/>
                  <a:pt x="132244" y="93206"/>
                </a:cubicBezTo>
                <a:cubicBezTo>
                  <a:pt x="156774" y="75183"/>
                  <a:pt x="182675" y="59123"/>
                  <a:pt x="209710" y="45174"/>
                </a:cubicBezTo>
                <a:cubicBezTo>
                  <a:pt x="232078" y="33585"/>
                  <a:pt x="255249" y="23631"/>
                  <a:pt x="279044" y="15391"/>
                </a:cubicBezTo>
                <a:close/>
                <a:moveTo>
                  <a:pt x="261648" y="9456"/>
                </a:moveTo>
                <a:cubicBezTo>
                  <a:pt x="264037" y="10193"/>
                  <a:pt x="266469" y="10698"/>
                  <a:pt x="268900" y="11287"/>
                </a:cubicBezTo>
                <a:cubicBezTo>
                  <a:pt x="269067" y="11351"/>
                  <a:pt x="269227" y="11429"/>
                  <a:pt x="269382" y="11519"/>
                </a:cubicBezTo>
                <a:cubicBezTo>
                  <a:pt x="269005" y="12087"/>
                  <a:pt x="268376" y="12108"/>
                  <a:pt x="267852" y="12298"/>
                </a:cubicBezTo>
                <a:cubicBezTo>
                  <a:pt x="242275" y="21696"/>
                  <a:pt x="217451" y="33038"/>
                  <a:pt x="193593" y="46227"/>
                </a:cubicBezTo>
                <a:cubicBezTo>
                  <a:pt x="177984" y="54843"/>
                  <a:pt x="162747" y="64161"/>
                  <a:pt x="147880" y="74180"/>
                </a:cubicBezTo>
                <a:cubicBezTo>
                  <a:pt x="131120" y="85503"/>
                  <a:pt x="114947" y="97678"/>
                  <a:pt x="99422" y="110656"/>
                </a:cubicBezTo>
                <a:cubicBezTo>
                  <a:pt x="90437" y="118219"/>
                  <a:pt x="81690" y="126057"/>
                  <a:pt x="73180" y="134167"/>
                </a:cubicBezTo>
                <a:cubicBezTo>
                  <a:pt x="67605" y="139471"/>
                  <a:pt x="62261" y="145007"/>
                  <a:pt x="56853" y="150479"/>
                </a:cubicBezTo>
                <a:cubicBezTo>
                  <a:pt x="56769" y="150732"/>
                  <a:pt x="56602" y="150985"/>
                  <a:pt x="56371" y="150985"/>
                </a:cubicBezTo>
                <a:cubicBezTo>
                  <a:pt x="56015" y="151027"/>
                  <a:pt x="56036" y="150690"/>
                  <a:pt x="56057" y="150458"/>
                </a:cubicBezTo>
                <a:cubicBezTo>
                  <a:pt x="56043" y="150016"/>
                  <a:pt x="56167" y="149583"/>
                  <a:pt x="56413" y="149217"/>
                </a:cubicBezTo>
                <a:cubicBezTo>
                  <a:pt x="56806" y="146377"/>
                  <a:pt x="57380" y="143563"/>
                  <a:pt x="58132" y="140797"/>
                </a:cubicBezTo>
                <a:cubicBezTo>
                  <a:pt x="58380" y="140120"/>
                  <a:pt x="58808" y="139524"/>
                  <a:pt x="59368" y="139071"/>
                </a:cubicBezTo>
                <a:cubicBezTo>
                  <a:pt x="66760" y="131690"/>
                  <a:pt x="74354" y="124491"/>
                  <a:pt x="82151" y="117476"/>
                </a:cubicBezTo>
                <a:cubicBezTo>
                  <a:pt x="101750" y="100000"/>
                  <a:pt x="122497" y="83868"/>
                  <a:pt x="144254" y="69191"/>
                </a:cubicBezTo>
                <a:cubicBezTo>
                  <a:pt x="163134" y="56408"/>
                  <a:pt x="182729" y="44722"/>
                  <a:pt x="202940" y="34188"/>
                </a:cubicBezTo>
                <a:cubicBezTo>
                  <a:pt x="220404" y="25119"/>
                  <a:pt x="238335" y="16989"/>
                  <a:pt x="256660" y="9835"/>
                </a:cubicBezTo>
                <a:cubicBezTo>
                  <a:pt x="258227" y="9124"/>
                  <a:pt x="259992" y="8990"/>
                  <a:pt x="261648" y="9456"/>
                </a:cubicBezTo>
                <a:close/>
                <a:moveTo>
                  <a:pt x="245404" y="6677"/>
                </a:moveTo>
                <a:cubicBezTo>
                  <a:pt x="245634" y="6614"/>
                  <a:pt x="246158" y="6256"/>
                  <a:pt x="246033" y="6825"/>
                </a:cubicBezTo>
                <a:cubicBezTo>
                  <a:pt x="245907" y="7393"/>
                  <a:pt x="245488" y="7393"/>
                  <a:pt x="245027" y="7393"/>
                </a:cubicBezTo>
                <a:cubicBezTo>
                  <a:pt x="236643" y="10887"/>
                  <a:pt x="228301" y="14528"/>
                  <a:pt x="220064" y="18401"/>
                </a:cubicBezTo>
                <a:cubicBezTo>
                  <a:pt x="203994" y="25993"/>
                  <a:pt x="188275" y="34293"/>
                  <a:pt x="172905" y="43301"/>
                </a:cubicBezTo>
                <a:cubicBezTo>
                  <a:pt x="147433" y="58287"/>
                  <a:pt x="123089" y="75129"/>
                  <a:pt x="100071" y="93691"/>
                </a:cubicBezTo>
                <a:cubicBezTo>
                  <a:pt x="88166" y="103268"/>
                  <a:pt x="76638" y="113308"/>
                  <a:pt x="65572" y="123916"/>
                </a:cubicBezTo>
                <a:lnTo>
                  <a:pt x="62407" y="126842"/>
                </a:lnTo>
                <a:cubicBezTo>
                  <a:pt x="62176" y="122148"/>
                  <a:pt x="74501" y="95754"/>
                  <a:pt x="82507" y="83546"/>
                </a:cubicBezTo>
                <a:cubicBezTo>
                  <a:pt x="91237" y="70196"/>
                  <a:pt x="101729" y="58095"/>
                  <a:pt x="113695" y="47574"/>
                </a:cubicBezTo>
                <a:cubicBezTo>
                  <a:pt x="125704" y="37085"/>
                  <a:pt x="139107" y="28323"/>
                  <a:pt x="153518" y="21538"/>
                </a:cubicBezTo>
                <a:cubicBezTo>
                  <a:pt x="167768" y="14781"/>
                  <a:pt x="182897" y="10076"/>
                  <a:pt x="198455" y="7561"/>
                </a:cubicBezTo>
                <a:cubicBezTo>
                  <a:pt x="213981" y="5016"/>
                  <a:pt x="229793" y="4718"/>
                  <a:pt x="245404" y="6677"/>
                </a:cubicBezTo>
                <a:close/>
                <a:moveTo>
                  <a:pt x="416266" y="131"/>
                </a:moveTo>
                <a:cubicBezTo>
                  <a:pt x="431122" y="1575"/>
                  <a:pt x="442595" y="13881"/>
                  <a:pt x="443052" y="28862"/>
                </a:cubicBezTo>
                <a:cubicBezTo>
                  <a:pt x="442977" y="30144"/>
                  <a:pt x="443767" y="31318"/>
                  <a:pt x="444980" y="31724"/>
                </a:cubicBezTo>
                <a:cubicBezTo>
                  <a:pt x="453519" y="35548"/>
                  <a:pt x="461323" y="40849"/>
                  <a:pt x="468036" y="47384"/>
                </a:cubicBezTo>
                <a:cubicBezTo>
                  <a:pt x="477738" y="56923"/>
                  <a:pt x="484430" y="69119"/>
                  <a:pt x="487277" y="82451"/>
                </a:cubicBezTo>
                <a:cubicBezTo>
                  <a:pt x="489207" y="91549"/>
                  <a:pt x="489767" y="100886"/>
                  <a:pt x="488932" y="110150"/>
                </a:cubicBezTo>
                <a:cubicBezTo>
                  <a:pt x="487807" y="123049"/>
                  <a:pt x="484952" y="135737"/>
                  <a:pt x="480444" y="147869"/>
                </a:cubicBezTo>
                <a:cubicBezTo>
                  <a:pt x="475168" y="162253"/>
                  <a:pt x="468476" y="176074"/>
                  <a:pt x="460470" y="189123"/>
                </a:cubicBezTo>
                <a:cubicBezTo>
                  <a:pt x="453762" y="200176"/>
                  <a:pt x="446414" y="210824"/>
                  <a:pt x="438462" y="221012"/>
                </a:cubicBezTo>
                <a:cubicBezTo>
                  <a:pt x="438190" y="221369"/>
                  <a:pt x="437854" y="221685"/>
                  <a:pt x="437561" y="222022"/>
                </a:cubicBezTo>
                <a:cubicBezTo>
                  <a:pt x="436599" y="223510"/>
                  <a:pt x="435519" y="224918"/>
                  <a:pt x="434333" y="226232"/>
                </a:cubicBezTo>
                <a:cubicBezTo>
                  <a:pt x="434023" y="226802"/>
                  <a:pt x="433635" y="227326"/>
                  <a:pt x="433180" y="227789"/>
                </a:cubicBezTo>
                <a:cubicBezTo>
                  <a:pt x="432837" y="228469"/>
                  <a:pt x="432323" y="229050"/>
                  <a:pt x="431692" y="229473"/>
                </a:cubicBezTo>
                <a:cubicBezTo>
                  <a:pt x="431650" y="230083"/>
                  <a:pt x="431315" y="230483"/>
                  <a:pt x="430539" y="230799"/>
                </a:cubicBezTo>
                <a:cubicBezTo>
                  <a:pt x="430770" y="230115"/>
                  <a:pt x="431158" y="229494"/>
                  <a:pt x="431671" y="228989"/>
                </a:cubicBezTo>
                <a:lnTo>
                  <a:pt x="432803" y="227389"/>
                </a:lnTo>
                <a:cubicBezTo>
                  <a:pt x="433067" y="226783"/>
                  <a:pt x="433453" y="226240"/>
                  <a:pt x="433935" y="225789"/>
                </a:cubicBezTo>
                <a:cubicBezTo>
                  <a:pt x="434851" y="224165"/>
                  <a:pt x="435897" y="222615"/>
                  <a:pt x="437058" y="221159"/>
                </a:cubicBezTo>
                <a:cubicBezTo>
                  <a:pt x="439929" y="216423"/>
                  <a:pt x="443136" y="211940"/>
                  <a:pt x="445945" y="207183"/>
                </a:cubicBezTo>
                <a:cubicBezTo>
                  <a:pt x="453589" y="194691"/>
                  <a:pt x="460524" y="181775"/>
                  <a:pt x="466715" y="168496"/>
                </a:cubicBezTo>
                <a:cubicBezTo>
                  <a:pt x="471721" y="157743"/>
                  <a:pt x="475462" y="146442"/>
                  <a:pt x="477866" y="134819"/>
                </a:cubicBezTo>
                <a:cubicBezTo>
                  <a:pt x="479557" y="126606"/>
                  <a:pt x="480261" y="118216"/>
                  <a:pt x="479962" y="109835"/>
                </a:cubicBezTo>
                <a:cubicBezTo>
                  <a:pt x="479685" y="98430"/>
                  <a:pt x="477082" y="87205"/>
                  <a:pt x="472312" y="76852"/>
                </a:cubicBezTo>
                <a:cubicBezTo>
                  <a:pt x="467095" y="66064"/>
                  <a:pt x="458969" y="56963"/>
                  <a:pt x="448858" y="50584"/>
                </a:cubicBezTo>
                <a:cubicBezTo>
                  <a:pt x="446272" y="48900"/>
                  <a:pt x="443593" y="47368"/>
                  <a:pt x="440831" y="45995"/>
                </a:cubicBezTo>
                <a:cubicBezTo>
                  <a:pt x="439384" y="45280"/>
                  <a:pt x="439384" y="45301"/>
                  <a:pt x="438462" y="46732"/>
                </a:cubicBezTo>
                <a:cubicBezTo>
                  <a:pt x="434377" y="53474"/>
                  <a:pt x="427664" y="58185"/>
                  <a:pt x="419955" y="59719"/>
                </a:cubicBezTo>
                <a:cubicBezTo>
                  <a:pt x="404254" y="63069"/>
                  <a:pt x="388759" y="53219"/>
                  <a:pt x="385057" y="37534"/>
                </a:cubicBezTo>
                <a:cubicBezTo>
                  <a:pt x="384659" y="36039"/>
                  <a:pt x="384659" y="36039"/>
                  <a:pt x="383087" y="36039"/>
                </a:cubicBezTo>
                <a:cubicBezTo>
                  <a:pt x="374729" y="36508"/>
                  <a:pt x="366408" y="37485"/>
                  <a:pt x="358166" y="38965"/>
                </a:cubicBezTo>
                <a:cubicBezTo>
                  <a:pt x="349971" y="40270"/>
                  <a:pt x="341839" y="41912"/>
                  <a:pt x="333707" y="43575"/>
                </a:cubicBezTo>
                <a:cubicBezTo>
                  <a:pt x="333378" y="43576"/>
                  <a:pt x="333074" y="43752"/>
                  <a:pt x="332910" y="44038"/>
                </a:cubicBezTo>
                <a:cubicBezTo>
                  <a:pt x="333015" y="44627"/>
                  <a:pt x="333665" y="44901"/>
                  <a:pt x="334105" y="45280"/>
                </a:cubicBezTo>
                <a:cubicBezTo>
                  <a:pt x="353098" y="61237"/>
                  <a:pt x="368476" y="81087"/>
                  <a:pt x="379210" y="103499"/>
                </a:cubicBezTo>
                <a:cubicBezTo>
                  <a:pt x="386818" y="119273"/>
                  <a:pt x="392085" y="136078"/>
                  <a:pt x="394845" y="153383"/>
                </a:cubicBezTo>
                <a:cubicBezTo>
                  <a:pt x="396864" y="165903"/>
                  <a:pt x="397509" y="178608"/>
                  <a:pt x="396774" y="191270"/>
                </a:cubicBezTo>
                <a:cubicBezTo>
                  <a:pt x="395223" y="221224"/>
                  <a:pt x="386128" y="250294"/>
                  <a:pt x="370344" y="275758"/>
                </a:cubicBezTo>
                <a:cubicBezTo>
                  <a:pt x="360587" y="291612"/>
                  <a:pt x="348334" y="305773"/>
                  <a:pt x="334063" y="317686"/>
                </a:cubicBezTo>
                <a:cubicBezTo>
                  <a:pt x="329242" y="321706"/>
                  <a:pt x="324233" y="325432"/>
                  <a:pt x="319098" y="328968"/>
                </a:cubicBezTo>
                <a:cubicBezTo>
                  <a:pt x="317337" y="330147"/>
                  <a:pt x="315325" y="330884"/>
                  <a:pt x="313670" y="332252"/>
                </a:cubicBezTo>
                <a:cubicBezTo>
                  <a:pt x="313552" y="332694"/>
                  <a:pt x="313265" y="333073"/>
                  <a:pt x="312873" y="333304"/>
                </a:cubicBezTo>
                <a:lnTo>
                  <a:pt x="307549" y="336630"/>
                </a:lnTo>
                <a:lnTo>
                  <a:pt x="304846" y="338166"/>
                </a:lnTo>
                <a:lnTo>
                  <a:pt x="301408" y="340145"/>
                </a:lnTo>
                <a:cubicBezTo>
                  <a:pt x="300323" y="340905"/>
                  <a:pt x="299172" y="341568"/>
                  <a:pt x="297971" y="342123"/>
                </a:cubicBezTo>
                <a:cubicBezTo>
                  <a:pt x="297321" y="342687"/>
                  <a:pt x="296567" y="343117"/>
                  <a:pt x="295749" y="343386"/>
                </a:cubicBezTo>
                <a:cubicBezTo>
                  <a:pt x="295676" y="343576"/>
                  <a:pt x="295489" y="343696"/>
                  <a:pt x="295288" y="343681"/>
                </a:cubicBezTo>
                <a:cubicBezTo>
                  <a:pt x="295141" y="343946"/>
                  <a:pt x="294856" y="344102"/>
                  <a:pt x="294554" y="344081"/>
                </a:cubicBezTo>
                <a:cubicBezTo>
                  <a:pt x="294399" y="344352"/>
                  <a:pt x="294112" y="344521"/>
                  <a:pt x="293800" y="344523"/>
                </a:cubicBezTo>
                <a:cubicBezTo>
                  <a:pt x="293655" y="344792"/>
                  <a:pt x="293370" y="344956"/>
                  <a:pt x="293066" y="344944"/>
                </a:cubicBezTo>
                <a:cubicBezTo>
                  <a:pt x="292995" y="345125"/>
                  <a:pt x="292819" y="345243"/>
                  <a:pt x="292626" y="345238"/>
                </a:cubicBezTo>
                <a:cubicBezTo>
                  <a:pt x="287994" y="348122"/>
                  <a:pt x="283174" y="350711"/>
                  <a:pt x="278395" y="353300"/>
                </a:cubicBezTo>
                <a:cubicBezTo>
                  <a:pt x="256599" y="365194"/>
                  <a:pt x="233948" y="375438"/>
                  <a:pt x="210633" y="383946"/>
                </a:cubicBezTo>
                <a:cubicBezTo>
                  <a:pt x="192968" y="390402"/>
                  <a:pt x="174859" y="395565"/>
                  <a:pt x="156453" y="399396"/>
                </a:cubicBezTo>
                <a:cubicBezTo>
                  <a:pt x="147817" y="401220"/>
                  <a:pt x="139119" y="402622"/>
                  <a:pt x="130358" y="403605"/>
                </a:cubicBezTo>
                <a:cubicBezTo>
                  <a:pt x="118577" y="404992"/>
                  <a:pt x="106705" y="405449"/>
                  <a:pt x="94853" y="404973"/>
                </a:cubicBezTo>
                <a:cubicBezTo>
                  <a:pt x="80530" y="404529"/>
                  <a:pt x="66356" y="401917"/>
                  <a:pt x="52808" y="397228"/>
                </a:cubicBezTo>
                <a:cubicBezTo>
                  <a:pt x="41327" y="393306"/>
                  <a:pt x="30799" y="386994"/>
                  <a:pt x="21914" y="378705"/>
                </a:cubicBezTo>
                <a:cubicBezTo>
                  <a:pt x="11426" y="368621"/>
                  <a:pt x="4352" y="355489"/>
                  <a:pt x="1688" y="341155"/>
                </a:cubicBezTo>
                <a:cubicBezTo>
                  <a:pt x="-172" y="331366"/>
                  <a:pt x="-498" y="321347"/>
                  <a:pt x="724" y="311456"/>
                </a:cubicBezTo>
                <a:cubicBezTo>
                  <a:pt x="2699" y="295445"/>
                  <a:pt x="7095" y="279829"/>
                  <a:pt x="13761" y="265150"/>
                </a:cubicBezTo>
                <a:cubicBezTo>
                  <a:pt x="21442" y="247897"/>
                  <a:pt x="30904" y="231502"/>
                  <a:pt x="41993" y="216234"/>
                </a:cubicBezTo>
                <a:cubicBezTo>
                  <a:pt x="55802" y="197029"/>
                  <a:pt x="71229" y="179050"/>
                  <a:pt x="88104" y="162497"/>
                </a:cubicBezTo>
                <a:cubicBezTo>
                  <a:pt x="113892" y="137157"/>
                  <a:pt x="142171" y="114505"/>
                  <a:pt x="172508" y="94890"/>
                </a:cubicBezTo>
                <a:cubicBezTo>
                  <a:pt x="195316" y="79990"/>
                  <a:pt x="219207" y="66833"/>
                  <a:pt x="243979" y="55530"/>
                </a:cubicBezTo>
                <a:cubicBezTo>
                  <a:pt x="267374" y="44765"/>
                  <a:pt x="291670" y="36095"/>
                  <a:pt x="316583" y="29620"/>
                </a:cubicBezTo>
                <a:cubicBezTo>
                  <a:pt x="330194" y="26085"/>
                  <a:pt x="344033" y="23497"/>
                  <a:pt x="357999" y="21874"/>
                </a:cubicBezTo>
                <a:cubicBezTo>
                  <a:pt x="366053" y="20902"/>
                  <a:pt x="374156" y="20382"/>
                  <a:pt x="382270" y="20316"/>
                </a:cubicBezTo>
                <a:cubicBezTo>
                  <a:pt x="382521" y="20316"/>
                  <a:pt x="382773" y="20316"/>
                  <a:pt x="383024" y="20316"/>
                </a:cubicBezTo>
                <a:cubicBezTo>
                  <a:pt x="385015" y="20443"/>
                  <a:pt x="386043" y="19622"/>
                  <a:pt x="386923" y="17622"/>
                </a:cubicBezTo>
                <a:cubicBezTo>
                  <a:pt x="391878" y="6006"/>
                  <a:pt x="403739" y="-1064"/>
                  <a:pt x="416266" y="131"/>
                </a:cubicBezTo>
                <a:close/>
              </a:path>
            </a:pathLst>
          </a:custGeom>
          <a:solidFill>
            <a:srgbClr val="376DB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91" name="Google Shape;391;p29"/>
          <p:cNvSpPr/>
          <p:nvPr/>
        </p:nvSpPr>
        <p:spPr>
          <a:xfrm>
            <a:off x="92963" y="6542941"/>
            <a:ext cx="280476" cy="28047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92" name="Google Shape;392;p29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grpSp>
        <p:nvGrpSpPr>
          <p:cNvPr id="393" name="Google Shape;393;p29"/>
          <p:cNvGrpSpPr/>
          <p:nvPr/>
        </p:nvGrpSpPr>
        <p:grpSpPr>
          <a:xfrm rot="10800000">
            <a:off x="9265363" y="5246044"/>
            <a:ext cx="2869771" cy="1563379"/>
            <a:chOff x="44879" y="27296"/>
            <a:chExt cx="2869771" cy="1563379"/>
          </a:xfrm>
        </p:grpSpPr>
        <p:cxnSp>
          <p:nvCxnSpPr>
            <p:cNvPr id="394" name="Google Shape;394;p29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395" name="Google Shape;395;p29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396" name="Google Shape;396;p29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397" name="Google Shape;397;p29"/>
          <p:cNvSpPr txBox="1"/>
          <p:nvPr>
            <p:ph sz="half" idx="2"/>
          </p:nvPr>
        </p:nvSpPr>
        <p:spPr>
          <a:xfrm>
            <a:off x="6151800" y="1228490"/>
            <a:ext cx="5202000" cy="49431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98" name="Google Shape;398;p29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rgbClr val="0072FF"/>
              </a:buClr>
              <a:buSzPts val="4400"/>
              <a:buFont typeface="Times New Roman"/>
              <a:buNone/>
              <a:defRPr sz="4400"/>
            </a:lvl1pPr>
            <a:lvl2pPr lvl="1">
              <a:spcBef>
                <a:spcPts val="20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o sanh 2">
  <p:cSld name="Comparison">
    <p:spTree>
      <p:nvGrpSpPr>
        <p:cNvPr id="399" name="Shape 3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0" name="Google Shape;400;p30"/>
          <p:cNvSpPr/>
          <p:nvPr/>
        </p:nvSpPr>
        <p:spPr>
          <a:xfrm rot="10800000">
            <a:off x="-2" y="0"/>
            <a:ext cx="12192000" cy="6858000"/>
          </a:xfrm>
          <a:custGeom>
            <a:rect b="b" l="l" r="r" t="t"/>
            <a:pathLst>
              <a:path extrusionOk="0" h="6858000" w="12192000">
                <a:moveTo>
                  <a:pt x="0" y="616911"/>
                </a:moveTo>
                <a:lnTo>
                  <a:pt x="0" y="0"/>
                </a:lnTo>
                <a:lnTo>
                  <a:pt x="715617" y="0"/>
                </a:lnTo>
                <a:close/>
                <a:moveTo>
                  <a:pt x="12192000" y="6858000"/>
                </a:moveTo>
                <a:lnTo>
                  <a:pt x="11476383" y="6858000"/>
                </a:lnTo>
                <a:lnTo>
                  <a:pt x="12192000" y="6241089"/>
                </a:lnTo>
                <a:close/>
              </a:path>
            </a:pathLst>
          </a:custGeom>
          <a:blipFill rotWithShape="1">
            <a:blip r:embed="rId2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01" name="Google Shape;401;p30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402" name="Google Shape;402;p30"/>
          <p:cNvGrpSpPr/>
          <p:nvPr/>
        </p:nvGrpSpPr>
        <p:grpSpPr>
          <a:xfrm>
            <a:off x="58527" y="54292"/>
            <a:ext cx="2869771" cy="1563379"/>
            <a:chOff x="44879" y="27296"/>
            <a:chExt cx="2869771" cy="1563379"/>
          </a:xfrm>
        </p:grpSpPr>
        <p:cxnSp>
          <p:nvCxnSpPr>
            <p:cNvPr id="403" name="Google Shape;403;p30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04" name="Google Shape;404;p30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05" name="Google Shape;405;p30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406" name="Google Shape;406;p30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07" name="Google Shape;407;p30"/>
          <p:cNvSpPr txBox="1"/>
          <p:nvPr>
            <p:ph sz="half" idx="2"/>
          </p:nvPr>
        </p:nvSpPr>
        <p:spPr>
          <a:xfrm>
            <a:off x="774144" y="1962615"/>
            <a:ext cx="5202000" cy="421434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08" name="Google Shape;408;p30"/>
          <p:cNvSpPr txBox="1"/>
          <p:nvPr>
            <p:ph idx="11" type="ftr"/>
          </p:nvPr>
        </p:nvSpPr>
        <p:spPr>
          <a:xfrm>
            <a:off x="774146" y="6475620"/>
            <a:ext cx="431178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grpSp>
        <p:nvGrpSpPr>
          <p:cNvPr id="409" name="Google Shape;409;p30"/>
          <p:cNvGrpSpPr/>
          <p:nvPr/>
        </p:nvGrpSpPr>
        <p:grpSpPr>
          <a:xfrm>
            <a:off x="16026" y="4629289"/>
            <a:ext cx="434350" cy="2228711"/>
            <a:chOff x="16026" y="4629289"/>
            <a:chExt cx="434350" cy="2228711"/>
          </a:xfrm>
        </p:grpSpPr>
        <p:sp>
          <p:nvSpPr>
            <p:cNvPr id="410" name="Google Shape;410;p30"/>
            <p:cNvSpPr/>
            <p:nvPr/>
          </p:nvSpPr>
          <p:spPr>
            <a:xfrm>
              <a:off x="16026" y="4629289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11" name="Google Shape;411;p30"/>
            <p:cNvSpPr/>
            <p:nvPr/>
          </p:nvSpPr>
          <p:spPr>
            <a:xfrm>
              <a:off x="16026" y="5005641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12" name="Google Shape;412;p30"/>
            <p:cNvSpPr/>
            <p:nvPr/>
          </p:nvSpPr>
          <p:spPr>
            <a:xfrm>
              <a:off x="16026" y="5381993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13" name="Google Shape;413;p30"/>
            <p:cNvSpPr/>
            <p:nvPr/>
          </p:nvSpPr>
          <p:spPr>
            <a:xfrm>
              <a:off x="16026" y="5758345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14" name="Google Shape;414;p30"/>
            <p:cNvSpPr/>
            <p:nvPr/>
          </p:nvSpPr>
          <p:spPr>
            <a:xfrm>
              <a:off x="16026" y="6134697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15" name="Google Shape;415;p30"/>
            <p:cNvSpPr/>
            <p:nvPr/>
          </p:nvSpPr>
          <p:spPr>
            <a:xfrm>
              <a:off x="16026" y="6511050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416" name="Google Shape;416;p30"/>
          <p:cNvSpPr txBox="1"/>
          <p:nvPr>
            <p:ph idx="10" type="dt"/>
          </p:nvPr>
        </p:nvSpPr>
        <p:spPr>
          <a:xfrm>
            <a:off x="6447446" y="6475620"/>
            <a:ext cx="209009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7" name="Google Shape;417;p30"/>
          <p:cNvSpPr/>
          <p:nvPr/>
        </p:nvSpPr>
        <p:spPr>
          <a:xfrm>
            <a:off x="11589537" y="105878"/>
            <a:ext cx="489307" cy="405155"/>
          </a:xfrm>
          <a:custGeom>
            <a:rect b="b" l="l" r="r" t="t"/>
            <a:pathLst>
              <a:path extrusionOk="0" h="405155" w="489307">
                <a:moveTo>
                  <a:pt x="278290" y="349616"/>
                </a:moveTo>
                <a:lnTo>
                  <a:pt x="277683" y="349811"/>
                </a:lnTo>
                <a:lnTo>
                  <a:pt x="277976" y="349743"/>
                </a:lnTo>
                <a:close/>
                <a:moveTo>
                  <a:pt x="173116" y="214928"/>
                </a:moveTo>
                <a:cubicBezTo>
                  <a:pt x="186639" y="218079"/>
                  <a:pt x="199843" y="222476"/>
                  <a:pt x="212561" y="228062"/>
                </a:cubicBezTo>
                <a:cubicBezTo>
                  <a:pt x="213178" y="228246"/>
                  <a:pt x="213754" y="228547"/>
                  <a:pt x="214259" y="228947"/>
                </a:cubicBezTo>
                <a:cubicBezTo>
                  <a:pt x="214217" y="229557"/>
                  <a:pt x="213672" y="229599"/>
                  <a:pt x="213316" y="229788"/>
                </a:cubicBezTo>
                <a:cubicBezTo>
                  <a:pt x="202362" y="236025"/>
                  <a:pt x="191918" y="243127"/>
                  <a:pt x="182086" y="251026"/>
                </a:cubicBezTo>
                <a:cubicBezTo>
                  <a:pt x="181512" y="251550"/>
                  <a:pt x="180766" y="251843"/>
                  <a:pt x="179990" y="251847"/>
                </a:cubicBezTo>
                <a:lnTo>
                  <a:pt x="156055" y="251847"/>
                </a:lnTo>
                <a:cubicBezTo>
                  <a:pt x="155735" y="251891"/>
                  <a:pt x="155409" y="251824"/>
                  <a:pt x="155132" y="251658"/>
                </a:cubicBezTo>
                <a:cubicBezTo>
                  <a:pt x="155074" y="251207"/>
                  <a:pt x="155162" y="250748"/>
                  <a:pt x="155384" y="250353"/>
                </a:cubicBezTo>
                <a:cubicBezTo>
                  <a:pt x="159232" y="238513"/>
                  <a:pt x="164239" y="227084"/>
                  <a:pt x="170328" y="216233"/>
                </a:cubicBezTo>
                <a:cubicBezTo>
                  <a:pt x="171292" y="214507"/>
                  <a:pt x="171313" y="214507"/>
                  <a:pt x="173116" y="214928"/>
                </a:cubicBezTo>
                <a:close/>
                <a:moveTo>
                  <a:pt x="277908" y="214851"/>
                </a:moveTo>
                <a:cubicBezTo>
                  <a:pt x="278730" y="214533"/>
                  <a:pt x="279652" y="214946"/>
                  <a:pt x="279966" y="215771"/>
                </a:cubicBezTo>
                <a:cubicBezTo>
                  <a:pt x="286223" y="226906"/>
                  <a:pt x="291362" y="238640"/>
                  <a:pt x="295308" y="250795"/>
                </a:cubicBezTo>
                <a:cubicBezTo>
                  <a:pt x="295455" y="251088"/>
                  <a:pt x="295499" y="251423"/>
                  <a:pt x="295434" y="251743"/>
                </a:cubicBezTo>
                <a:cubicBezTo>
                  <a:pt x="294948" y="251907"/>
                  <a:pt x="294432" y="251957"/>
                  <a:pt x="293925" y="251890"/>
                </a:cubicBezTo>
                <a:cubicBezTo>
                  <a:pt x="286191" y="251890"/>
                  <a:pt x="278520" y="251890"/>
                  <a:pt x="270870" y="251890"/>
                </a:cubicBezTo>
                <a:cubicBezTo>
                  <a:pt x="269914" y="251905"/>
                  <a:pt x="268985" y="251576"/>
                  <a:pt x="268250" y="250964"/>
                </a:cubicBezTo>
                <a:cubicBezTo>
                  <a:pt x="258573" y="243178"/>
                  <a:pt x="248290" y="236182"/>
                  <a:pt x="237502" y="230042"/>
                </a:cubicBezTo>
                <a:cubicBezTo>
                  <a:pt x="237020" y="229859"/>
                  <a:pt x="236588" y="229564"/>
                  <a:pt x="236245" y="229179"/>
                </a:cubicBezTo>
                <a:cubicBezTo>
                  <a:pt x="236350" y="228589"/>
                  <a:pt x="236874" y="228547"/>
                  <a:pt x="237251" y="228400"/>
                </a:cubicBezTo>
                <a:cubicBezTo>
                  <a:pt x="250332" y="222603"/>
                  <a:pt x="263932" y="218072"/>
                  <a:pt x="277870" y="214866"/>
                </a:cubicBezTo>
                <a:cubicBezTo>
                  <a:pt x="277883" y="214862"/>
                  <a:pt x="277895" y="214856"/>
                  <a:pt x="277908" y="214851"/>
                </a:cubicBezTo>
                <a:close/>
                <a:moveTo>
                  <a:pt x="151422" y="211056"/>
                </a:moveTo>
                <a:cubicBezTo>
                  <a:pt x="154692" y="211561"/>
                  <a:pt x="157982" y="212024"/>
                  <a:pt x="161566" y="212550"/>
                </a:cubicBezTo>
                <a:cubicBezTo>
                  <a:pt x="159177" y="217160"/>
                  <a:pt x="156830" y="221622"/>
                  <a:pt x="154797" y="226084"/>
                </a:cubicBezTo>
                <a:cubicBezTo>
                  <a:pt x="152764" y="230546"/>
                  <a:pt x="150982" y="235114"/>
                  <a:pt x="148886" y="239639"/>
                </a:cubicBezTo>
                <a:cubicBezTo>
                  <a:pt x="148760" y="238250"/>
                  <a:pt x="148530" y="236840"/>
                  <a:pt x="148530" y="235429"/>
                </a:cubicBezTo>
                <a:cubicBezTo>
                  <a:pt x="148302" y="227778"/>
                  <a:pt x="148673" y="220121"/>
                  <a:pt x="149641" y="212529"/>
                </a:cubicBezTo>
                <a:cubicBezTo>
                  <a:pt x="149850" y="210908"/>
                  <a:pt x="149913" y="210845"/>
                  <a:pt x="151422" y="211056"/>
                </a:cubicBezTo>
                <a:close/>
                <a:moveTo>
                  <a:pt x="299584" y="210929"/>
                </a:moveTo>
                <a:cubicBezTo>
                  <a:pt x="300465" y="210803"/>
                  <a:pt x="300800" y="211224"/>
                  <a:pt x="300800" y="212003"/>
                </a:cubicBezTo>
                <a:cubicBezTo>
                  <a:pt x="301093" y="214655"/>
                  <a:pt x="301492" y="217328"/>
                  <a:pt x="301680" y="219980"/>
                </a:cubicBezTo>
                <a:cubicBezTo>
                  <a:pt x="302219" y="226164"/>
                  <a:pt x="302227" y="232382"/>
                  <a:pt x="301701" y="238566"/>
                </a:cubicBezTo>
                <a:cubicBezTo>
                  <a:pt x="301825" y="238991"/>
                  <a:pt x="301825" y="239445"/>
                  <a:pt x="301701" y="239871"/>
                </a:cubicBezTo>
                <a:cubicBezTo>
                  <a:pt x="301093" y="239765"/>
                  <a:pt x="301093" y="239344"/>
                  <a:pt x="301093" y="238923"/>
                </a:cubicBezTo>
                <a:cubicBezTo>
                  <a:pt x="297648" y="229900"/>
                  <a:pt x="293609" y="221117"/>
                  <a:pt x="289000" y="212634"/>
                </a:cubicBezTo>
                <a:cubicBezTo>
                  <a:pt x="292647" y="211813"/>
                  <a:pt x="296126" y="211455"/>
                  <a:pt x="299584" y="210929"/>
                </a:cubicBezTo>
                <a:close/>
                <a:moveTo>
                  <a:pt x="112605" y="209436"/>
                </a:moveTo>
                <a:cubicBezTo>
                  <a:pt x="121492" y="209225"/>
                  <a:pt x="130358" y="209162"/>
                  <a:pt x="139224" y="209814"/>
                </a:cubicBezTo>
                <a:cubicBezTo>
                  <a:pt x="140397" y="209899"/>
                  <a:pt x="140544" y="209920"/>
                  <a:pt x="140397" y="211204"/>
                </a:cubicBezTo>
                <a:cubicBezTo>
                  <a:pt x="140041" y="214445"/>
                  <a:pt x="139685" y="217707"/>
                  <a:pt x="139475" y="220970"/>
                </a:cubicBezTo>
                <a:cubicBezTo>
                  <a:pt x="139059" y="227242"/>
                  <a:pt x="139052" y="233536"/>
                  <a:pt x="139454" y="239808"/>
                </a:cubicBezTo>
                <a:cubicBezTo>
                  <a:pt x="139706" y="243786"/>
                  <a:pt x="140167" y="247722"/>
                  <a:pt x="140670" y="251616"/>
                </a:cubicBezTo>
                <a:cubicBezTo>
                  <a:pt x="140179" y="251869"/>
                  <a:pt x="139621" y="251957"/>
                  <a:pt x="139077" y="251869"/>
                </a:cubicBezTo>
                <a:cubicBezTo>
                  <a:pt x="131615" y="251869"/>
                  <a:pt x="124133" y="251869"/>
                  <a:pt x="116671" y="251869"/>
                </a:cubicBezTo>
                <a:cubicBezTo>
                  <a:pt x="115649" y="251976"/>
                  <a:pt x="114660" y="251463"/>
                  <a:pt x="114156" y="250564"/>
                </a:cubicBezTo>
                <a:cubicBezTo>
                  <a:pt x="106186" y="238977"/>
                  <a:pt x="104682" y="224098"/>
                  <a:pt x="110174" y="211140"/>
                </a:cubicBezTo>
                <a:cubicBezTo>
                  <a:pt x="110472" y="210061"/>
                  <a:pt x="111492" y="209345"/>
                  <a:pt x="112605" y="209436"/>
                </a:cubicBezTo>
                <a:close/>
                <a:moveTo>
                  <a:pt x="337584" y="209372"/>
                </a:moveTo>
                <a:cubicBezTo>
                  <a:pt x="338953" y="209237"/>
                  <a:pt x="340213" y="210134"/>
                  <a:pt x="340539" y="211477"/>
                </a:cubicBezTo>
                <a:cubicBezTo>
                  <a:pt x="345851" y="224367"/>
                  <a:pt x="344272" y="239083"/>
                  <a:pt x="336348" y="250542"/>
                </a:cubicBezTo>
                <a:cubicBezTo>
                  <a:pt x="335962" y="251350"/>
                  <a:pt x="335145" y="251860"/>
                  <a:pt x="334252" y="251847"/>
                </a:cubicBezTo>
                <a:cubicBezTo>
                  <a:pt x="326518" y="251847"/>
                  <a:pt x="318805" y="251847"/>
                  <a:pt x="311070" y="251847"/>
                </a:cubicBezTo>
                <a:cubicBezTo>
                  <a:pt x="310666" y="251921"/>
                  <a:pt x="310247" y="251822"/>
                  <a:pt x="309918" y="251574"/>
                </a:cubicBezTo>
                <a:cubicBezTo>
                  <a:pt x="310190" y="249090"/>
                  <a:pt x="310463" y="246564"/>
                  <a:pt x="310735" y="244038"/>
                </a:cubicBezTo>
                <a:cubicBezTo>
                  <a:pt x="311452" y="236806"/>
                  <a:pt x="311592" y="229528"/>
                  <a:pt x="311154" y="222274"/>
                </a:cubicBezTo>
                <a:cubicBezTo>
                  <a:pt x="310945" y="218612"/>
                  <a:pt x="310567" y="214992"/>
                  <a:pt x="310169" y="211350"/>
                </a:cubicBezTo>
                <a:cubicBezTo>
                  <a:pt x="310023" y="209919"/>
                  <a:pt x="310043" y="209814"/>
                  <a:pt x="311343" y="209814"/>
                </a:cubicBezTo>
                <a:cubicBezTo>
                  <a:pt x="320083" y="209161"/>
                  <a:pt x="328823" y="209245"/>
                  <a:pt x="337584" y="209372"/>
                </a:cubicBezTo>
                <a:close/>
                <a:moveTo>
                  <a:pt x="223837" y="156099"/>
                </a:moveTo>
                <a:cubicBezTo>
                  <a:pt x="225577" y="154857"/>
                  <a:pt x="225137" y="154920"/>
                  <a:pt x="226772" y="156099"/>
                </a:cubicBezTo>
                <a:cubicBezTo>
                  <a:pt x="245080" y="169370"/>
                  <a:pt x="260831" y="185874"/>
                  <a:pt x="273260" y="204805"/>
                </a:cubicBezTo>
                <a:lnTo>
                  <a:pt x="273909" y="205920"/>
                </a:lnTo>
                <a:lnTo>
                  <a:pt x="270220" y="206888"/>
                </a:lnTo>
                <a:cubicBezTo>
                  <a:pt x="255205" y="210723"/>
                  <a:pt x="240613" y="216070"/>
                  <a:pt x="226667" y="222843"/>
                </a:cubicBezTo>
                <a:cubicBezTo>
                  <a:pt x="225843" y="223317"/>
                  <a:pt x="224829" y="223317"/>
                  <a:pt x="224005" y="222843"/>
                </a:cubicBezTo>
                <a:cubicBezTo>
                  <a:pt x="209195" y="215638"/>
                  <a:pt x="193660" y="210050"/>
                  <a:pt x="177664" y="206173"/>
                </a:cubicBezTo>
                <a:cubicBezTo>
                  <a:pt x="177441" y="206099"/>
                  <a:pt x="177223" y="206006"/>
                  <a:pt x="177014" y="205899"/>
                </a:cubicBezTo>
                <a:cubicBezTo>
                  <a:pt x="176783" y="205289"/>
                  <a:pt x="177202" y="204994"/>
                  <a:pt x="177433" y="204636"/>
                </a:cubicBezTo>
                <a:cubicBezTo>
                  <a:pt x="189845" y="185766"/>
                  <a:pt x="205569" y="169321"/>
                  <a:pt x="223837" y="156099"/>
                </a:cubicBezTo>
                <a:close/>
                <a:moveTo>
                  <a:pt x="190281" y="135577"/>
                </a:moveTo>
                <a:cubicBezTo>
                  <a:pt x="198967" y="139281"/>
                  <a:pt x="207373" y="143615"/>
                  <a:pt x="215432" y="148542"/>
                </a:cubicBezTo>
                <a:cubicBezTo>
                  <a:pt x="215810" y="148774"/>
                  <a:pt x="216166" y="149048"/>
                  <a:pt x="216732" y="149426"/>
                </a:cubicBezTo>
                <a:cubicBezTo>
                  <a:pt x="214196" y="151426"/>
                  <a:pt x="211806" y="153278"/>
                  <a:pt x="209459" y="155194"/>
                </a:cubicBezTo>
                <a:cubicBezTo>
                  <a:pt x="193209" y="168404"/>
                  <a:pt x="179212" y="184185"/>
                  <a:pt x="168022" y="201921"/>
                </a:cubicBezTo>
                <a:cubicBezTo>
                  <a:pt x="167418" y="203270"/>
                  <a:pt x="165893" y="203935"/>
                  <a:pt x="164501" y="203457"/>
                </a:cubicBezTo>
                <a:cubicBezTo>
                  <a:pt x="160875" y="202721"/>
                  <a:pt x="157186" y="202215"/>
                  <a:pt x="153539" y="201626"/>
                </a:cubicBezTo>
                <a:cubicBezTo>
                  <a:pt x="151653" y="201331"/>
                  <a:pt x="151653" y="201331"/>
                  <a:pt x="152051" y="199521"/>
                </a:cubicBezTo>
                <a:cubicBezTo>
                  <a:pt x="153707" y="192399"/>
                  <a:pt x="155957" y="185427"/>
                  <a:pt x="158779" y="178683"/>
                </a:cubicBezTo>
                <a:cubicBezTo>
                  <a:pt x="165364" y="162853"/>
                  <a:pt x="174937" y="148450"/>
                  <a:pt x="186969" y="136271"/>
                </a:cubicBezTo>
                <a:cubicBezTo>
                  <a:pt x="187741" y="135236"/>
                  <a:pt x="189160" y="134937"/>
                  <a:pt x="190281" y="135577"/>
                </a:cubicBezTo>
                <a:close/>
                <a:moveTo>
                  <a:pt x="260223" y="135514"/>
                </a:moveTo>
                <a:cubicBezTo>
                  <a:pt x="261329" y="134828"/>
                  <a:pt x="262773" y="135102"/>
                  <a:pt x="263555" y="136146"/>
                </a:cubicBezTo>
                <a:cubicBezTo>
                  <a:pt x="279501" y="152309"/>
                  <a:pt x="291048" y="172311"/>
                  <a:pt x="297090" y="194239"/>
                </a:cubicBezTo>
                <a:cubicBezTo>
                  <a:pt x="297614" y="196133"/>
                  <a:pt x="298075" y="198027"/>
                  <a:pt x="298536" y="199943"/>
                </a:cubicBezTo>
                <a:cubicBezTo>
                  <a:pt x="298830" y="201248"/>
                  <a:pt x="298788" y="201269"/>
                  <a:pt x="297384" y="201479"/>
                </a:cubicBezTo>
                <a:cubicBezTo>
                  <a:pt x="293297" y="202237"/>
                  <a:pt x="289189" y="202848"/>
                  <a:pt x="285101" y="203584"/>
                </a:cubicBezTo>
                <a:cubicBezTo>
                  <a:pt x="284261" y="203820"/>
                  <a:pt x="283374" y="203412"/>
                  <a:pt x="283006" y="202616"/>
                </a:cubicBezTo>
                <a:cubicBezTo>
                  <a:pt x="277902" y="194481"/>
                  <a:pt x="272199" y="186741"/>
                  <a:pt x="265945" y="179463"/>
                </a:cubicBezTo>
                <a:cubicBezTo>
                  <a:pt x="257022" y="169004"/>
                  <a:pt x="247027" y="159522"/>
                  <a:pt x="236119" y="151174"/>
                </a:cubicBezTo>
                <a:lnTo>
                  <a:pt x="233793" y="149364"/>
                </a:lnTo>
                <a:cubicBezTo>
                  <a:pt x="235813" y="147960"/>
                  <a:pt x="237911" y="146674"/>
                  <a:pt x="240081" y="145512"/>
                </a:cubicBezTo>
                <a:cubicBezTo>
                  <a:pt x="246591" y="141782"/>
                  <a:pt x="253316" y="138444"/>
                  <a:pt x="260223" y="135514"/>
                </a:cubicBezTo>
                <a:close/>
                <a:moveTo>
                  <a:pt x="322955" y="47469"/>
                </a:moveTo>
                <a:cubicBezTo>
                  <a:pt x="300264" y="54570"/>
                  <a:pt x="278009" y="63003"/>
                  <a:pt x="256303" y="72727"/>
                </a:cubicBezTo>
                <a:cubicBezTo>
                  <a:pt x="245153" y="77799"/>
                  <a:pt x="234128" y="83145"/>
                  <a:pt x="223376" y="89060"/>
                </a:cubicBezTo>
                <a:cubicBezTo>
                  <a:pt x="197303" y="103220"/>
                  <a:pt x="172759" y="120058"/>
                  <a:pt x="150144" y="139302"/>
                </a:cubicBezTo>
                <a:cubicBezTo>
                  <a:pt x="120830" y="164358"/>
                  <a:pt x="95293" y="193554"/>
                  <a:pt x="74334" y="225979"/>
                </a:cubicBezTo>
                <a:cubicBezTo>
                  <a:pt x="65749" y="239223"/>
                  <a:pt x="58928" y="253537"/>
                  <a:pt x="54045" y="268560"/>
                </a:cubicBezTo>
                <a:cubicBezTo>
                  <a:pt x="50376" y="279928"/>
                  <a:pt x="48876" y="291889"/>
                  <a:pt x="49622" y="303815"/>
                </a:cubicBezTo>
                <a:cubicBezTo>
                  <a:pt x="50381" y="318010"/>
                  <a:pt x="55442" y="331635"/>
                  <a:pt x="64126" y="342860"/>
                </a:cubicBezTo>
                <a:cubicBezTo>
                  <a:pt x="69755" y="349890"/>
                  <a:pt x="76705" y="355742"/>
                  <a:pt x="84583" y="360077"/>
                </a:cubicBezTo>
                <a:cubicBezTo>
                  <a:pt x="99400" y="368204"/>
                  <a:pt x="115709" y="373216"/>
                  <a:pt x="132517" y="374811"/>
                </a:cubicBezTo>
                <a:cubicBezTo>
                  <a:pt x="140389" y="375666"/>
                  <a:pt x="148317" y="375870"/>
                  <a:pt x="156222" y="375422"/>
                </a:cubicBezTo>
                <a:cubicBezTo>
                  <a:pt x="168209" y="374761"/>
                  <a:pt x="180147" y="373405"/>
                  <a:pt x="191979" y="371359"/>
                </a:cubicBezTo>
                <a:cubicBezTo>
                  <a:pt x="209438" y="368413"/>
                  <a:pt x="226814" y="365024"/>
                  <a:pt x="244000" y="360604"/>
                </a:cubicBezTo>
                <a:lnTo>
                  <a:pt x="277680" y="349812"/>
                </a:lnTo>
                <a:lnTo>
                  <a:pt x="247375" y="356815"/>
                </a:lnTo>
                <a:cubicBezTo>
                  <a:pt x="237369" y="358185"/>
                  <a:pt x="227256" y="358602"/>
                  <a:pt x="217172" y="358057"/>
                </a:cubicBezTo>
                <a:cubicBezTo>
                  <a:pt x="196093" y="356998"/>
                  <a:pt x="175394" y="352001"/>
                  <a:pt x="156138" y="343323"/>
                </a:cubicBezTo>
                <a:cubicBezTo>
                  <a:pt x="127518" y="330429"/>
                  <a:pt x="102944" y="309934"/>
                  <a:pt x="85065" y="284051"/>
                </a:cubicBezTo>
                <a:cubicBezTo>
                  <a:pt x="84876" y="283777"/>
                  <a:pt x="84667" y="283525"/>
                  <a:pt x="84499" y="283251"/>
                </a:cubicBezTo>
                <a:cubicBezTo>
                  <a:pt x="83388" y="281462"/>
                  <a:pt x="83702" y="280768"/>
                  <a:pt x="85798" y="280768"/>
                </a:cubicBezTo>
                <a:cubicBezTo>
                  <a:pt x="97955" y="280768"/>
                  <a:pt x="110090" y="280768"/>
                  <a:pt x="122226" y="280768"/>
                </a:cubicBezTo>
                <a:cubicBezTo>
                  <a:pt x="123646" y="280875"/>
                  <a:pt x="124955" y="281578"/>
                  <a:pt x="125831" y="282704"/>
                </a:cubicBezTo>
                <a:cubicBezTo>
                  <a:pt x="133821" y="290881"/>
                  <a:pt x="142741" y="298088"/>
                  <a:pt x="152407" y="304173"/>
                </a:cubicBezTo>
                <a:cubicBezTo>
                  <a:pt x="168993" y="314500"/>
                  <a:pt x="187563" y="321191"/>
                  <a:pt x="206902" y="323811"/>
                </a:cubicBezTo>
                <a:cubicBezTo>
                  <a:pt x="203192" y="321138"/>
                  <a:pt x="199902" y="318507"/>
                  <a:pt x="196548" y="316002"/>
                </a:cubicBezTo>
                <a:cubicBezTo>
                  <a:pt x="186802" y="308699"/>
                  <a:pt x="177119" y="301290"/>
                  <a:pt x="167393" y="293965"/>
                </a:cubicBezTo>
                <a:cubicBezTo>
                  <a:pt x="154168" y="283904"/>
                  <a:pt x="140901" y="273780"/>
                  <a:pt x="127571" y="263740"/>
                </a:cubicBezTo>
                <a:cubicBezTo>
                  <a:pt x="126795" y="263150"/>
                  <a:pt x="125433" y="262687"/>
                  <a:pt x="125789" y="261466"/>
                </a:cubicBezTo>
                <a:cubicBezTo>
                  <a:pt x="126145" y="260246"/>
                  <a:pt x="127529" y="260666"/>
                  <a:pt x="128472" y="260666"/>
                </a:cubicBezTo>
                <a:cubicBezTo>
                  <a:pt x="143751" y="260666"/>
                  <a:pt x="159010" y="260666"/>
                  <a:pt x="174289" y="260666"/>
                </a:cubicBezTo>
                <a:cubicBezTo>
                  <a:pt x="176224" y="260587"/>
                  <a:pt x="178058" y="261538"/>
                  <a:pt x="179110" y="263171"/>
                </a:cubicBezTo>
                <a:cubicBezTo>
                  <a:pt x="193928" y="283378"/>
                  <a:pt x="208914" y="303289"/>
                  <a:pt x="223795" y="323369"/>
                </a:cubicBezTo>
                <a:cubicBezTo>
                  <a:pt x="225221" y="325348"/>
                  <a:pt x="225304" y="325327"/>
                  <a:pt x="226772" y="323369"/>
                </a:cubicBezTo>
                <a:cubicBezTo>
                  <a:pt x="241584" y="303557"/>
                  <a:pt x="256310" y="283742"/>
                  <a:pt x="270954" y="263929"/>
                </a:cubicBezTo>
                <a:cubicBezTo>
                  <a:pt x="272283" y="261856"/>
                  <a:pt x="274624" y="260664"/>
                  <a:pt x="277074" y="260814"/>
                </a:cubicBezTo>
                <a:cubicBezTo>
                  <a:pt x="292018" y="260814"/>
                  <a:pt x="306983" y="260814"/>
                  <a:pt x="321928" y="260814"/>
                </a:cubicBezTo>
                <a:cubicBezTo>
                  <a:pt x="322934" y="260814"/>
                  <a:pt x="324568" y="260498"/>
                  <a:pt x="324799" y="261614"/>
                </a:cubicBezTo>
                <a:cubicBezTo>
                  <a:pt x="325030" y="262729"/>
                  <a:pt x="323730" y="263234"/>
                  <a:pt x="322934" y="263824"/>
                </a:cubicBezTo>
                <a:lnTo>
                  <a:pt x="269298" y="304447"/>
                </a:lnTo>
                <a:cubicBezTo>
                  <a:pt x="261082" y="310677"/>
                  <a:pt x="252803" y="316844"/>
                  <a:pt x="244650" y="323159"/>
                </a:cubicBezTo>
                <a:cubicBezTo>
                  <a:pt x="244342" y="323331"/>
                  <a:pt x="244088" y="323586"/>
                  <a:pt x="243916" y="323895"/>
                </a:cubicBezTo>
                <a:cubicBezTo>
                  <a:pt x="268192" y="320507"/>
                  <a:pt x="291142" y="310734"/>
                  <a:pt x="310442" y="295565"/>
                </a:cubicBezTo>
                <a:cubicBezTo>
                  <a:pt x="315749" y="291353"/>
                  <a:pt x="320762" y="286781"/>
                  <a:pt x="325449" y="281883"/>
                </a:cubicBezTo>
                <a:cubicBezTo>
                  <a:pt x="326298" y="281079"/>
                  <a:pt x="327455" y="280694"/>
                  <a:pt x="328614" y="280831"/>
                </a:cubicBezTo>
                <a:cubicBezTo>
                  <a:pt x="337710" y="280831"/>
                  <a:pt x="346785" y="280704"/>
                  <a:pt x="355861" y="280831"/>
                </a:cubicBezTo>
                <a:cubicBezTo>
                  <a:pt x="357919" y="281003"/>
                  <a:pt x="359891" y="279961"/>
                  <a:pt x="360912" y="278158"/>
                </a:cubicBezTo>
                <a:cubicBezTo>
                  <a:pt x="371568" y="262456"/>
                  <a:pt x="379537" y="245076"/>
                  <a:pt x="384491" y="226737"/>
                </a:cubicBezTo>
                <a:cubicBezTo>
                  <a:pt x="387315" y="216183"/>
                  <a:pt x="389153" y="205387"/>
                  <a:pt x="389983" y="194491"/>
                </a:cubicBezTo>
                <a:cubicBezTo>
                  <a:pt x="390318" y="190281"/>
                  <a:pt x="390507" y="186071"/>
                  <a:pt x="390507" y="181862"/>
                </a:cubicBezTo>
                <a:cubicBezTo>
                  <a:pt x="390501" y="172251"/>
                  <a:pt x="389715" y="162655"/>
                  <a:pt x="388159" y="153173"/>
                </a:cubicBezTo>
                <a:cubicBezTo>
                  <a:pt x="385212" y="135768"/>
                  <a:pt x="379650" y="118913"/>
                  <a:pt x="371664" y="103183"/>
                </a:cubicBezTo>
                <a:cubicBezTo>
                  <a:pt x="365936" y="91914"/>
                  <a:pt x="358969" y="81324"/>
                  <a:pt x="350893" y="71611"/>
                </a:cubicBezTo>
                <a:cubicBezTo>
                  <a:pt x="343746" y="63084"/>
                  <a:pt x="335794" y="55274"/>
                  <a:pt x="327146" y="48289"/>
                </a:cubicBezTo>
                <a:cubicBezTo>
                  <a:pt x="326002" y="47268"/>
                  <a:pt x="324397" y="46953"/>
                  <a:pt x="322955" y="47469"/>
                </a:cubicBezTo>
                <a:close/>
                <a:moveTo>
                  <a:pt x="279044" y="15391"/>
                </a:moveTo>
                <a:cubicBezTo>
                  <a:pt x="280107" y="14960"/>
                  <a:pt x="281293" y="14960"/>
                  <a:pt x="282356" y="15391"/>
                </a:cubicBezTo>
                <a:cubicBezTo>
                  <a:pt x="284473" y="16296"/>
                  <a:pt x="286694" y="17075"/>
                  <a:pt x="288790" y="17896"/>
                </a:cubicBezTo>
                <a:cubicBezTo>
                  <a:pt x="288958" y="17959"/>
                  <a:pt x="289126" y="18085"/>
                  <a:pt x="289650" y="18380"/>
                </a:cubicBezTo>
                <a:cubicBezTo>
                  <a:pt x="281266" y="21200"/>
                  <a:pt x="273217" y="23852"/>
                  <a:pt x="265211" y="26947"/>
                </a:cubicBezTo>
                <a:cubicBezTo>
                  <a:pt x="257204" y="30041"/>
                  <a:pt x="249282" y="33282"/>
                  <a:pt x="241422" y="36755"/>
                </a:cubicBezTo>
                <a:cubicBezTo>
                  <a:pt x="233562" y="40228"/>
                  <a:pt x="225807" y="43911"/>
                  <a:pt x="218115" y="47742"/>
                </a:cubicBezTo>
                <a:cubicBezTo>
                  <a:pt x="210429" y="51601"/>
                  <a:pt x="202835" y="55635"/>
                  <a:pt x="195332" y="59845"/>
                </a:cubicBezTo>
                <a:cubicBezTo>
                  <a:pt x="187814" y="64069"/>
                  <a:pt x="180403" y="68454"/>
                  <a:pt x="173094" y="73000"/>
                </a:cubicBezTo>
                <a:cubicBezTo>
                  <a:pt x="165785" y="77547"/>
                  <a:pt x="158569" y="82254"/>
                  <a:pt x="151443" y="87124"/>
                </a:cubicBezTo>
                <a:cubicBezTo>
                  <a:pt x="144373" y="92007"/>
                  <a:pt x="137386" y="97044"/>
                  <a:pt x="130483" y="102236"/>
                </a:cubicBezTo>
                <a:cubicBezTo>
                  <a:pt x="123581" y="107428"/>
                  <a:pt x="116804" y="112781"/>
                  <a:pt x="110153" y="118296"/>
                </a:cubicBezTo>
                <a:cubicBezTo>
                  <a:pt x="103516" y="123796"/>
                  <a:pt x="96990" y="129466"/>
                  <a:pt x="90577" y="135303"/>
                </a:cubicBezTo>
                <a:cubicBezTo>
                  <a:pt x="84163" y="141140"/>
                  <a:pt x="77910" y="147132"/>
                  <a:pt x="71818" y="153278"/>
                </a:cubicBezTo>
                <a:cubicBezTo>
                  <a:pt x="65740" y="159424"/>
                  <a:pt x="59850" y="165739"/>
                  <a:pt x="53814" y="172474"/>
                </a:cubicBezTo>
                <a:cubicBezTo>
                  <a:pt x="53793" y="170496"/>
                  <a:pt x="53940" y="169043"/>
                  <a:pt x="53940" y="167612"/>
                </a:cubicBezTo>
                <a:cubicBezTo>
                  <a:pt x="53730" y="163739"/>
                  <a:pt x="55616" y="161129"/>
                  <a:pt x="58131" y="158456"/>
                </a:cubicBezTo>
                <a:cubicBezTo>
                  <a:pt x="80821" y="134501"/>
                  <a:pt x="105627" y="112661"/>
                  <a:pt x="132244" y="93206"/>
                </a:cubicBezTo>
                <a:cubicBezTo>
                  <a:pt x="156774" y="75183"/>
                  <a:pt x="182675" y="59123"/>
                  <a:pt x="209710" y="45174"/>
                </a:cubicBezTo>
                <a:cubicBezTo>
                  <a:pt x="232078" y="33585"/>
                  <a:pt x="255249" y="23631"/>
                  <a:pt x="279044" y="15391"/>
                </a:cubicBezTo>
                <a:close/>
                <a:moveTo>
                  <a:pt x="261648" y="9456"/>
                </a:moveTo>
                <a:cubicBezTo>
                  <a:pt x="264037" y="10193"/>
                  <a:pt x="266469" y="10698"/>
                  <a:pt x="268900" y="11287"/>
                </a:cubicBezTo>
                <a:cubicBezTo>
                  <a:pt x="269067" y="11351"/>
                  <a:pt x="269227" y="11429"/>
                  <a:pt x="269382" y="11519"/>
                </a:cubicBezTo>
                <a:cubicBezTo>
                  <a:pt x="269005" y="12087"/>
                  <a:pt x="268376" y="12108"/>
                  <a:pt x="267852" y="12298"/>
                </a:cubicBezTo>
                <a:cubicBezTo>
                  <a:pt x="242275" y="21696"/>
                  <a:pt x="217451" y="33038"/>
                  <a:pt x="193593" y="46227"/>
                </a:cubicBezTo>
                <a:cubicBezTo>
                  <a:pt x="177984" y="54843"/>
                  <a:pt x="162747" y="64161"/>
                  <a:pt x="147880" y="74180"/>
                </a:cubicBezTo>
                <a:cubicBezTo>
                  <a:pt x="131120" y="85503"/>
                  <a:pt x="114947" y="97678"/>
                  <a:pt x="99422" y="110656"/>
                </a:cubicBezTo>
                <a:cubicBezTo>
                  <a:pt x="90437" y="118219"/>
                  <a:pt x="81690" y="126057"/>
                  <a:pt x="73180" y="134167"/>
                </a:cubicBezTo>
                <a:cubicBezTo>
                  <a:pt x="67605" y="139471"/>
                  <a:pt x="62261" y="145007"/>
                  <a:pt x="56853" y="150479"/>
                </a:cubicBezTo>
                <a:cubicBezTo>
                  <a:pt x="56769" y="150732"/>
                  <a:pt x="56602" y="150985"/>
                  <a:pt x="56371" y="150985"/>
                </a:cubicBezTo>
                <a:cubicBezTo>
                  <a:pt x="56015" y="151027"/>
                  <a:pt x="56036" y="150690"/>
                  <a:pt x="56057" y="150458"/>
                </a:cubicBezTo>
                <a:cubicBezTo>
                  <a:pt x="56043" y="150016"/>
                  <a:pt x="56167" y="149583"/>
                  <a:pt x="56413" y="149217"/>
                </a:cubicBezTo>
                <a:cubicBezTo>
                  <a:pt x="56806" y="146377"/>
                  <a:pt x="57380" y="143563"/>
                  <a:pt x="58132" y="140797"/>
                </a:cubicBezTo>
                <a:cubicBezTo>
                  <a:pt x="58380" y="140120"/>
                  <a:pt x="58808" y="139524"/>
                  <a:pt x="59368" y="139071"/>
                </a:cubicBezTo>
                <a:cubicBezTo>
                  <a:pt x="66760" y="131690"/>
                  <a:pt x="74354" y="124491"/>
                  <a:pt x="82151" y="117476"/>
                </a:cubicBezTo>
                <a:cubicBezTo>
                  <a:pt x="101750" y="100000"/>
                  <a:pt x="122497" y="83868"/>
                  <a:pt x="144254" y="69191"/>
                </a:cubicBezTo>
                <a:cubicBezTo>
                  <a:pt x="163134" y="56408"/>
                  <a:pt x="182729" y="44722"/>
                  <a:pt x="202940" y="34188"/>
                </a:cubicBezTo>
                <a:cubicBezTo>
                  <a:pt x="220404" y="25119"/>
                  <a:pt x="238335" y="16989"/>
                  <a:pt x="256660" y="9835"/>
                </a:cubicBezTo>
                <a:cubicBezTo>
                  <a:pt x="258227" y="9124"/>
                  <a:pt x="259992" y="8990"/>
                  <a:pt x="261648" y="9456"/>
                </a:cubicBezTo>
                <a:close/>
                <a:moveTo>
                  <a:pt x="245404" y="6677"/>
                </a:moveTo>
                <a:cubicBezTo>
                  <a:pt x="245634" y="6614"/>
                  <a:pt x="246158" y="6256"/>
                  <a:pt x="246033" y="6825"/>
                </a:cubicBezTo>
                <a:cubicBezTo>
                  <a:pt x="245907" y="7393"/>
                  <a:pt x="245488" y="7393"/>
                  <a:pt x="245027" y="7393"/>
                </a:cubicBezTo>
                <a:cubicBezTo>
                  <a:pt x="236643" y="10887"/>
                  <a:pt x="228301" y="14528"/>
                  <a:pt x="220064" y="18401"/>
                </a:cubicBezTo>
                <a:cubicBezTo>
                  <a:pt x="203994" y="25993"/>
                  <a:pt x="188275" y="34293"/>
                  <a:pt x="172905" y="43301"/>
                </a:cubicBezTo>
                <a:cubicBezTo>
                  <a:pt x="147433" y="58287"/>
                  <a:pt x="123089" y="75129"/>
                  <a:pt x="100071" y="93691"/>
                </a:cubicBezTo>
                <a:cubicBezTo>
                  <a:pt x="88166" y="103268"/>
                  <a:pt x="76638" y="113308"/>
                  <a:pt x="65572" y="123916"/>
                </a:cubicBezTo>
                <a:lnTo>
                  <a:pt x="62407" y="126842"/>
                </a:lnTo>
                <a:cubicBezTo>
                  <a:pt x="62176" y="122148"/>
                  <a:pt x="74501" y="95754"/>
                  <a:pt x="82507" y="83546"/>
                </a:cubicBezTo>
                <a:cubicBezTo>
                  <a:pt x="91237" y="70196"/>
                  <a:pt x="101729" y="58095"/>
                  <a:pt x="113695" y="47574"/>
                </a:cubicBezTo>
                <a:cubicBezTo>
                  <a:pt x="125704" y="37085"/>
                  <a:pt x="139107" y="28323"/>
                  <a:pt x="153518" y="21538"/>
                </a:cubicBezTo>
                <a:cubicBezTo>
                  <a:pt x="167768" y="14781"/>
                  <a:pt x="182897" y="10076"/>
                  <a:pt x="198455" y="7561"/>
                </a:cubicBezTo>
                <a:cubicBezTo>
                  <a:pt x="213981" y="5016"/>
                  <a:pt x="229793" y="4718"/>
                  <a:pt x="245404" y="6677"/>
                </a:cubicBezTo>
                <a:close/>
                <a:moveTo>
                  <a:pt x="416266" y="131"/>
                </a:moveTo>
                <a:cubicBezTo>
                  <a:pt x="431122" y="1575"/>
                  <a:pt x="442595" y="13881"/>
                  <a:pt x="443052" y="28862"/>
                </a:cubicBezTo>
                <a:cubicBezTo>
                  <a:pt x="442977" y="30144"/>
                  <a:pt x="443767" y="31318"/>
                  <a:pt x="444980" y="31724"/>
                </a:cubicBezTo>
                <a:cubicBezTo>
                  <a:pt x="453519" y="35548"/>
                  <a:pt x="461323" y="40849"/>
                  <a:pt x="468036" y="47384"/>
                </a:cubicBezTo>
                <a:cubicBezTo>
                  <a:pt x="477738" y="56923"/>
                  <a:pt x="484430" y="69119"/>
                  <a:pt x="487277" y="82451"/>
                </a:cubicBezTo>
                <a:cubicBezTo>
                  <a:pt x="489207" y="91549"/>
                  <a:pt x="489767" y="100886"/>
                  <a:pt x="488932" y="110150"/>
                </a:cubicBezTo>
                <a:cubicBezTo>
                  <a:pt x="487807" y="123049"/>
                  <a:pt x="484952" y="135737"/>
                  <a:pt x="480444" y="147869"/>
                </a:cubicBezTo>
                <a:cubicBezTo>
                  <a:pt x="475168" y="162253"/>
                  <a:pt x="468476" y="176074"/>
                  <a:pt x="460470" y="189123"/>
                </a:cubicBezTo>
                <a:cubicBezTo>
                  <a:pt x="453762" y="200176"/>
                  <a:pt x="446414" y="210824"/>
                  <a:pt x="438462" y="221012"/>
                </a:cubicBezTo>
                <a:cubicBezTo>
                  <a:pt x="438190" y="221369"/>
                  <a:pt x="437854" y="221685"/>
                  <a:pt x="437561" y="222022"/>
                </a:cubicBezTo>
                <a:cubicBezTo>
                  <a:pt x="436599" y="223510"/>
                  <a:pt x="435519" y="224918"/>
                  <a:pt x="434333" y="226232"/>
                </a:cubicBezTo>
                <a:cubicBezTo>
                  <a:pt x="434023" y="226802"/>
                  <a:pt x="433635" y="227326"/>
                  <a:pt x="433180" y="227789"/>
                </a:cubicBezTo>
                <a:cubicBezTo>
                  <a:pt x="432837" y="228469"/>
                  <a:pt x="432323" y="229050"/>
                  <a:pt x="431692" y="229473"/>
                </a:cubicBezTo>
                <a:cubicBezTo>
                  <a:pt x="431650" y="230083"/>
                  <a:pt x="431315" y="230483"/>
                  <a:pt x="430539" y="230799"/>
                </a:cubicBezTo>
                <a:cubicBezTo>
                  <a:pt x="430770" y="230115"/>
                  <a:pt x="431158" y="229494"/>
                  <a:pt x="431671" y="228989"/>
                </a:cubicBezTo>
                <a:lnTo>
                  <a:pt x="432803" y="227389"/>
                </a:lnTo>
                <a:cubicBezTo>
                  <a:pt x="433067" y="226783"/>
                  <a:pt x="433453" y="226240"/>
                  <a:pt x="433935" y="225789"/>
                </a:cubicBezTo>
                <a:cubicBezTo>
                  <a:pt x="434851" y="224165"/>
                  <a:pt x="435897" y="222615"/>
                  <a:pt x="437058" y="221159"/>
                </a:cubicBezTo>
                <a:cubicBezTo>
                  <a:pt x="439929" y="216423"/>
                  <a:pt x="443136" y="211940"/>
                  <a:pt x="445945" y="207183"/>
                </a:cubicBezTo>
                <a:cubicBezTo>
                  <a:pt x="453589" y="194691"/>
                  <a:pt x="460524" y="181775"/>
                  <a:pt x="466715" y="168496"/>
                </a:cubicBezTo>
                <a:cubicBezTo>
                  <a:pt x="471721" y="157743"/>
                  <a:pt x="475462" y="146442"/>
                  <a:pt x="477866" y="134819"/>
                </a:cubicBezTo>
                <a:cubicBezTo>
                  <a:pt x="479557" y="126606"/>
                  <a:pt x="480261" y="118216"/>
                  <a:pt x="479962" y="109835"/>
                </a:cubicBezTo>
                <a:cubicBezTo>
                  <a:pt x="479685" y="98430"/>
                  <a:pt x="477082" y="87205"/>
                  <a:pt x="472312" y="76852"/>
                </a:cubicBezTo>
                <a:cubicBezTo>
                  <a:pt x="467095" y="66064"/>
                  <a:pt x="458969" y="56963"/>
                  <a:pt x="448858" y="50584"/>
                </a:cubicBezTo>
                <a:cubicBezTo>
                  <a:pt x="446272" y="48900"/>
                  <a:pt x="443593" y="47368"/>
                  <a:pt x="440831" y="45995"/>
                </a:cubicBezTo>
                <a:cubicBezTo>
                  <a:pt x="439384" y="45280"/>
                  <a:pt x="439384" y="45301"/>
                  <a:pt x="438462" y="46732"/>
                </a:cubicBezTo>
                <a:cubicBezTo>
                  <a:pt x="434377" y="53474"/>
                  <a:pt x="427664" y="58185"/>
                  <a:pt x="419955" y="59719"/>
                </a:cubicBezTo>
                <a:cubicBezTo>
                  <a:pt x="404254" y="63069"/>
                  <a:pt x="388759" y="53219"/>
                  <a:pt x="385057" y="37534"/>
                </a:cubicBezTo>
                <a:cubicBezTo>
                  <a:pt x="384659" y="36039"/>
                  <a:pt x="384659" y="36039"/>
                  <a:pt x="383087" y="36039"/>
                </a:cubicBezTo>
                <a:cubicBezTo>
                  <a:pt x="374729" y="36508"/>
                  <a:pt x="366408" y="37485"/>
                  <a:pt x="358166" y="38965"/>
                </a:cubicBezTo>
                <a:cubicBezTo>
                  <a:pt x="349971" y="40270"/>
                  <a:pt x="341839" y="41912"/>
                  <a:pt x="333707" y="43575"/>
                </a:cubicBezTo>
                <a:cubicBezTo>
                  <a:pt x="333378" y="43576"/>
                  <a:pt x="333074" y="43752"/>
                  <a:pt x="332910" y="44038"/>
                </a:cubicBezTo>
                <a:cubicBezTo>
                  <a:pt x="333015" y="44627"/>
                  <a:pt x="333665" y="44901"/>
                  <a:pt x="334105" y="45280"/>
                </a:cubicBezTo>
                <a:cubicBezTo>
                  <a:pt x="353098" y="61237"/>
                  <a:pt x="368476" y="81087"/>
                  <a:pt x="379210" y="103499"/>
                </a:cubicBezTo>
                <a:cubicBezTo>
                  <a:pt x="386818" y="119273"/>
                  <a:pt x="392085" y="136078"/>
                  <a:pt x="394845" y="153383"/>
                </a:cubicBezTo>
                <a:cubicBezTo>
                  <a:pt x="396864" y="165903"/>
                  <a:pt x="397509" y="178608"/>
                  <a:pt x="396774" y="191270"/>
                </a:cubicBezTo>
                <a:cubicBezTo>
                  <a:pt x="395223" y="221224"/>
                  <a:pt x="386128" y="250294"/>
                  <a:pt x="370344" y="275758"/>
                </a:cubicBezTo>
                <a:cubicBezTo>
                  <a:pt x="360587" y="291612"/>
                  <a:pt x="348334" y="305773"/>
                  <a:pt x="334063" y="317686"/>
                </a:cubicBezTo>
                <a:cubicBezTo>
                  <a:pt x="329242" y="321706"/>
                  <a:pt x="324233" y="325432"/>
                  <a:pt x="319098" y="328968"/>
                </a:cubicBezTo>
                <a:cubicBezTo>
                  <a:pt x="317337" y="330147"/>
                  <a:pt x="315325" y="330884"/>
                  <a:pt x="313670" y="332252"/>
                </a:cubicBezTo>
                <a:cubicBezTo>
                  <a:pt x="313552" y="332694"/>
                  <a:pt x="313265" y="333073"/>
                  <a:pt x="312873" y="333304"/>
                </a:cubicBezTo>
                <a:lnTo>
                  <a:pt x="307549" y="336630"/>
                </a:lnTo>
                <a:lnTo>
                  <a:pt x="304846" y="338166"/>
                </a:lnTo>
                <a:lnTo>
                  <a:pt x="301408" y="340145"/>
                </a:lnTo>
                <a:cubicBezTo>
                  <a:pt x="300323" y="340905"/>
                  <a:pt x="299172" y="341568"/>
                  <a:pt x="297971" y="342123"/>
                </a:cubicBezTo>
                <a:cubicBezTo>
                  <a:pt x="297321" y="342687"/>
                  <a:pt x="296567" y="343117"/>
                  <a:pt x="295749" y="343386"/>
                </a:cubicBezTo>
                <a:cubicBezTo>
                  <a:pt x="295676" y="343576"/>
                  <a:pt x="295489" y="343696"/>
                  <a:pt x="295288" y="343681"/>
                </a:cubicBezTo>
                <a:cubicBezTo>
                  <a:pt x="295141" y="343946"/>
                  <a:pt x="294856" y="344102"/>
                  <a:pt x="294554" y="344081"/>
                </a:cubicBezTo>
                <a:cubicBezTo>
                  <a:pt x="294399" y="344352"/>
                  <a:pt x="294112" y="344521"/>
                  <a:pt x="293800" y="344523"/>
                </a:cubicBezTo>
                <a:cubicBezTo>
                  <a:pt x="293655" y="344792"/>
                  <a:pt x="293370" y="344956"/>
                  <a:pt x="293066" y="344944"/>
                </a:cubicBezTo>
                <a:cubicBezTo>
                  <a:pt x="292995" y="345125"/>
                  <a:pt x="292819" y="345243"/>
                  <a:pt x="292626" y="345238"/>
                </a:cubicBezTo>
                <a:cubicBezTo>
                  <a:pt x="287994" y="348122"/>
                  <a:pt x="283174" y="350711"/>
                  <a:pt x="278395" y="353300"/>
                </a:cubicBezTo>
                <a:cubicBezTo>
                  <a:pt x="256599" y="365194"/>
                  <a:pt x="233948" y="375438"/>
                  <a:pt x="210633" y="383946"/>
                </a:cubicBezTo>
                <a:cubicBezTo>
                  <a:pt x="192968" y="390402"/>
                  <a:pt x="174859" y="395565"/>
                  <a:pt x="156453" y="399396"/>
                </a:cubicBezTo>
                <a:cubicBezTo>
                  <a:pt x="147817" y="401220"/>
                  <a:pt x="139119" y="402622"/>
                  <a:pt x="130358" y="403605"/>
                </a:cubicBezTo>
                <a:cubicBezTo>
                  <a:pt x="118577" y="404992"/>
                  <a:pt x="106705" y="405449"/>
                  <a:pt x="94853" y="404973"/>
                </a:cubicBezTo>
                <a:cubicBezTo>
                  <a:pt x="80530" y="404529"/>
                  <a:pt x="66356" y="401917"/>
                  <a:pt x="52808" y="397228"/>
                </a:cubicBezTo>
                <a:cubicBezTo>
                  <a:pt x="41327" y="393306"/>
                  <a:pt x="30799" y="386994"/>
                  <a:pt x="21914" y="378705"/>
                </a:cubicBezTo>
                <a:cubicBezTo>
                  <a:pt x="11426" y="368621"/>
                  <a:pt x="4352" y="355489"/>
                  <a:pt x="1688" y="341155"/>
                </a:cubicBezTo>
                <a:cubicBezTo>
                  <a:pt x="-172" y="331366"/>
                  <a:pt x="-498" y="321347"/>
                  <a:pt x="724" y="311456"/>
                </a:cubicBezTo>
                <a:cubicBezTo>
                  <a:pt x="2699" y="295445"/>
                  <a:pt x="7095" y="279829"/>
                  <a:pt x="13761" y="265150"/>
                </a:cubicBezTo>
                <a:cubicBezTo>
                  <a:pt x="21442" y="247897"/>
                  <a:pt x="30904" y="231502"/>
                  <a:pt x="41993" y="216234"/>
                </a:cubicBezTo>
                <a:cubicBezTo>
                  <a:pt x="55802" y="197029"/>
                  <a:pt x="71229" y="179050"/>
                  <a:pt x="88104" y="162497"/>
                </a:cubicBezTo>
                <a:cubicBezTo>
                  <a:pt x="113892" y="137157"/>
                  <a:pt x="142171" y="114505"/>
                  <a:pt x="172508" y="94890"/>
                </a:cubicBezTo>
                <a:cubicBezTo>
                  <a:pt x="195316" y="79990"/>
                  <a:pt x="219207" y="66833"/>
                  <a:pt x="243979" y="55530"/>
                </a:cubicBezTo>
                <a:cubicBezTo>
                  <a:pt x="267374" y="44765"/>
                  <a:pt x="291670" y="36095"/>
                  <a:pt x="316583" y="29620"/>
                </a:cubicBezTo>
                <a:cubicBezTo>
                  <a:pt x="330194" y="26085"/>
                  <a:pt x="344033" y="23497"/>
                  <a:pt x="357999" y="21874"/>
                </a:cubicBezTo>
                <a:cubicBezTo>
                  <a:pt x="366053" y="20902"/>
                  <a:pt x="374156" y="20382"/>
                  <a:pt x="382270" y="20316"/>
                </a:cubicBezTo>
                <a:cubicBezTo>
                  <a:pt x="382521" y="20316"/>
                  <a:pt x="382773" y="20316"/>
                  <a:pt x="383024" y="20316"/>
                </a:cubicBezTo>
                <a:cubicBezTo>
                  <a:pt x="385015" y="20443"/>
                  <a:pt x="386043" y="19622"/>
                  <a:pt x="386923" y="17622"/>
                </a:cubicBezTo>
                <a:cubicBezTo>
                  <a:pt x="391878" y="6006"/>
                  <a:pt x="403739" y="-1064"/>
                  <a:pt x="416266" y="131"/>
                </a:cubicBezTo>
                <a:close/>
              </a:path>
            </a:pathLst>
          </a:custGeom>
          <a:solidFill>
            <a:srgbClr val="376DB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18" name="Google Shape;418;p30"/>
          <p:cNvSpPr/>
          <p:nvPr/>
        </p:nvSpPr>
        <p:spPr>
          <a:xfrm>
            <a:off x="92963" y="6542941"/>
            <a:ext cx="280476" cy="28047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19" name="Google Shape;419;p30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grpSp>
        <p:nvGrpSpPr>
          <p:cNvPr id="420" name="Google Shape;420;p30"/>
          <p:cNvGrpSpPr/>
          <p:nvPr/>
        </p:nvGrpSpPr>
        <p:grpSpPr>
          <a:xfrm rot="10800000">
            <a:off x="9265363" y="5246044"/>
            <a:ext cx="2869771" cy="1563379"/>
            <a:chOff x="44879" y="27296"/>
            <a:chExt cx="2869771" cy="1563379"/>
          </a:xfrm>
        </p:grpSpPr>
        <p:cxnSp>
          <p:nvCxnSpPr>
            <p:cNvPr id="421" name="Google Shape;421;p30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22" name="Google Shape;422;p30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23" name="Google Shape;423;p30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424" name="Google Shape;424;p30"/>
          <p:cNvSpPr txBox="1"/>
          <p:nvPr>
            <p:ph sz="quarter" idx="4"/>
          </p:nvPr>
        </p:nvSpPr>
        <p:spPr>
          <a:xfrm>
            <a:off x="6151800" y="1957280"/>
            <a:ext cx="5202000" cy="421434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25" name="Google Shape;425;p30"/>
          <p:cNvSpPr txBox="1"/>
          <p:nvPr>
            <p:ph type="body" idx="1"/>
          </p:nvPr>
        </p:nvSpPr>
        <p:spPr>
          <a:xfrm>
            <a:off x="774144" y="1233825"/>
            <a:ext cx="5202794" cy="504825"/>
          </a:xfrm>
          <a:prstGeom prst="rect">
            <a:avLst/>
          </a:prstGeom>
          <a:gradFill>
            <a:gsLst>
              <a:gs pos="0">
                <a:srgbClr val="0072FF"/>
              </a:gs>
              <a:gs pos="99000">
                <a:srgbClr val="00C6FF"/>
              </a:gs>
              <a:gs pos="100000">
                <a:srgbClr val="00C6FF"/>
              </a:gs>
            </a:gsLst>
            <a:lin ang="2700000" scaled="0"/>
          </a:gradFill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ctr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chemeClr val="lt1"/>
              </a:buClr>
              <a:buSzPts val="2400"/>
              <a:buNone/>
              <a:defRPr b="1" i="0" sz="2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26" name="Google Shape;426;p30"/>
          <p:cNvSpPr txBox="1"/>
          <p:nvPr>
            <p:ph type="body" sz="quarter" idx="3"/>
          </p:nvPr>
        </p:nvSpPr>
        <p:spPr>
          <a:xfrm>
            <a:off x="6151006" y="1233825"/>
            <a:ext cx="5202794" cy="504825"/>
          </a:xfrm>
          <a:prstGeom prst="rect">
            <a:avLst/>
          </a:prstGeom>
          <a:gradFill>
            <a:gsLst>
              <a:gs pos="0">
                <a:srgbClr val="0072FF"/>
              </a:gs>
              <a:gs pos="99000">
                <a:srgbClr val="00C6FF"/>
              </a:gs>
              <a:gs pos="100000">
                <a:srgbClr val="00C6FF"/>
              </a:gs>
            </a:gsLst>
            <a:lin ang="2700000" scaled="0"/>
          </a:gradFill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ctr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chemeClr val="lt1"/>
              </a:buClr>
              <a:buSzPts val="2400"/>
              <a:buNone/>
              <a:defRPr b="1" i="0" sz="2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27" name="Google Shape;427;p30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rgbClr val="0072FF"/>
              </a:buClr>
              <a:buSzPts val="4400"/>
              <a:buFont typeface="Times New Roman"/>
              <a:buNone/>
              <a:defRPr sz="4400"/>
            </a:lvl1pPr>
            <a:lvl2pPr lvl="1">
              <a:spcBef>
                <a:spcPts val="20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Hình ảnh">
  <p:cSld name="Content with Caption"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9" name="Google Shape;429;p31"/>
          <p:cNvSpPr/>
          <p:nvPr/>
        </p:nvSpPr>
        <p:spPr>
          <a:xfrm rot="10800000">
            <a:off x="-2" y="0"/>
            <a:ext cx="12192000" cy="6858000"/>
          </a:xfrm>
          <a:custGeom>
            <a:rect b="b" l="l" r="r" t="t"/>
            <a:pathLst>
              <a:path extrusionOk="0" h="6858000" w="12192000">
                <a:moveTo>
                  <a:pt x="0" y="616911"/>
                </a:moveTo>
                <a:lnTo>
                  <a:pt x="0" y="0"/>
                </a:lnTo>
                <a:lnTo>
                  <a:pt x="715617" y="0"/>
                </a:lnTo>
                <a:close/>
                <a:moveTo>
                  <a:pt x="12192000" y="6858000"/>
                </a:moveTo>
                <a:lnTo>
                  <a:pt x="11476383" y="6858000"/>
                </a:lnTo>
                <a:lnTo>
                  <a:pt x="12192000" y="6241089"/>
                </a:lnTo>
                <a:close/>
              </a:path>
            </a:pathLst>
          </a:custGeom>
          <a:blipFill rotWithShape="1">
            <a:blip r:embed="rId2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30" name="Google Shape;430;p31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431" name="Google Shape;431;p31"/>
          <p:cNvGrpSpPr/>
          <p:nvPr/>
        </p:nvGrpSpPr>
        <p:grpSpPr>
          <a:xfrm>
            <a:off x="58527" y="54292"/>
            <a:ext cx="2869771" cy="1563379"/>
            <a:chOff x="44879" y="27296"/>
            <a:chExt cx="2869771" cy="1563379"/>
          </a:xfrm>
        </p:grpSpPr>
        <p:cxnSp>
          <p:nvCxnSpPr>
            <p:cNvPr id="432" name="Google Shape;432;p31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33" name="Google Shape;433;p31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34" name="Google Shape;434;p31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435" name="Google Shape;435;p31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rgbClr val="0072FF"/>
              </a:buClr>
              <a:buSzPts val="4000"/>
              <a:buFont typeface="Times New Roman"/>
              <a:buNone/>
              <a:defRPr sz="4000"/>
            </a:lvl1pPr>
            <a:lvl2pPr lvl="1">
              <a:spcBef>
                <a:spcPts val="20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7" name="Google Shape;437;p31"/>
          <p:cNvSpPr txBox="1"/>
          <p:nvPr>
            <p:ph type="body" sz="half" idx="2"/>
          </p:nvPr>
        </p:nvSpPr>
        <p:spPr>
          <a:xfrm>
            <a:off x="771525" y="1066800"/>
            <a:ext cx="10582275" cy="11811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38" name="Google Shape;438;p31"/>
          <p:cNvSpPr txBox="1"/>
          <p:nvPr>
            <p:ph idx="11" type="ftr"/>
          </p:nvPr>
        </p:nvSpPr>
        <p:spPr>
          <a:xfrm>
            <a:off x="774146" y="6475620"/>
            <a:ext cx="431178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grpSp>
        <p:nvGrpSpPr>
          <p:cNvPr id="439" name="Google Shape;439;p31"/>
          <p:cNvGrpSpPr/>
          <p:nvPr/>
        </p:nvGrpSpPr>
        <p:grpSpPr>
          <a:xfrm>
            <a:off x="16026" y="4629289"/>
            <a:ext cx="434350" cy="2228711"/>
            <a:chOff x="16026" y="4629289"/>
            <a:chExt cx="434350" cy="2228711"/>
          </a:xfrm>
        </p:grpSpPr>
        <p:sp>
          <p:nvSpPr>
            <p:cNvPr id="440" name="Google Shape;440;p31"/>
            <p:cNvSpPr/>
            <p:nvPr/>
          </p:nvSpPr>
          <p:spPr>
            <a:xfrm>
              <a:off x="16026" y="4629289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41" name="Google Shape;441;p31"/>
            <p:cNvSpPr/>
            <p:nvPr/>
          </p:nvSpPr>
          <p:spPr>
            <a:xfrm>
              <a:off x="16026" y="5005641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42" name="Google Shape;442;p31"/>
            <p:cNvSpPr/>
            <p:nvPr/>
          </p:nvSpPr>
          <p:spPr>
            <a:xfrm>
              <a:off x="16026" y="5381993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43" name="Google Shape;443;p31"/>
            <p:cNvSpPr/>
            <p:nvPr/>
          </p:nvSpPr>
          <p:spPr>
            <a:xfrm>
              <a:off x="16026" y="5758345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44" name="Google Shape;444;p31"/>
            <p:cNvSpPr/>
            <p:nvPr/>
          </p:nvSpPr>
          <p:spPr>
            <a:xfrm>
              <a:off x="16026" y="6134697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45" name="Google Shape;445;p31"/>
            <p:cNvSpPr/>
            <p:nvPr/>
          </p:nvSpPr>
          <p:spPr>
            <a:xfrm>
              <a:off x="16026" y="6511050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446" name="Google Shape;446;p31"/>
          <p:cNvSpPr txBox="1"/>
          <p:nvPr>
            <p:ph idx="10" type="dt"/>
          </p:nvPr>
        </p:nvSpPr>
        <p:spPr>
          <a:xfrm>
            <a:off x="6447446" y="6475620"/>
            <a:ext cx="209009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7" name="Google Shape;447;p31"/>
          <p:cNvSpPr/>
          <p:nvPr/>
        </p:nvSpPr>
        <p:spPr>
          <a:xfrm>
            <a:off x="11589537" y="105878"/>
            <a:ext cx="489307" cy="405155"/>
          </a:xfrm>
          <a:custGeom>
            <a:rect b="b" l="l" r="r" t="t"/>
            <a:pathLst>
              <a:path extrusionOk="0" h="405155" w="489307">
                <a:moveTo>
                  <a:pt x="278290" y="349616"/>
                </a:moveTo>
                <a:lnTo>
                  <a:pt x="277683" y="349811"/>
                </a:lnTo>
                <a:lnTo>
                  <a:pt x="277976" y="349743"/>
                </a:lnTo>
                <a:close/>
                <a:moveTo>
                  <a:pt x="173116" y="214928"/>
                </a:moveTo>
                <a:cubicBezTo>
                  <a:pt x="186639" y="218079"/>
                  <a:pt x="199843" y="222476"/>
                  <a:pt x="212561" y="228062"/>
                </a:cubicBezTo>
                <a:cubicBezTo>
                  <a:pt x="213178" y="228246"/>
                  <a:pt x="213754" y="228547"/>
                  <a:pt x="214259" y="228947"/>
                </a:cubicBezTo>
                <a:cubicBezTo>
                  <a:pt x="214217" y="229557"/>
                  <a:pt x="213672" y="229599"/>
                  <a:pt x="213316" y="229788"/>
                </a:cubicBezTo>
                <a:cubicBezTo>
                  <a:pt x="202362" y="236025"/>
                  <a:pt x="191918" y="243127"/>
                  <a:pt x="182086" y="251026"/>
                </a:cubicBezTo>
                <a:cubicBezTo>
                  <a:pt x="181512" y="251550"/>
                  <a:pt x="180766" y="251843"/>
                  <a:pt x="179990" y="251847"/>
                </a:cubicBezTo>
                <a:lnTo>
                  <a:pt x="156055" y="251847"/>
                </a:lnTo>
                <a:cubicBezTo>
                  <a:pt x="155735" y="251891"/>
                  <a:pt x="155409" y="251824"/>
                  <a:pt x="155132" y="251658"/>
                </a:cubicBezTo>
                <a:cubicBezTo>
                  <a:pt x="155074" y="251207"/>
                  <a:pt x="155162" y="250748"/>
                  <a:pt x="155384" y="250353"/>
                </a:cubicBezTo>
                <a:cubicBezTo>
                  <a:pt x="159232" y="238513"/>
                  <a:pt x="164239" y="227084"/>
                  <a:pt x="170328" y="216233"/>
                </a:cubicBezTo>
                <a:cubicBezTo>
                  <a:pt x="171292" y="214507"/>
                  <a:pt x="171313" y="214507"/>
                  <a:pt x="173116" y="214928"/>
                </a:cubicBezTo>
                <a:close/>
                <a:moveTo>
                  <a:pt x="277908" y="214851"/>
                </a:moveTo>
                <a:cubicBezTo>
                  <a:pt x="278730" y="214533"/>
                  <a:pt x="279652" y="214946"/>
                  <a:pt x="279966" y="215771"/>
                </a:cubicBezTo>
                <a:cubicBezTo>
                  <a:pt x="286223" y="226906"/>
                  <a:pt x="291362" y="238640"/>
                  <a:pt x="295308" y="250795"/>
                </a:cubicBezTo>
                <a:cubicBezTo>
                  <a:pt x="295455" y="251088"/>
                  <a:pt x="295499" y="251423"/>
                  <a:pt x="295434" y="251743"/>
                </a:cubicBezTo>
                <a:cubicBezTo>
                  <a:pt x="294948" y="251907"/>
                  <a:pt x="294432" y="251957"/>
                  <a:pt x="293925" y="251890"/>
                </a:cubicBezTo>
                <a:cubicBezTo>
                  <a:pt x="286191" y="251890"/>
                  <a:pt x="278520" y="251890"/>
                  <a:pt x="270870" y="251890"/>
                </a:cubicBezTo>
                <a:cubicBezTo>
                  <a:pt x="269914" y="251905"/>
                  <a:pt x="268985" y="251576"/>
                  <a:pt x="268250" y="250964"/>
                </a:cubicBezTo>
                <a:cubicBezTo>
                  <a:pt x="258573" y="243178"/>
                  <a:pt x="248290" y="236182"/>
                  <a:pt x="237502" y="230042"/>
                </a:cubicBezTo>
                <a:cubicBezTo>
                  <a:pt x="237020" y="229859"/>
                  <a:pt x="236588" y="229564"/>
                  <a:pt x="236245" y="229179"/>
                </a:cubicBezTo>
                <a:cubicBezTo>
                  <a:pt x="236350" y="228589"/>
                  <a:pt x="236874" y="228547"/>
                  <a:pt x="237251" y="228400"/>
                </a:cubicBezTo>
                <a:cubicBezTo>
                  <a:pt x="250332" y="222603"/>
                  <a:pt x="263932" y="218072"/>
                  <a:pt x="277870" y="214866"/>
                </a:cubicBezTo>
                <a:cubicBezTo>
                  <a:pt x="277883" y="214862"/>
                  <a:pt x="277895" y="214856"/>
                  <a:pt x="277908" y="214851"/>
                </a:cubicBezTo>
                <a:close/>
                <a:moveTo>
                  <a:pt x="151422" y="211056"/>
                </a:moveTo>
                <a:cubicBezTo>
                  <a:pt x="154692" y="211561"/>
                  <a:pt x="157982" y="212024"/>
                  <a:pt x="161566" y="212550"/>
                </a:cubicBezTo>
                <a:cubicBezTo>
                  <a:pt x="159177" y="217160"/>
                  <a:pt x="156830" y="221622"/>
                  <a:pt x="154797" y="226084"/>
                </a:cubicBezTo>
                <a:cubicBezTo>
                  <a:pt x="152764" y="230546"/>
                  <a:pt x="150982" y="235114"/>
                  <a:pt x="148886" y="239639"/>
                </a:cubicBezTo>
                <a:cubicBezTo>
                  <a:pt x="148760" y="238250"/>
                  <a:pt x="148530" y="236840"/>
                  <a:pt x="148530" y="235429"/>
                </a:cubicBezTo>
                <a:cubicBezTo>
                  <a:pt x="148302" y="227778"/>
                  <a:pt x="148673" y="220121"/>
                  <a:pt x="149641" y="212529"/>
                </a:cubicBezTo>
                <a:cubicBezTo>
                  <a:pt x="149850" y="210908"/>
                  <a:pt x="149913" y="210845"/>
                  <a:pt x="151422" y="211056"/>
                </a:cubicBezTo>
                <a:close/>
                <a:moveTo>
                  <a:pt x="299584" y="210929"/>
                </a:moveTo>
                <a:cubicBezTo>
                  <a:pt x="300465" y="210803"/>
                  <a:pt x="300800" y="211224"/>
                  <a:pt x="300800" y="212003"/>
                </a:cubicBezTo>
                <a:cubicBezTo>
                  <a:pt x="301093" y="214655"/>
                  <a:pt x="301492" y="217328"/>
                  <a:pt x="301680" y="219980"/>
                </a:cubicBezTo>
                <a:cubicBezTo>
                  <a:pt x="302219" y="226164"/>
                  <a:pt x="302227" y="232382"/>
                  <a:pt x="301701" y="238566"/>
                </a:cubicBezTo>
                <a:cubicBezTo>
                  <a:pt x="301825" y="238991"/>
                  <a:pt x="301825" y="239445"/>
                  <a:pt x="301701" y="239871"/>
                </a:cubicBezTo>
                <a:cubicBezTo>
                  <a:pt x="301093" y="239765"/>
                  <a:pt x="301093" y="239344"/>
                  <a:pt x="301093" y="238923"/>
                </a:cubicBezTo>
                <a:cubicBezTo>
                  <a:pt x="297648" y="229900"/>
                  <a:pt x="293609" y="221117"/>
                  <a:pt x="289000" y="212634"/>
                </a:cubicBezTo>
                <a:cubicBezTo>
                  <a:pt x="292647" y="211813"/>
                  <a:pt x="296126" y="211455"/>
                  <a:pt x="299584" y="210929"/>
                </a:cubicBezTo>
                <a:close/>
                <a:moveTo>
                  <a:pt x="112605" y="209436"/>
                </a:moveTo>
                <a:cubicBezTo>
                  <a:pt x="121492" y="209225"/>
                  <a:pt x="130358" y="209162"/>
                  <a:pt x="139224" y="209814"/>
                </a:cubicBezTo>
                <a:cubicBezTo>
                  <a:pt x="140397" y="209899"/>
                  <a:pt x="140544" y="209920"/>
                  <a:pt x="140397" y="211204"/>
                </a:cubicBezTo>
                <a:cubicBezTo>
                  <a:pt x="140041" y="214445"/>
                  <a:pt x="139685" y="217707"/>
                  <a:pt x="139475" y="220970"/>
                </a:cubicBezTo>
                <a:cubicBezTo>
                  <a:pt x="139059" y="227242"/>
                  <a:pt x="139052" y="233536"/>
                  <a:pt x="139454" y="239808"/>
                </a:cubicBezTo>
                <a:cubicBezTo>
                  <a:pt x="139706" y="243786"/>
                  <a:pt x="140167" y="247722"/>
                  <a:pt x="140670" y="251616"/>
                </a:cubicBezTo>
                <a:cubicBezTo>
                  <a:pt x="140179" y="251869"/>
                  <a:pt x="139621" y="251957"/>
                  <a:pt x="139077" y="251869"/>
                </a:cubicBezTo>
                <a:cubicBezTo>
                  <a:pt x="131615" y="251869"/>
                  <a:pt x="124133" y="251869"/>
                  <a:pt x="116671" y="251869"/>
                </a:cubicBezTo>
                <a:cubicBezTo>
                  <a:pt x="115649" y="251976"/>
                  <a:pt x="114660" y="251463"/>
                  <a:pt x="114156" y="250564"/>
                </a:cubicBezTo>
                <a:cubicBezTo>
                  <a:pt x="106186" y="238977"/>
                  <a:pt x="104682" y="224098"/>
                  <a:pt x="110174" y="211140"/>
                </a:cubicBezTo>
                <a:cubicBezTo>
                  <a:pt x="110472" y="210061"/>
                  <a:pt x="111492" y="209345"/>
                  <a:pt x="112605" y="209436"/>
                </a:cubicBezTo>
                <a:close/>
                <a:moveTo>
                  <a:pt x="337584" y="209372"/>
                </a:moveTo>
                <a:cubicBezTo>
                  <a:pt x="338953" y="209237"/>
                  <a:pt x="340213" y="210134"/>
                  <a:pt x="340539" y="211477"/>
                </a:cubicBezTo>
                <a:cubicBezTo>
                  <a:pt x="345851" y="224367"/>
                  <a:pt x="344272" y="239083"/>
                  <a:pt x="336348" y="250542"/>
                </a:cubicBezTo>
                <a:cubicBezTo>
                  <a:pt x="335962" y="251350"/>
                  <a:pt x="335145" y="251860"/>
                  <a:pt x="334252" y="251847"/>
                </a:cubicBezTo>
                <a:cubicBezTo>
                  <a:pt x="326518" y="251847"/>
                  <a:pt x="318805" y="251847"/>
                  <a:pt x="311070" y="251847"/>
                </a:cubicBezTo>
                <a:cubicBezTo>
                  <a:pt x="310666" y="251921"/>
                  <a:pt x="310247" y="251822"/>
                  <a:pt x="309918" y="251574"/>
                </a:cubicBezTo>
                <a:cubicBezTo>
                  <a:pt x="310190" y="249090"/>
                  <a:pt x="310463" y="246564"/>
                  <a:pt x="310735" y="244038"/>
                </a:cubicBezTo>
                <a:cubicBezTo>
                  <a:pt x="311452" y="236806"/>
                  <a:pt x="311592" y="229528"/>
                  <a:pt x="311154" y="222274"/>
                </a:cubicBezTo>
                <a:cubicBezTo>
                  <a:pt x="310945" y="218612"/>
                  <a:pt x="310567" y="214992"/>
                  <a:pt x="310169" y="211350"/>
                </a:cubicBezTo>
                <a:cubicBezTo>
                  <a:pt x="310023" y="209919"/>
                  <a:pt x="310043" y="209814"/>
                  <a:pt x="311343" y="209814"/>
                </a:cubicBezTo>
                <a:cubicBezTo>
                  <a:pt x="320083" y="209161"/>
                  <a:pt x="328823" y="209245"/>
                  <a:pt x="337584" y="209372"/>
                </a:cubicBezTo>
                <a:close/>
                <a:moveTo>
                  <a:pt x="223837" y="156099"/>
                </a:moveTo>
                <a:cubicBezTo>
                  <a:pt x="225577" y="154857"/>
                  <a:pt x="225137" y="154920"/>
                  <a:pt x="226772" y="156099"/>
                </a:cubicBezTo>
                <a:cubicBezTo>
                  <a:pt x="245080" y="169370"/>
                  <a:pt x="260831" y="185874"/>
                  <a:pt x="273260" y="204805"/>
                </a:cubicBezTo>
                <a:lnTo>
                  <a:pt x="273909" y="205920"/>
                </a:lnTo>
                <a:lnTo>
                  <a:pt x="270220" y="206888"/>
                </a:lnTo>
                <a:cubicBezTo>
                  <a:pt x="255205" y="210723"/>
                  <a:pt x="240613" y="216070"/>
                  <a:pt x="226667" y="222843"/>
                </a:cubicBezTo>
                <a:cubicBezTo>
                  <a:pt x="225843" y="223317"/>
                  <a:pt x="224829" y="223317"/>
                  <a:pt x="224005" y="222843"/>
                </a:cubicBezTo>
                <a:cubicBezTo>
                  <a:pt x="209195" y="215638"/>
                  <a:pt x="193660" y="210050"/>
                  <a:pt x="177664" y="206173"/>
                </a:cubicBezTo>
                <a:cubicBezTo>
                  <a:pt x="177441" y="206099"/>
                  <a:pt x="177223" y="206006"/>
                  <a:pt x="177014" y="205899"/>
                </a:cubicBezTo>
                <a:cubicBezTo>
                  <a:pt x="176783" y="205289"/>
                  <a:pt x="177202" y="204994"/>
                  <a:pt x="177433" y="204636"/>
                </a:cubicBezTo>
                <a:cubicBezTo>
                  <a:pt x="189845" y="185766"/>
                  <a:pt x="205569" y="169321"/>
                  <a:pt x="223837" y="156099"/>
                </a:cubicBezTo>
                <a:close/>
                <a:moveTo>
                  <a:pt x="190281" y="135577"/>
                </a:moveTo>
                <a:cubicBezTo>
                  <a:pt x="198967" y="139281"/>
                  <a:pt x="207373" y="143615"/>
                  <a:pt x="215432" y="148542"/>
                </a:cubicBezTo>
                <a:cubicBezTo>
                  <a:pt x="215810" y="148774"/>
                  <a:pt x="216166" y="149048"/>
                  <a:pt x="216732" y="149426"/>
                </a:cubicBezTo>
                <a:cubicBezTo>
                  <a:pt x="214196" y="151426"/>
                  <a:pt x="211806" y="153278"/>
                  <a:pt x="209459" y="155194"/>
                </a:cubicBezTo>
                <a:cubicBezTo>
                  <a:pt x="193209" y="168404"/>
                  <a:pt x="179212" y="184185"/>
                  <a:pt x="168022" y="201921"/>
                </a:cubicBezTo>
                <a:cubicBezTo>
                  <a:pt x="167418" y="203270"/>
                  <a:pt x="165893" y="203935"/>
                  <a:pt x="164501" y="203457"/>
                </a:cubicBezTo>
                <a:cubicBezTo>
                  <a:pt x="160875" y="202721"/>
                  <a:pt x="157186" y="202215"/>
                  <a:pt x="153539" y="201626"/>
                </a:cubicBezTo>
                <a:cubicBezTo>
                  <a:pt x="151653" y="201331"/>
                  <a:pt x="151653" y="201331"/>
                  <a:pt x="152051" y="199521"/>
                </a:cubicBezTo>
                <a:cubicBezTo>
                  <a:pt x="153707" y="192399"/>
                  <a:pt x="155957" y="185427"/>
                  <a:pt x="158779" y="178683"/>
                </a:cubicBezTo>
                <a:cubicBezTo>
                  <a:pt x="165364" y="162853"/>
                  <a:pt x="174937" y="148450"/>
                  <a:pt x="186969" y="136271"/>
                </a:cubicBezTo>
                <a:cubicBezTo>
                  <a:pt x="187741" y="135236"/>
                  <a:pt x="189160" y="134937"/>
                  <a:pt x="190281" y="135577"/>
                </a:cubicBezTo>
                <a:close/>
                <a:moveTo>
                  <a:pt x="260223" y="135514"/>
                </a:moveTo>
                <a:cubicBezTo>
                  <a:pt x="261329" y="134828"/>
                  <a:pt x="262773" y="135102"/>
                  <a:pt x="263555" y="136146"/>
                </a:cubicBezTo>
                <a:cubicBezTo>
                  <a:pt x="279501" y="152309"/>
                  <a:pt x="291048" y="172311"/>
                  <a:pt x="297090" y="194239"/>
                </a:cubicBezTo>
                <a:cubicBezTo>
                  <a:pt x="297614" y="196133"/>
                  <a:pt x="298075" y="198027"/>
                  <a:pt x="298536" y="199943"/>
                </a:cubicBezTo>
                <a:cubicBezTo>
                  <a:pt x="298830" y="201248"/>
                  <a:pt x="298788" y="201269"/>
                  <a:pt x="297384" y="201479"/>
                </a:cubicBezTo>
                <a:cubicBezTo>
                  <a:pt x="293297" y="202237"/>
                  <a:pt x="289189" y="202848"/>
                  <a:pt x="285101" y="203584"/>
                </a:cubicBezTo>
                <a:cubicBezTo>
                  <a:pt x="284261" y="203820"/>
                  <a:pt x="283374" y="203412"/>
                  <a:pt x="283006" y="202616"/>
                </a:cubicBezTo>
                <a:cubicBezTo>
                  <a:pt x="277902" y="194481"/>
                  <a:pt x="272199" y="186741"/>
                  <a:pt x="265945" y="179463"/>
                </a:cubicBezTo>
                <a:cubicBezTo>
                  <a:pt x="257022" y="169004"/>
                  <a:pt x="247027" y="159522"/>
                  <a:pt x="236119" y="151174"/>
                </a:cubicBezTo>
                <a:lnTo>
                  <a:pt x="233793" y="149364"/>
                </a:lnTo>
                <a:cubicBezTo>
                  <a:pt x="235813" y="147960"/>
                  <a:pt x="237911" y="146674"/>
                  <a:pt x="240081" y="145512"/>
                </a:cubicBezTo>
                <a:cubicBezTo>
                  <a:pt x="246591" y="141782"/>
                  <a:pt x="253316" y="138444"/>
                  <a:pt x="260223" y="135514"/>
                </a:cubicBezTo>
                <a:close/>
                <a:moveTo>
                  <a:pt x="322955" y="47469"/>
                </a:moveTo>
                <a:cubicBezTo>
                  <a:pt x="300264" y="54570"/>
                  <a:pt x="278009" y="63003"/>
                  <a:pt x="256303" y="72727"/>
                </a:cubicBezTo>
                <a:cubicBezTo>
                  <a:pt x="245153" y="77799"/>
                  <a:pt x="234128" y="83145"/>
                  <a:pt x="223376" y="89060"/>
                </a:cubicBezTo>
                <a:cubicBezTo>
                  <a:pt x="197303" y="103220"/>
                  <a:pt x="172759" y="120058"/>
                  <a:pt x="150144" y="139302"/>
                </a:cubicBezTo>
                <a:cubicBezTo>
                  <a:pt x="120830" y="164358"/>
                  <a:pt x="95293" y="193554"/>
                  <a:pt x="74334" y="225979"/>
                </a:cubicBezTo>
                <a:cubicBezTo>
                  <a:pt x="65749" y="239223"/>
                  <a:pt x="58928" y="253537"/>
                  <a:pt x="54045" y="268560"/>
                </a:cubicBezTo>
                <a:cubicBezTo>
                  <a:pt x="50376" y="279928"/>
                  <a:pt x="48876" y="291889"/>
                  <a:pt x="49622" y="303815"/>
                </a:cubicBezTo>
                <a:cubicBezTo>
                  <a:pt x="50381" y="318010"/>
                  <a:pt x="55442" y="331635"/>
                  <a:pt x="64126" y="342860"/>
                </a:cubicBezTo>
                <a:cubicBezTo>
                  <a:pt x="69755" y="349890"/>
                  <a:pt x="76705" y="355742"/>
                  <a:pt x="84583" y="360077"/>
                </a:cubicBezTo>
                <a:cubicBezTo>
                  <a:pt x="99400" y="368204"/>
                  <a:pt x="115709" y="373216"/>
                  <a:pt x="132517" y="374811"/>
                </a:cubicBezTo>
                <a:cubicBezTo>
                  <a:pt x="140389" y="375666"/>
                  <a:pt x="148317" y="375870"/>
                  <a:pt x="156222" y="375422"/>
                </a:cubicBezTo>
                <a:cubicBezTo>
                  <a:pt x="168209" y="374761"/>
                  <a:pt x="180147" y="373405"/>
                  <a:pt x="191979" y="371359"/>
                </a:cubicBezTo>
                <a:cubicBezTo>
                  <a:pt x="209438" y="368413"/>
                  <a:pt x="226814" y="365024"/>
                  <a:pt x="244000" y="360604"/>
                </a:cubicBezTo>
                <a:lnTo>
                  <a:pt x="277680" y="349812"/>
                </a:lnTo>
                <a:lnTo>
                  <a:pt x="247375" y="356815"/>
                </a:lnTo>
                <a:cubicBezTo>
                  <a:pt x="237369" y="358185"/>
                  <a:pt x="227256" y="358602"/>
                  <a:pt x="217172" y="358057"/>
                </a:cubicBezTo>
                <a:cubicBezTo>
                  <a:pt x="196093" y="356998"/>
                  <a:pt x="175394" y="352001"/>
                  <a:pt x="156138" y="343323"/>
                </a:cubicBezTo>
                <a:cubicBezTo>
                  <a:pt x="127518" y="330429"/>
                  <a:pt x="102944" y="309934"/>
                  <a:pt x="85065" y="284051"/>
                </a:cubicBezTo>
                <a:cubicBezTo>
                  <a:pt x="84876" y="283777"/>
                  <a:pt x="84667" y="283525"/>
                  <a:pt x="84499" y="283251"/>
                </a:cubicBezTo>
                <a:cubicBezTo>
                  <a:pt x="83388" y="281462"/>
                  <a:pt x="83702" y="280768"/>
                  <a:pt x="85798" y="280768"/>
                </a:cubicBezTo>
                <a:cubicBezTo>
                  <a:pt x="97955" y="280768"/>
                  <a:pt x="110090" y="280768"/>
                  <a:pt x="122226" y="280768"/>
                </a:cubicBezTo>
                <a:cubicBezTo>
                  <a:pt x="123646" y="280875"/>
                  <a:pt x="124955" y="281578"/>
                  <a:pt x="125831" y="282704"/>
                </a:cubicBezTo>
                <a:cubicBezTo>
                  <a:pt x="133821" y="290881"/>
                  <a:pt x="142741" y="298088"/>
                  <a:pt x="152407" y="304173"/>
                </a:cubicBezTo>
                <a:cubicBezTo>
                  <a:pt x="168993" y="314500"/>
                  <a:pt x="187563" y="321191"/>
                  <a:pt x="206902" y="323811"/>
                </a:cubicBezTo>
                <a:cubicBezTo>
                  <a:pt x="203192" y="321138"/>
                  <a:pt x="199902" y="318507"/>
                  <a:pt x="196548" y="316002"/>
                </a:cubicBezTo>
                <a:cubicBezTo>
                  <a:pt x="186802" y="308699"/>
                  <a:pt x="177119" y="301290"/>
                  <a:pt x="167393" y="293965"/>
                </a:cubicBezTo>
                <a:cubicBezTo>
                  <a:pt x="154168" y="283904"/>
                  <a:pt x="140901" y="273780"/>
                  <a:pt x="127571" y="263740"/>
                </a:cubicBezTo>
                <a:cubicBezTo>
                  <a:pt x="126795" y="263150"/>
                  <a:pt x="125433" y="262687"/>
                  <a:pt x="125789" y="261466"/>
                </a:cubicBezTo>
                <a:cubicBezTo>
                  <a:pt x="126145" y="260246"/>
                  <a:pt x="127529" y="260666"/>
                  <a:pt x="128472" y="260666"/>
                </a:cubicBezTo>
                <a:cubicBezTo>
                  <a:pt x="143751" y="260666"/>
                  <a:pt x="159010" y="260666"/>
                  <a:pt x="174289" y="260666"/>
                </a:cubicBezTo>
                <a:cubicBezTo>
                  <a:pt x="176224" y="260587"/>
                  <a:pt x="178058" y="261538"/>
                  <a:pt x="179110" y="263171"/>
                </a:cubicBezTo>
                <a:cubicBezTo>
                  <a:pt x="193928" y="283378"/>
                  <a:pt x="208914" y="303289"/>
                  <a:pt x="223795" y="323369"/>
                </a:cubicBezTo>
                <a:cubicBezTo>
                  <a:pt x="225221" y="325348"/>
                  <a:pt x="225304" y="325327"/>
                  <a:pt x="226772" y="323369"/>
                </a:cubicBezTo>
                <a:cubicBezTo>
                  <a:pt x="241584" y="303557"/>
                  <a:pt x="256310" y="283742"/>
                  <a:pt x="270954" y="263929"/>
                </a:cubicBezTo>
                <a:cubicBezTo>
                  <a:pt x="272283" y="261856"/>
                  <a:pt x="274624" y="260664"/>
                  <a:pt x="277074" y="260814"/>
                </a:cubicBezTo>
                <a:cubicBezTo>
                  <a:pt x="292018" y="260814"/>
                  <a:pt x="306983" y="260814"/>
                  <a:pt x="321928" y="260814"/>
                </a:cubicBezTo>
                <a:cubicBezTo>
                  <a:pt x="322934" y="260814"/>
                  <a:pt x="324568" y="260498"/>
                  <a:pt x="324799" y="261614"/>
                </a:cubicBezTo>
                <a:cubicBezTo>
                  <a:pt x="325030" y="262729"/>
                  <a:pt x="323730" y="263234"/>
                  <a:pt x="322934" y="263824"/>
                </a:cubicBezTo>
                <a:lnTo>
                  <a:pt x="269298" y="304447"/>
                </a:lnTo>
                <a:cubicBezTo>
                  <a:pt x="261082" y="310677"/>
                  <a:pt x="252803" y="316844"/>
                  <a:pt x="244650" y="323159"/>
                </a:cubicBezTo>
                <a:cubicBezTo>
                  <a:pt x="244342" y="323331"/>
                  <a:pt x="244088" y="323586"/>
                  <a:pt x="243916" y="323895"/>
                </a:cubicBezTo>
                <a:cubicBezTo>
                  <a:pt x="268192" y="320507"/>
                  <a:pt x="291142" y="310734"/>
                  <a:pt x="310442" y="295565"/>
                </a:cubicBezTo>
                <a:cubicBezTo>
                  <a:pt x="315749" y="291353"/>
                  <a:pt x="320762" y="286781"/>
                  <a:pt x="325449" y="281883"/>
                </a:cubicBezTo>
                <a:cubicBezTo>
                  <a:pt x="326298" y="281079"/>
                  <a:pt x="327455" y="280694"/>
                  <a:pt x="328614" y="280831"/>
                </a:cubicBezTo>
                <a:cubicBezTo>
                  <a:pt x="337710" y="280831"/>
                  <a:pt x="346785" y="280704"/>
                  <a:pt x="355861" y="280831"/>
                </a:cubicBezTo>
                <a:cubicBezTo>
                  <a:pt x="357919" y="281003"/>
                  <a:pt x="359891" y="279961"/>
                  <a:pt x="360912" y="278158"/>
                </a:cubicBezTo>
                <a:cubicBezTo>
                  <a:pt x="371568" y="262456"/>
                  <a:pt x="379537" y="245076"/>
                  <a:pt x="384491" y="226737"/>
                </a:cubicBezTo>
                <a:cubicBezTo>
                  <a:pt x="387315" y="216183"/>
                  <a:pt x="389153" y="205387"/>
                  <a:pt x="389983" y="194491"/>
                </a:cubicBezTo>
                <a:cubicBezTo>
                  <a:pt x="390318" y="190281"/>
                  <a:pt x="390507" y="186071"/>
                  <a:pt x="390507" y="181862"/>
                </a:cubicBezTo>
                <a:cubicBezTo>
                  <a:pt x="390501" y="172251"/>
                  <a:pt x="389715" y="162655"/>
                  <a:pt x="388159" y="153173"/>
                </a:cubicBezTo>
                <a:cubicBezTo>
                  <a:pt x="385212" y="135768"/>
                  <a:pt x="379650" y="118913"/>
                  <a:pt x="371664" y="103183"/>
                </a:cubicBezTo>
                <a:cubicBezTo>
                  <a:pt x="365936" y="91914"/>
                  <a:pt x="358969" y="81324"/>
                  <a:pt x="350893" y="71611"/>
                </a:cubicBezTo>
                <a:cubicBezTo>
                  <a:pt x="343746" y="63084"/>
                  <a:pt x="335794" y="55274"/>
                  <a:pt x="327146" y="48289"/>
                </a:cubicBezTo>
                <a:cubicBezTo>
                  <a:pt x="326002" y="47268"/>
                  <a:pt x="324397" y="46953"/>
                  <a:pt x="322955" y="47469"/>
                </a:cubicBezTo>
                <a:close/>
                <a:moveTo>
                  <a:pt x="279044" y="15391"/>
                </a:moveTo>
                <a:cubicBezTo>
                  <a:pt x="280107" y="14960"/>
                  <a:pt x="281293" y="14960"/>
                  <a:pt x="282356" y="15391"/>
                </a:cubicBezTo>
                <a:cubicBezTo>
                  <a:pt x="284473" y="16296"/>
                  <a:pt x="286694" y="17075"/>
                  <a:pt x="288790" y="17896"/>
                </a:cubicBezTo>
                <a:cubicBezTo>
                  <a:pt x="288958" y="17959"/>
                  <a:pt x="289126" y="18085"/>
                  <a:pt x="289650" y="18380"/>
                </a:cubicBezTo>
                <a:cubicBezTo>
                  <a:pt x="281266" y="21200"/>
                  <a:pt x="273217" y="23852"/>
                  <a:pt x="265211" y="26947"/>
                </a:cubicBezTo>
                <a:cubicBezTo>
                  <a:pt x="257204" y="30041"/>
                  <a:pt x="249282" y="33282"/>
                  <a:pt x="241422" y="36755"/>
                </a:cubicBezTo>
                <a:cubicBezTo>
                  <a:pt x="233562" y="40228"/>
                  <a:pt x="225807" y="43911"/>
                  <a:pt x="218115" y="47742"/>
                </a:cubicBezTo>
                <a:cubicBezTo>
                  <a:pt x="210429" y="51601"/>
                  <a:pt x="202835" y="55635"/>
                  <a:pt x="195332" y="59845"/>
                </a:cubicBezTo>
                <a:cubicBezTo>
                  <a:pt x="187814" y="64069"/>
                  <a:pt x="180403" y="68454"/>
                  <a:pt x="173094" y="73000"/>
                </a:cubicBezTo>
                <a:cubicBezTo>
                  <a:pt x="165785" y="77547"/>
                  <a:pt x="158569" y="82254"/>
                  <a:pt x="151443" y="87124"/>
                </a:cubicBezTo>
                <a:cubicBezTo>
                  <a:pt x="144373" y="92007"/>
                  <a:pt x="137386" y="97044"/>
                  <a:pt x="130483" y="102236"/>
                </a:cubicBezTo>
                <a:cubicBezTo>
                  <a:pt x="123581" y="107428"/>
                  <a:pt x="116804" y="112781"/>
                  <a:pt x="110153" y="118296"/>
                </a:cubicBezTo>
                <a:cubicBezTo>
                  <a:pt x="103516" y="123796"/>
                  <a:pt x="96990" y="129466"/>
                  <a:pt x="90577" y="135303"/>
                </a:cubicBezTo>
                <a:cubicBezTo>
                  <a:pt x="84163" y="141140"/>
                  <a:pt x="77910" y="147132"/>
                  <a:pt x="71818" y="153278"/>
                </a:cubicBezTo>
                <a:cubicBezTo>
                  <a:pt x="65740" y="159424"/>
                  <a:pt x="59850" y="165739"/>
                  <a:pt x="53814" y="172474"/>
                </a:cubicBezTo>
                <a:cubicBezTo>
                  <a:pt x="53793" y="170496"/>
                  <a:pt x="53940" y="169043"/>
                  <a:pt x="53940" y="167612"/>
                </a:cubicBezTo>
                <a:cubicBezTo>
                  <a:pt x="53730" y="163739"/>
                  <a:pt x="55616" y="161129"/>
                  <a:pt x="58131" y="158456"/>
                </a:cubicBezTo>
                <a:cubicBezTo>
                  <a:pt x="80821" y="134501"/>
                  <a:pt x="105627" y="112661"/>
                  <a:pt x="132244" y="93206"/>
                </a:cubicBezTo>
                <a:cubicBezTo>
                  <a:pt x="156774" y="75183"/>
                  <a:pt x="182675" y="59123"/>
                  <a:pt x="209710" y="45174"/>
                </a:cubicBezTo>
                <a:cubicBezTo>
                  <a:pt x="232078" y="33585"/>
                  <a:pt x="255249" y="23631"/>
                  <a:pt x="279044" y="15391"/>
                </a:cubicBezTo>
                <a:close/>
                <a:moveTo>
                  <a:pt x="261648" y="9456"/>
                </a:moveTo>
                <a:cubicBezTo>
                  <a:pt x="264037" y="10193"/>
                  <a:pt x="266469" y="10698"/>
                  <a:pt x="268900" y="11287"/>
                </a:cubicBezTo>
                <a:cubicBezTo>
                  <a:pt x="269067" y="11351"/>
                  <a:pt x="269227" y="11429"/>
                  <a:pt x="269382" y="11519"/>
                </a:cubicBezTo>
                <a:cubicBezTo>
                  <a:pt x="269005" y="12087"/>
                  <a:pt x="268376" y="12108"/>
                  <a:pt x="267852" y="12298"/>
                </a:cubicBezTo>
                <a:cubicBezTo>
                  <a:pt x="242275" y="21696"/>
                  <a:pt x="217451" y="33038"/>
                  <a:pt x="193593" y="46227"/>
                </a:cubicBezTo>
                <a:cubicBezTo>
                  <a:pt x="177984" y="54843"/>
                  <a:pt x="162747" y="64161"/>
                  <a:pt x="147880" y="74180"/>
                </a:cubicBezTo>
                <a:cubicBezTo>
                  <a:pt x="131120" y="85503"/>
                  <a:pt x="114947" y="97678"/>
                  <a:pt x="99422" y="110656"/>
                </a:cubicBezTo>
                <a:cubicBezTo>
                  <a:pt x="90437" y="118219"/>
                  <a:pt x="81690" y="126057"/>
                  <a:pt x="73180" y="134167"/>
                </a:cubicBezTo>
                <a:cubicBezTo>
                  <a:pt x="67605" y="139471"/>
                  <a:pt x="62261" y="145007"/>
                  <a:pt x="56853" y="150479"/>
                </a:cubicBezTo>
                <a:cubicBezTo>
                  <a:pt x="56769" y="150732"/>
                  <a:pt x="56602" y="150985"/>
                  <a:pt x="56371" y="150985"/>
                </a:cubicBezTo>
                <a:cubicBezTo>
                  <a:pt x="56015" y="151027"/>
                  <a:pt x="56036" y="150690"/>
                  <a:pt x="56057" y="150458"/>
                </a:cubicBezTo>
                <a:cubicBezTo>
                  <a:pt x="56043" y="150016"/>
                  <a:pt x="56167" y="149583"/>
                  <a:pt x="56413" y="149217"/>
                </a:cubicBezTo>
                <a:cubicBezTo>
                  <a:pt x="56806" y="146377"/>
                  <a:pt x="57380" y="143563"/>
                  <a:pt x="58132" y="140797"/>
                </a:cubicBezTo>
                <a:cubicBezTo>
                  <a:pt x="58380" y="140120"/>
                  <a:pt x="58808" y="139524"/>
                  <a:pt x="59368" y="139071"/>
                </a:cubicBezTo>
                <a:cubicBezTo>
                  <a:pt x="66760" y="131690"/>
                  <a:pt x="74354" y="124491"/>
                  <a:pt x="82151" y="117476"/>
                </a:cubicBezTo>
                <a:cubicBezTo>
                  <a:pt x="101750" y="100000"/>
                  <a:pt x="122497" y="83868"/>
                  <a:pt x="144254" y="69191"/>
                </a:cubicBezTo>
                <a:cubicBezTo>
                  <a:pt x="163134" y="56408"/>
                  <a:pt x="182729" y="44722"/>
                  <a:pt x="202940" y="34188"/>
                </a:cubicBezTo>
                <a:cubicBezTo>
                  <a:pt x="220404" y="25119"/>
                  <a:pt x="238335" y="16989"/>
                  <a:pt x="256660" y="9835"/>
                </a:cubicBezTo>
                <a:cubicBezTo>
                  <a:pt x="258227" y="9124"/>
                  <a:pt x="259992" y="8990"/>
                  <a:pt x="261648" y="9456"/>
                </a:cubicBezTo>
                <a:close/>
                <a:moveTo>
                  <a:pt x="245404" y="6677"/>
                </a:moveTo>
                <a:cubicBezTo>
                  <a:pt x="245634" y="6614"/>
                  <a:pt x="246158" y="6256"/>
                  <a:pt x="246033" y="6825"/>
                </a:cubicBezTo>
                <a:cubicBezTo>
                  <a:pt x="245907" y="7393"/>
                  <a:pt x="245488" y="7393"/>
                  <a:pt x="245027" y="7393"/>
                </a:cubicBezTo>
                <a:cubicBezTo>
                  <a:pt x="236643" y="10887"/>
                  <a:pt x="228301" y="14528"/>
                  <a:pt x="220064" y="18401"/>
                </a:cubicBezTo>
                <a:cubicBezTo>
                  <a:pt x="203994" y="25993"/>
                  <a:pt x="188275" y="34293"/>
                  <a:pt x="172905" y="43301"/>
                </a:cubicBezTo>
                <a:cubicBezTo>
                  <a:pt x="147433" y="58287"/>
                  <a:pt x="123089" y="75129"/>
                  <a:pt x="100071" y="93691"/>
                </a:cubicBezTo>
                <a:cubicBezTo>
                  <a:pt x="88166" y="103268"/>
                  <a:pt x="76638" y="113308"/>
                  <a:pt x="65572" y="123916"/>
                </a:cubicBezTo>
                <a:lnTo>
                  <a:pt x="62407" y="126842"/>
                </a:lnTo>
                <a:cubicBezTo>
                  <a:pt x="62176" y="122148"/>
                  <a:pt x="74501" y="95754"/>
                  <a:pt x="82507" y="83546"/>
                </a:cubicBezTo>
                <a:cubicBezTo>
                  <a:pt x="91237" y="70196"/>
                  <a:pt x="101729" y="58095"/>
                  <a:pt x="113695" y="47574"/>
                </a:cubicBezTo>
                <a:cubicBezTo>
                  <a:pt x="125704" y="37085"/>
                  <a:pt x="139107" y="28323"/>
                  <a:pt x="153518" y="21538"/>
                </a:cubicBezTo>
                <a:cubicBezTo>
                  <a:pt x="167768" y="14781"/>
                  <a:pt x="182897" y="10076"/>
                  <a:pt x="198455" y="7561"/>
                </a:cubicBezTo>
                <a:cubicBezTo>
                  <a:pt x="213981" y="5016"/>
                  <a:pt x="229793" y="4718"/>
                  <a:pt x="245404" y="6677"/>
                </a:cubicBezTo>
                <a:close/>
                <a:moveTo>
                  <a:pt x="416266" y="131"/>
                </a:moveTo>
                <a:cubicBezTo>
                  <a:pt x="431122" y="1575"/>
                  <a:pt x="442595" y="13881"/>
                  <a:pt x="443052" y="28862"/>
                </a:cubicBezTo>
                <a:cubicBezTo>
                  <a:pt x="442977" y="30144"/>
                  <a:pt x="443767" y="31318"/>
                  <a:pt x="444980" y="31724"/>
                </a:cubicBezTo>
                <a:cubicBezTo>
                  <a:pt x="453519" y="35548"/>
                  <a:pt x="461323" y="40849"/>
                  <a:pt x="468036" y="47384"/>
                </a:cubicBezTo>
                <a:cubicBezTo>
                  <a:pt x="477738" y="56923"/>
                  <a:pt x="484430" y="69119"/>
                  <a:pt x="487277" y="82451"/>
                </a:cubicBezTo>
                <a:cubicBezTo>
                  <a:pt x="489207" y="91549"/>
                  <a:pt x="489767" y="100886"/>
                  <a:pt x="488932" y="110150"/>
                </a:cubicBezTo>
                <a:cubicBezTo>
                  <a:pt x="487807" y="123049"/>
                  <a:pt x="484952" y="135737"/>
                  <a:pt x="480444" y="147869"/>
                </a:cubicBezTo>
                <a:cubicBezTo>
                  <a:pt x="475168" y="162253"/>
                  <a:pt x="468476" y="176074"/>
                  <a:pt x="460470" y="189123"/>
                </a:cubicBezTo>
                <a:cubicBezTo>
                  <a:pt x="453762" y="200176"/>
                  <a:pt x="446414" y="210824"/>
                  <a:pt x="438462" y="221012"/>
                </a:cubicBezTo>
                <a:cubicBezTo>
                  <a:pt x="438190" y="221369"/>
                  <a:pt x="437854" y="221685"/>
                  <a:pt x="437561" y="222022"/>
                </a:cubicBezTo>
                <a:cubicBezTo>
                  <a:pt x="436599" y="223510"/>
                  <a:pt x="435519" y="224918"/>
                  <a:pt x="434333" y="226232"/>
                </a:cubicBezTo>
                <a:cubicBezTo>
                  <a:pt x="434023" y="226802"/>
                  <a:pt x="433635" y="227326"/>
                  <a:pt x="433180" y="227789"/>
                </a:cubicBezTo>
                <a:cubicBezTo>
                  <a:pt x="432837" y="228469"/>
                  <a:pt x="432323" y="229050"/>
                  <a:pt x="431692" y="229473"/>
                </a:cubicBezTo>
                <a:cubicBezTo>
                  <a:pt x="431650" y="230083"/>
                  <a:pt x="431315" y="230483"/>
                  <a:pt x="430539" y="230799"/>
                </a:cubicBezTo>
                <a:cubicBezTo>
                  <a:pt x="430770" y="230115"/>
                  <a:pt x="431158" y="229494"/>
                  <a:pt x="431671" y="228989"/>
                </a:cubicBezTo>
                <a:lnTo>
                  <a:pt x="432803" y="227389"/>
                </a:lnTo>
                <a:cubicBezTo>
                  <a:pt x="433067" y="226783"/>
                  <a:pt x="433453" y="226240"/>
                  <a:pt x="433935" y="225789"/>
                </a:cubicBezTo>
                <a:cubicBezTo>
                  <a:pt x="434851" y="224165"/>
                  <a:pt x="435897" y="222615"/>
                  <a:pt x="437058" y="221159"/>
                </a:cubicBezTo>
                <a:cubicBezTo>
                  <a:pt x="439929" y="216423"/>
                  <a:pt x="443136" y="211940"/>
                  <a:pt x="445945" y="207183"/>
                </a:cubicBezTo>
                <a:cubicBezTo>
                  <a:pt x="453589" y="194691"/>
                  <a:pt x="460524" y="181775"/>
                  <a:pt x="466715" y="168496"/>
                </a:cubicBezTo>
                <a:cubicBezTo>
                  <a:pt x="471721" y="157743"/>
                  <a:pt x="475462" y="146442"/>
                  <a:pt x="477866" y="134819"/>
                </a:cubicBezTo>
                <a:cubicBezTo>
                  <a:pt x="479557" y="126606"/>
                  <a:pt x="480261" y="118216"/>
                  <a:pt x="479962" y="109835"/>
                </a:cubicBezTo>
                <a:cubicBezTo>
                  <a:pt x="479685" y="98430"/>
                  <a:pt x="477082" y="87205"/>
                  <a:pt x="472312" y="76852"/>
                </a:cubicBezTo>
                <a:cubicBezTo>
                  <a:pt x="467095" y="66064"/>
                  <a:pt x="458969" y="56963"/>
                  <a:pt x="448858" y="50584"/>
                </a:cubicBezTo>
                <a:cubicBezTo>
                  <a:pt x="446272" y="48900"/>
                  <a:pt x="443593" y="47368"/>
                  <a:pt x="440831" y="45995"/>
                </a:cubicBezTo>
                <a:cubicBezTo>
                  <a:pt x="439384" y="45280"/>
                  <a:pt x="439384" y="45301"/>
                  <a:pt x="438462" y="46732"/>
                </a:cubicBezTo>
                <a:cubicBezTo>
                  <a:pt x="434377" y="53474"/>
                  <a:pt x="427664" y="58185"/>
                  <a:pt x="419955" y="59719"/>
                </a:cubicBezTo>
                <a:cubicBezTo>
                  <a:pt x="404254" y="63069"/>
                  <a:pt x="388759" y="53219"/>
                  <a:pt x="385057" y="37534"/>
                </a:cubicBezTo>
                <a:cubicBezTo>
                  <a:pt x="384659" y="36039"/>
                  <a:pt x="384659" y="36039"/>
                  <a:pt x="383087" y="36039"/>
                </a:cubicBezTo>
                <a:cubicBezTo>
                  <a:pt x="374729" y="36508"/>
                  <a:pt x="366408" y="37485"/>
                  <a:pt x="358166" y="38965"/>
                </a:cubicBezTo>
                <a:cubicBezTo>
                  <a:pt x="349971" y="40270"/>
                  <a:pt x="341839" y="41912"/>
                  <a:pt x="333707" y="43575"/>
                </a:cubicBezTo>
                <a:cubicBezTo>
                  <a:pt x="333378" y="43576"/>
                  <a:pt x="333074" y="43752"/>
                  <a:pt x="332910" y="44038"/>
                </a:cubicBezTo>
                <a:cubicBezTo>
                  <a:pt x="333015" y="44627"/>
                  <a:pt x="333665" y="44901"/>
                  <a:pt x="334105" y="45280"/>
                </a:cubicBezTo>
                <a:cubicBezTo>
                  <a:pt x="353098" y="61237"/>
                  <a:pt x="368476" y="81087"/>
                  <a:pt x="379210" y="103499"/>
                </a:cubicBezTo>
                <a:cubicBezTo>
                  <a:pt x="386818" y="119273"/>
                  <a:pt x="392085" y="136078"/>
                  <a:pt x="394845" y="153383"/>
                </a:cubicBezTo>
                <a:cubicBezTo>
                  <a:pt x="396864" y="165903"/>
                  <a:pt x="397509" y="178608"/>
                  <a:pt x="396774" y="191270"/>
                </a:cubicBezTo>
                <a:cubicBezTo>
                  <a:pt x="395223" y="221224"/>
                  <a:pt x="386128" y="250294"/>
                  <a:pt x="370344" y="275758"/>
                </a:cubicBezTo>
                <a:cubicBezTo>
                  <a:pt x="360587" y="291612"/>
                  <a:pt x="348334" y="305773"/>
                  <a:pt x="334063" y="317686"/>
                </a:cubicBezTo>
                <a:cubicBezTo>
                  <a:pt x="329242" y="321706"/>
                  <a:pt x="324233" y="325432"/>
                  <a:pt x="319098" y="328968"/>
                </a:cubicBezTo>
                <a:cubicBezTo>
                  <a:pt x="317337" y="330147"/>
                  <a:pt x="315325" y="330884"/>
                  <a:pt x="313670" y="332252"/>
                </a:cubicBezTo>
                <a:cubicBezTo>
                  <a:pt x="313552" y="332694"/>
                  <a:pt x="313265" y="333073"/>
                  <a:pt x="312873" y="333304"/>
                </a:cubicBezTo>
                <a:lnTo>
                  <a:pt x="307549" y="336630"/>
                </a:lnTo>
                <a:lnTo>
                  <a:pt x="304846" y="338166"/>
                </a:lnTo>
                <a:lnTo>
                  <a:pt x="301408" y="340145"/>
                </a:lnTo>
                <a:cubicBezTo>
                  <a:pt x="300323" y="340905"/>
                  <a:pt x="299172" y="341568"/>
                  <a:pt x="297971" y="342123"/>
                </a:cubicBezTo>
                <a:cubicBezTo>
                  <a:pt x="297321" y="342687"/>
                  <a:pt x="296567" y="343117"/>
                  <a:pt x="295749" y="343386"/>
                </a:cubicBezTo>
                <a:cubicBezTo>
                  <a:pt x="295676" y="343576"/>
                  <a:pt x="295489" y="343696"/>
                  <a:pt x="295288" y="343681"/>
                </a:cubicBezTo>
                <a:cubicBezTo>
                  <a:pt x="295141" y="343946"/>
                  <a:pt x="294856" y="344102"/>
                  <a:pt x="294554" y="344081"/>
                </a:cubicBezTo>
                <a:cubicBezTo>
                  <a:pt x="294399" y="344352"/>
                  <a:pt x="294112" y="344521"/>
                  <a:pt x="293800" y="344523"/>
                </a:cubicBezTo>
                <a:cubicBezTo>
                  <a:pt x="293655" y="344792"/>
                  <a:pt x="293370" y="344956"/>
                  <a:pt x="293066" y="344944"/>
                </a:cubicBezTo>
                <a:cubicBezTo>
                  <a:pt x="292995" y="345125"/>
                  <a:pt x="292819" y="345243"/>
                  <a:pt x="292626" y="345238"/>
                </a:cubicBezTo>
                <a:cubicBezTo>
                  <a:pt x="287994" y="348122"/>
                  <a:pt x="283174" y="350711"/>
                  <a:pt x="278395" y="353300"/>
                </a:cubicBezTo>
                <a:cubicBezTo>
                  <a:pt x="256599" y="365194"/>
                  <a:pt x="233948" y="375438"/>
                  <a:pt x="210633" y="383946"/>
                </a:cubicBezTo>
                <a:cubicBezTo>
                  <a:pt x="192968" y="390402"/>
                  <a:pt x="174859" y="395565"/>
                  <a:pt x="156453" y="399396"/>
                </a:cubicBezTo>
                <a:cubicBezTo>
                  <a:pt x="147817" y="401220"/>
                  <a:pt x="139119" y="402622"/>
                  <a:pt x="130358" y="403605"/>
                </a:cubicBezTo>
                <a:cubicBezTo>
                  <a:pt x="118577" y="404992"/>
                  <a:pt x="106705" y="405449"/>
                  <a:pt x="94853" y="404973"/>
                </a:cubicBezTo>
                <a:cubicBezTo>
                  <a:pt x="80530" y="404529"/>
                  <a:pt x="66356" y="401917"/>
                  <a:pt x="52808" y="397228"/>
                </a:cubicBezTo>
                <a:cubicBezTo>
                  <a:pt x="41327" y="393306"/>
                  <a:pt x="30799" y="386994"/>
                  <a:pt x="21914" y="378705"/>
                </a:cubicBezTo>
                <a:cubicBezTo>
                  <a:pt x="11426" y="368621"/>
                  <a:pt x="4352" y="355489"/>
                  <a:pt x="1688" y="341155"/>
                </a:cubicBezTo>
                <a:cubicBezTo>
                  <a:pt x="-172" y="331366"/>
                  <a:pt x="-498" y="321347"/>
                  <a:pt x="724" y="311456"/>
                </a:cubicBezTo>
                <a:cubicBezTo>
                  <a:pt x="2699" y="295445"/>
                  <a:pt x="7095" y="279829"/>
                  <a:pt x="13761" y="265150"/>
                </a:cubicBezTo>
                <a:cubicBezTo>
                  <a:pt x="21442" y="247897"/>
                  <a:pt x="30904" y="231502"/>
                  <a:pt x="41993" y="216234"/>
                </a:cubicBezTo>
                <a:cubicBezTo>
                  <a:pt x="55802" y="197029"/>
                  <a:pt x="71229" y="179050"/>
                  <a:pt x="88104" y="162497"/>
                </a:cubicBezTo>
                <a:cubicBezTo>
                  <a:pt x="113892" y="137157"/>
                  <a:pt x="142171" y="114505"/>
                  <a:pt x="172508" y="94890"/>
                </a:cubicBezTo>
                <a:cubicBezTo>
                  <a:pt x="195316" y="79990"/>
                  <a:pt x="219207" y="66833"/>
                  <a:pt x="243979" y="55530"/>
                </a:cubicBezTo>
                <a:cubicBezTo>
                  <a:pt x="267374" y="44765"/>
                  <a:pt x="291670" y="36095"/>
                  <a:pt x="316583" y="29620"/>
                </a:cubicBezTo>
                <a:cubicBezTo>
                  <a:pt x="330194" y="26085"/>
                  <a:pt x="344033" y="23497"/>
                  <a:pt x="357999" y="21874"/>
                </a:cubicBezTo>
                <a:cubicBezTo>
                  <a:pt x="366053" y="20902"/>
                  <a:pt x="374156" y="20382"/>
                  <a:pt x="382270" y="20316"/>
                </a:cubicBezTo>
                <a:cubicBezTo>
                  <a:pt x="382521" y="20316"/>
                  <a:pt x="382773" y="20316"/>
                  <a:pt x="383024" y="20316"/>
                </a:cubicBezTo>
                <a:cubicBezTo>
                  <a:pt x="385015" y="20443"/>
                  <a:pt x="386043" y="19622"/>
                  <a:pt x="386923" y="17622"/>
                </a:cubicBezTo>
                <a:cubicBezTo>
                  <a:pt x="391878" y="6006"/>
                  <a:pt x="403739" y="-1064"/>
                  <a:pt x="416266" y="131"/>
                </a:cubicBezTo>
                <a:close/>
              </a:path>
            </a:pathLst>
          </a:custGeom>
          <a:solidFill>
            <a:srgbClr val="376DB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48" name="Google Shape;448;p31"/>
          <p:cNvSpPr/>
          <p:nvPr/>
        </p:nvSpPr>
        <p:spPr>
          <a:xfrm>
            <a:off x="92963" y="6542941"/>
            <a:ext cx="280476" cy="28047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grpSp>
        <p:nvGrpSpPr>
          <p:cNvPr id="450" name="Google Shape;450;p31"/>
          <p:cNvGrpSpPr/>
          <p:nvPr/>
        </p:nvGrpSpPr>
        <p:grpSpPr>
          <a:xfrm rot="10800000">
            <a:off x="9265363" y="5246044"/>
            <a:ext cx="2869771" cy="1563379"/>
            <a:chOff x="44879" y="27296"/>
            <a:chExt cx="2869771" cy="1563379"/>
          </a:xfrm>
        </p:grpSpPr>
        <p:cxnSp>
          <p:nvCxnSpPr>
            <p:cNvPr id="451" name="Google Shape;451;p31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52" name="Google Shape;452;p31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53" name="Google Shape;453;p31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454" name="Google Shape;454;p31"/>
          <p:cNvSpPr/>
          <p:nvPr>
            <p:ph idx="1"/>
          </p:nvPr>
        </p:nvSpPr>
        <p:spPr>
          <a:xfrm>
            <a:off x="771525" y="2324100"/>
            <a:ext cx="10582275" cy="3848100"/>
          </a:xfrm>
          <a:prstGeom prst="roundRect">
            <a:avLst>
              <a:gd fmla="val 574" name="adj"/>
            </a:avLst>
          </a:prstGeom>
          <a:noFill/>
          <a:ln>
            <a:noFill/>
          </a:ln>
        </p:spPr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rang trong 1">
  <p:cSld name="Trang trong 1">
    <p:spTree>
      <p:nvGrpSpPr>
        <p:cNvPr id="455" name="Shape 4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6" name="Google Shape;456;p32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457" name="Google Shape;457;p32"/>
          <p:cNvGrpSpPr/>
          <p:nvPr/>
        </p:nvGrpSpPr>
        <p:grpSpPr>
          <a:xfrm rot="10800000">
            <a:off x="9263702" y="5930537"/>
            <a:ext cx="2869771" cy="886519"/>
            <a:chOff x="44879" y="27296"/>
            <a:chExt cx="2869771" cy="886519"/>
          </a:xfrm>
        </p:grpSpPr>
        <p:cxnSp>
          <p:nvCxnSpPr>
            <p:cNvPr id="458" name="Google Shape;458;p32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459" name="Google Shape;459;p32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460" name="Google Shape;460;p32"/>
            <p:cNvCxnSpPr/>
            <p:nvPr/>
          </p:nvCxnSpPr>
          <p:spPr>
            <a:xfrm rot="10800000">
              <a:off x="52214" y="654128"/>
              <a:ext cx="0" cy="259687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</p:grpSp>
      <p:sp>
        <p:nvSpPr>
          <p:cNvPr id="461" name="Google Shape;461;p32"/>
          <p:cNvSpPr/>
          <p:nvPr/>
        </p:nvSpPr>
        <p:spPr>
          <a:xfrm>
            <a:off x="22186" y="6583140"/>
            <a:ext cx="233916" cy="233916"/>
          </a:xfrm>
          <a:prstGeom prst="ellipse">
            <a:avLst/>
          </a:prstGeom>
          <a:gradFill>
            <a:gsLst>
              <a:gs pos="0">
                <a:srgbClr val="0072FF"/>
              </a:gs>
              <a:gs pos="99000">
                <a:srgbClr val="00C6FF"/>
              </a:gs>
              <a:gs pos="100000">
                <a:srgbClr val="00C6FF"/>
              </a:gs>
            </a:gsLst>
            <a:lin ang="270000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62" name="Google Shape;462;p32"/>
          <p:cNvSpPr txBox="1"/>
          <p:nvPr>
            <p:ph idx="12" type="sldNum"/>
          </p:nvPr>
        </p:nvSpPr>
        <p:spPr>
          <a:xfrm>
            <a:off x="-2005" y="6566400"/>
            <a:ext cx="291600" cy="291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463" name="Google Shape;463;p32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464" name="Google Shape;464;p32"/>
          <p:cNvGrpSpPr/>
          <p:nvPr/>
        </p:nvGrpSpPr>
        <p:grpSpPr>
          <a:xfrm>
            <a:off x="58527" y="40944"/>
            <a:ext cx="2869771" cy="886519"/>
            <a:chOff x="44879" y="27296"/>
            <a:chExt cx="2869771" cy="886519"/>
          </a:xfrm>
        </p:grpSpPr>
        <p:cxnSp>
          <p:nvCxnSpPr>
            <p:cNvPr id="465" name="Google Shape;465;p32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66" name="Google Shape;466;p32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67" name="Google Shape;467;p32"/>
            <p:cNvCxnSpPr/>
            <p:nvPr/>
          </p:nvCxnSpPr>
          <p:spPr>
            <a:xfrm rot="10800000">
              <a:off x="52214" y="654128"/>
              <a:ext cx="0" cy="25968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468" name="Google Shape;468;p32"/>
          <p:cNvSpPr/>
          <p:nvPr/>
        </p:nvSpPr>
        <p:spPr>
          <a:xfrm>
            <a:off x="11589537" y="105878"/>
            <a:ext cx="489307" cy="405155"/>
          </a:xfrm>
          <a:custGeom>
            <a:rect b="b" l="l" r="r" t="t"/>
            <a:pathLst>
              <a:path extrusionOk="0" h="405155" w="489307">
                <a:moveTo>
                  <a:pt x="278290" y="349616"/>
                </a:moveTo>
                <a:lnTo>
                  <a:pt x="277683" y="349811"/>
                </a:lnTo>
                <a:lnTo>
                  <a:pt x="277976" y="349743"/>
                </a:lnTo>
                <a:close/>
                <a:moveTo>
                  <a:pt x="173116" y="214928"/>
                </a:moveTo>
                <a:cubicBezTo>
                  <a:pt x="186639" y="218079"/>
                  <a:pt x="199843" y="222476"/>
                  <a:pt x="212561" y="228062"/>
                </a:cubicBezTo>
                <a:cubicBezTo>
                  <a:pt x="213178" y="228246"/>
                  <a:pt x="213754" y="228547"/>
                  <a:pt x="214259" y="228947"/>
                </a:cubicBezTo>
                <a:cubicBezTo>
                  <a:pt x="214217" y="229557"/>
                  <a:pt x="213672" y="229599"/>
                  <a:pt x="213316" y="229788"/>
                </a:cubicBezTo>
                <a:cubicBezTo>
                  <a:pt x="202362" y="236025"/>
                  <a:pt x="191918" y="243127"/>
                  <a:pt x="182086" y="251026"/>
                </a:cubicBezTo>
                <a:cubicBezTo>
                  <a:pt x="181512" y="251550"/>
                  <a:pt x="180766" y="251843"/>
                  <a:pt x="179990" y="251847"/>
                </a:cubicBezTo>
                <a:lnTo>
                  <a:pt x="156055" y="251847"/>
                </a:lnTo>
                <a:cubicBezTo>
                  <a:pt x="155735" y="251891"/>
                  <a:pt x="155409" y="251824"/>
                  <a:pt x="155132" y="251658"/>
                </a:cubicBezTo>
                <a:cubicBezTo>
                  <a:pt x="155074" y="251207"/>
                  <a:pt x="155162" y="250748"/>
                  <a:pt x="155384" y="250353"/>
                </a:cubicBezTo>
                <a:cubicBezTo>
                  <a:pt x="159232" y="238513"/>
                  <a:pt x="164239" y="227084"/>
                  <a:pt x="170328" y="216233"/>
                </a:cubicBezTo>
                <a:cubicBezTo>
                  <a:pt x="171292" y="214507"/>
                  <a:pt x="171313" y="214507"/>
                  <a:pt x="173116" y="214928"/>
                </a:cubicBezTo>
                <a:close/>
                <a:moveTo>
                  <a:pt x="277908" y="214851"/>
                </a:moveTo>
                <a:cubicBezTo>
                  <a:pt x="278730" y="214533"/>
                  <a:pt x="279652" y="214946"/>
                  <a:pt x="279966" y="215771"/>
                </a:cubicBezTo>
                <a:cubicBezTo>
                  <a:pt x="286223" y="226906"/>
                  <a:pt x="291362" y="238640"/>
                  <a:pt x="295308" y="250795"/>
                </a:cubicBezTo>
                <a:cubicBezTo>
                  <a:pt x="295455" y="251088"/>
                  <a:pt x="295499" y="251423"/>
                  <a:pt x="295434" y="251743"/>
                </a:cubicBezTo>
                <a:cubicBezTo>
                  <a:pt x="294948" y="251907"/>
                  <a:pt x="294432" y="251957"/>
                  <a:pt x="293925" y="251890"/>
                </a:cubicBezTo>
                <a:cubicBezTo>
                  <a:pt x="286191" y="251890"/>
                  <a:pt x="278520" y="251890"/>
                  <a:pt x="270870" y="251890"/>
                </a:cubicBezTo>
                <a:cubicBezTo>
                  <a:pt x="269914" y="251905"/>
                  <a:pt x="268985" y="251576"/>
                  <a:pt x="268250" y="250964"/>
                </a:cubicBezTo>
                <a:cubicBezTo>
                  <a:pt x="258573" y="243178"/>
                  <a:pt x="248290" y="236182"/>
                  <a:pt x="237502" y="230042"/>
                </a:cubicBezTo>
                <a:cubicBezTo>
                  <a:pt x="237020" y="229859"/>
                  <a:pt x="236588" y="229564"/>
                  <a:pt x="236245" y="229179"/>
                </a:cubicBezTo>
                <a:cubicBezTo>
                  <a:pt x="236350" y="228589"/>
                  <a:pt x="236874" y="228547"/>
                  <a:pt x="237251" y="228400"/>
                </a:cubicBezTo>
                <a:cubicBezTo>
                  <a:pt x="250332" y="222603"/>
                  <a:pt x="263932" y="218072"/>
                  <a:pt x="277870" y="214866"/>
                </a:cubicBezTo>
                <a:cubicBezTo>
                  <a:pt x="277883" y="214862"/>
                  <a:pt x="277895" y="214856"/>
                  <a:pt x="277908" y="214851"/>
                </a:cubicBezTo>
                <a:close/>
                <a:moveTo>
                  <a:pt x="151422" y="211056"/>
                </a:moveTo>
                <a:cubicBezTo>
                  <a:pt x="154692" y="211561"/>
                  <a:pt x="157982" y="212024"/>
                  <a:pt x="161566" y="212550"/>
                </a:cubicBezTo>
                <a:cubicBezTo>
                  <a:pt x="159177" y="217160"/>
                  <a:pt x="156830" y="221622"/>
                  <a:pt x="154797" y="226084"/>
                </a:cubicBezTo>
                <a:cubicBezTo>
                  <a:pt x="152764" y="230546"/>
                  <a:pt x="150982" y="235114"/>
                  <a:pt x="148886" y="239639"/>
                </a:cubicBezTo>
                <a:cubicBezTo>
                  <a:pt x="148760" y="238250"/>
                  <a:pt x="148530" y="236840"/>
                  <a:pt x="148530" y="235429"/>
                </a:cubicBezTo>
                <a:cubicBezTo>
                  <a:pt x="148302" y="227778"/>
                  <a:pt x="148673" y="220121"/>
                  <a:pt x="149641" y="212529"/>
                </a:cubicBezTo>
                <a:cubicBezTo>
                  <a:pt x="149850" y="210908"/>
                  <a:pt x="149913" y="210845"/>
                  <a:pt x="151422" y="211056"/>
                </a:cubicBezTo>
                <a:close/>
                <a:moveTo>
                  <a:pt x="299584" y="210929"/>
                </a:moveTo>
                <a:cubicBezTo>
                  <a:pt x="300465" y="210803"/>
                  <a:pt x="300800" y="211224"/>
                  <a:pt x="300800" y="212003"/>
                </a:cubicBezTo>
                <a:cubicBezTo>
                  <a:pt x="301093" y="214655"/>
                  <a:pt x="301492" y="217328"/>
                  <a:pt x="301680" y="219980"/>
                </a:cubicBezTo>
                <a:cubicBezTo>
                  <a:pt x="302219" y="226164"/>
                  <a:pt x="302227" y="232382"/>
                  <a:pt x="301701" y="238566"/>
                </a:cubicBezTo>
                <a:cubicBezTo>
                  <a:pt x="301825" y="238991"/>
                  <a:pt x="301825" y="239445"/>
                  <a:pt x="301701" y="239871"/>
                </a:cubicBezTo>
                <a:cubicBezTo>
                  <a:pt x="301093" y="239765"/>
                  <a:pt x="301093" y="239344"/>
                  <a:pt x="301093" y="238923"/>
                </a:cubicBezTo>
                <a:cubicBezTo>
                  <a:pt x="297648" y="229900"/>
                  <a:pt x="293609" y="221117"/>
                  <a:pt x="289000" y="212634"/>
                </a:cubicBezTo>
                <a:cubicBezTo>
                  <a:pt x="292647" y="211813"/>
                  <a:pt x="296126" y="211455"/>
                  <a:pt x="299584" y="210929"/>
                </a:cubicBezTo>
                <a:close/>
                <a:moveTo>
                  <a:pt x="112605" y="209436"/>
                </a:moveTo>
                <a:cubicBezTo>
                  <a:pt x="121492" y="209225"/>
                  <a:pt x="130358" y="209162"/>
                  <a:pt x="139224" y="209814"/>
                </a:cubicBezTo>
                <a:cubicBezTo>
                  <a:pt x="140397" y="209899"/>
                  <a:pt x="140544" y="209920"/>
                  <a:pt x="140397" y="211204"/>
                </a:cubicBezTo>
                <a:cubicBezTo>
                  <a:pt x="140041" y="214445"/>
                  <a:pt x="139685" y="217707"/>
                  <a:pt x="139475" y="220970"/>
                </a:cubicBezTo>
                <a:cubicBezTo>
                  <a:pt x="139059" y="227242"/>
                  <a:pt x="139052" y="233536"/>
                  <a:pt x="139454" y="239808"/>
                </a:cubicBezTo>
                <a:cubicBezTo>
                  <a:pt x="139706" y="243786"/>
                  <a:pt x="140167" y="247722"/>
                  <a:pt x="140670" y="251616"/>
                </a:cubicBezTo>
                <a:cubicBezTo>
                  <a:pt x="140179" y="251869"/>
                  <a:pt x="139621" y="251957"/>
                  <a:pt x="139077" y="251869"/>
                </a:cubicBezTo>
                <a:cubicBezTo>
                  <a:pt x="131615" y="251869"/>
                  <a:pt x="124133" y="251869"/>
                  <a:pt x="116671" y="251869"/>
                </a:cubicBezTo>
                <a:cubicBezTo>
                  <a:pt x="115649" y="251976"/>
                  <a:pt x="114660" y="251463"/>
                  <a:pt x="114156" y="250564"/>
                </a:cubicBezTo>
                <a:cubicBezTo>
                  <a:pt x="106186" y="238977"/>
                  <a:pt x="104682" y="224098"/>
                  <a:pt x="110174" y="211140"/>
                </a:cubicBezTo>
                <a:cubicBezTo>
                  <a:pt x="110472" y="210061"/>
                  <a:pt x="111492" y="209345"/>
                  <a:pt x="112605" y="209436"/>
                </a:cubicBezTo>
                <a:close/>
                <a:moveTo>
                  <a:pt x="337584" y="209372"/>
                </a:moveTo>
                <a:cubicBezTo>
                  <a:pt x="338953" y="209237"/>
                  <a:pt x="340213" y="210134"/>
                  <a:pt x="340539" y="211477"/>
                </a:cubicBezTo>
                <a:cubicBezTo>
                  <a:pt x="345851" y="224367"/>
                  <a:pt x="344272" y="239083"/>
                  <a:pt x="336348" y="250542"/>
                </a:cubicBezTo>
                <a:cubicBezTo>
                  <a:pt x="335962" y="251350"/>
                  <a:pt x="335145" y="251860"/>
                  <a:pt x="334252" y="251847"/>
                </a:cubicBezTo>
                <a:cubicBezTo>
                  <a:pt x="326518" y="251847"/>
                  <a:pt x="318805" y="251847"/>
                  <a:pt x="311070" y="251847"/>
                </a:cubicBezTo>
                <a:cubicBezTo>
                  <a:pt x="310666" y="251921"/>
                  <a:pt x="310247" y="251822"/>
                  <a:pt x="309918" y="251574"/>
                </a:cubicBezTo>
                <a:cubicBezTo>
                  <a:pt x="310190" y="249090"/>
                  <a:pt x="310463" y="246564"/>
                  <a:pt x="310735" y="244038"/>
                </a:cubicBezTo>
                <a:cubicBezTo>
                  <a:pt x="311452" y="236806"/>
                  <a:pt x="311592" y="229528"/>
                  <a:pt x="311154" y="222274"/>
                </a:cubicBezTo>
                <a:cubicBezTo>
                  <a:pt x="310945" y="218612"/>
                  <a:pt x="310567" y="214992"/>
                  <a:pt x="310169" y="211350"/>
                </a:cubicBezTo>
                <a:cubicBezTo>
                  <a:pt x="310023" y="209919"/>
                  <a:pt x="310043" y="209814"/>
                  <a:pt x="311343" y="209814"/>
                </a:cubicBezTo>
                <a:cubicBezTo>
                  <a:pt x="320083" y="209161"/>
                  <a:pt x="328823" y="209245"/>
                  <a:pt x="337584" y="209372"/>
                </a:cubicBezTo>
                <a:close/>
                <a:moveTo>
                  <a:pt x="223837" y="156099"/>
                </a:moveTo>
                <a:cubicBezTo>
                  <a:pt x="225577" y="154857"/>
                  <a:pt x="225137" y="154920"/>
                  <a:pt x="226772" y="156099"/>
                </a:cubicBezTo>
                <a:cubicBezTo>
                  <a:pt x="245080" y="169370"/>
                  <a:pt x="260831" y="185874"/>
                  <a:pt x="273260" y="204805"/>
                </a:cubicBezTo>
                <a:lnTo>
                  <a:pt x="273909" y="205920"/>
                </a:lnTo>
                <a:lnTo>
                  <a:pt x="270220" y="206888"/>
                </a:lnTo>
                <a:cubicBezTo>
                  <a:pt x="255205" y="210723"/>
                  <a:pt x="240613" y="216070"/>
                  <a:pt x="226667" y="222843"/>
                </a:cubicBezTo>
                <a:cubicBezTo>
                  <a:pt x="225843" y="223317"/>
                  <a:pt x="224829" y="223317"/>
                  <a:pt x="224005" y="222843"/>
                </a:cubicBezTo>
                <a:cubicBezTo>
                  <a:pt x="209195" y="215638"/>
                  <a:pt x="193660" y="210050"/>
                  <a:pt x="177664" y="206173"/>
                </a:cubicBezTo>
                <a:cubicBezTo>
                  <a:pt x="177441" y="206099"/>
                  <a:pt x="177223" y="206006"/>
                  <a:pt x="177014" y="205899"/>
                </a:cubicBezTo>
                <a:cubicBezTo>
                  <a:pt x="176783" y="205289"/>
                  <a:pt x="177202" y="204994"/>
                  <a:pt x="177433" y="204636"/>
                </a:cubicBezTo>
                <a:cubicBezTo>
                  <a:pt x="189845" y="185766"/>
                  <a:pt x="205569" y="169321"/>
                  <a:pt x="223837" y="156099"/>
                </a:cubicBezTo>
                <a:close/>
                <a:moveTo>
                  <a:pt x="190281" y="135577"/>
                </a:moveTo>
                <a:cubicBezTo>
                  <a:pt x="198967" y="139281"/>
                  <a:pt x="207373" y="143615"/>
                  <a:pt x="215432" y="148542"/>
                </a:cubicBezTo>
                <a:cubicBezTo>
                  <a:pt x="215810" y="148774"/>
                  <a:pt x="216166" y="149048"/>
                  <a:pt x="216732" y="149426"/>
                </a:cubicBezTo>
                <a:cubicBezTo>
                  <a:pt x="214196" y="151426"/>
                  <a:pt x="211806" y="153278"/>
                  <a:pt x="209459" y="155194"/>
                </a:cubicBezTo>
                <a:cubicBezTo>
                  <a:pt x="193209" y="168404"/>
                  <a:pt x="179212" y="184185"/>
                  <a:pt x="168022" y="201921"/>
                </a:cubicBezTo>
                <a:cubicBezTo>
                  <a:pt x="167418" y="203270"/>
                  <a:pt x="165893" y="203935"/>
                  <a:pt x="164501" y="203457"/>
                </a:cubicBezTo>
                <a:cubicBezTo>
                  <a:pt x="160875" y="202721"/>
                  <a:pt x="157186" y="202215"/>
                  <a:pt x="153539" y="201626"/>
                </a:cubicBezTo>
                <a:cubicBezTo>
                  <a:pt x="151653" y="201331"/>
                  <a:pt x="151653" y="201331"/>
                  <a:pt x="152051" y="199521"/>
                </a:cubicBezTo>
                <a:cubicBezTo>
                  <a:pt x="153707" y="192399"/>
                  <a:pt x="155957" y="185427"/>
                  <a:pt x="158779" y="178683"/>
                </a:cubicBezTo>
                <a:cubicBezTo>
                  <a:pt x="165364" y="162853"/>
                  <a:pt x="174937" y="148450"/>
                  <a:pt x="186969" y="136271"/>
                </a:cubicBezTo>
                <a:cubicBezTo>
                  <a:pt x="187741" y="135236"/>
                  <a:pt x="189160" y="134937"/>
                  <a:pt x="190281" y="135577"/>
                </a:cubicBezTo>
                <a:close/>
                <a:moveTo>
                  <a:pt x="260223" y="135514"/>
                </a:moveTo>
                <a:cubicBezTo>
                  <a:pt x="261329" y="134828"/>
                  <a:pt x="262773" y="135102"/>
                  <a:pt x="263555" y="136146"/>
                </a:cubicBezTo>
                <a:cubicBezTo>
                  <a:pt x="279501" y="152309"/>
                  <a:pt x="291048" y="172311"/>
                  <a:pt x="297090" y="194239"/>
                </a:cubicBezTo>
                <a:cubicBezTo>
                  <a:pt x="297614" y="196133"/>
                  <a:pt x="298075" y="198027"/>
                  <a:pt x="298536" y="199943"/>
                </a:cubicBezTo>
                <a:cubicBezTo>
                  <a:pt x="298830" y="201248"/>
                  <a:pt x="298788" y="201269"/>
                  <a:pt x="297384" y="201479"/>
                </a:cubicBezTo>
                <a:cubicBezTo>
                  <a:pt x="293297" y="202237"/>
                  <a:pt x="289189" y="202848"/>
                  <a:pt x="285101" y="203584"/>
                </a:cubicBezTo>
                <a:cubicBezTo>
                  <a:pt x="284261" y="203820"/>
                  <a:pt x="283374" y="203412"/>
                  <a:pt x="283006" y="202616"/>
                </a:cubicBezTo>
                <a:cubicBezTo>
                  <a:pt x="277902" y="194481"/>
                  <a:pt x="272199" y="186741"/>
                  <a:pt x="265945" y="179463"/>
                </a:cubicBezTo>
                <a:cubicBezTo>
                  <a:pt x="257022" y="169004"/>
                  <a:pt x="247027" y="159522"/>
                  <a:pt x="236119" y="151174"/>
                </a:cubicBezTo>
                <a:lnTo>
                  <a:pt x="233793" y="149364"/>
                </a:lnTo>
                <a:cubicBezTo>
                  <a:pt x="235813" y="147960"/>
                  <a:pt x="237911" y="146674"/>
                  <a:pt x="240081" y="145512"/>
                </a:cubicBezTo>
                <a:cubicBezTo>
                  <a:pt x="246591" y="141782"/>
                  <a:pt x="253316" y="138444"/>
                  <a:pt x="260223" y="135514"/>
                </a:cubicBezTo>
                <a:close/>
                <a:moveTo>
                  <a:pt x="322955" y="47469"/>
                </a:moveTo>
                <a:cubicBezTo>
                  <a:pt x="300264" y="54570"/>
                  <a:pt x="278009" y="63003"/>
                  <a:pt x="256303" y="72727"/>
                </a:cubicBezTo>
                <a:cubicBezTo>
                  <a:pt x="245153" y="77799"/>
                  <a:pt x="234128" y="83145"/>
                  <a:pt x="223376" y="89060"/>
                </a:cubicBezTo>
                <a:cubicBezTo>
                  <a:pt x="197303" y="103220"/>
                  <a:pt x="172759" y="120058"/>
                  <a:pt x="150144" y="139302"/>
                </a:cubicBezTo>
                <a:cubicBezTo>
                  <a:pt x="120830" y="164358"/>
                  <a:pt x="95293" y="193554"/>
                  <a:pt x="74334" y="225979"/>
                </a:cubicBezTo>
                <a:cubicBezTo>
                  <a:pt x="65749" y="239223"/>
                  <a:pt x="58928" y="253537"/>
                  <a:pt x="54045" y="268560"/>
                </a:cubicBezTo>
                <a:cubicBezTo>
                  <a:pt x="50376" y="279928"/>
                  <a:pt x="48876" y="291889"/>
                  <a:pt x="49622" y="303815"/>
                </a:cubicBezTo>
                <a:cubicBezTo>
                  <a:pt x="50381" y="318010"/>
                  <a:pt x="55442" y="331635"/>
                  <a:pt x="64126" y="342860"/>
                </a:cubicBezTo>
                <a:cubicBezTo>
                  <a:pt x="69755" y="349890"/>
                  <a:pt x="76705" y="355742"/>
                  <a:pt x="84583" y="360077"/>
                </a:cubicBezTo>
                <a:cubicBezTo>
                  <a:pt x="99400" y="368204"/>
                  <a:pt x="115709" y="373216"/>
                  <a:pt x="132517" y="374811"/>
                </a:cubicBezTo>
                <a:cubicBezTo>
                  <a:pt x="140389" y="375666"/>
                  <a:pt x="148317" y="375870"/>
                  <a:pt x="156222" y="375422"/>
                </a:cubicBezTo>
                <a:cubicBezTo>
                  <a:pt x="168209" y="374761"/>
                  <a:pt x="180147" y="373405"/>
                  <a:pt x="191979" y="371359"/>
                </a:cubicBezTo>
                <a:cubicBezTo>
                  <a:pt x="209438" y="368413"/>
                  <a:pt x="226814" y="365024"/>
                  <a:pt x="244000" y="360604"/>
                </a:cubicBezTo>
                <a:lnTo>
                  <a:pt x="277680" y="349812"/>
                </a:lnTo>
                <a:lnTo>
                  <a:pt x="247375" y="356815"/>
                </a:lnTo>
                <a:cubicBezTo>
                  <a:pt x="237369" y="358185"/>
                  <a:pt x="227256" y="358602"/>
                  <a:pt x="217172" y="358057"/>
                </a:cubicBezTo>
                <a:cubicBezTo>
                  <a:pt x="196093" y="356998"/>
                  <a:pt x="175394" y="352001"/>
                  <a:pt x="156138" y="343323"/>
                </a:cubicBezTo>
                <a:cubicBezTo>
                  <a:pt x="127518" y="330429"/>
                  <a:pt x="102944" y="309934"/>
                  <a:pt x="85065" y="284051"/>
                </a:cubicBezTo>
                <a:cubicBezTo>
                  <a:pt x="84876" y="283777"/>
                  <a:pt x="84667" y="283525"/>
                  <a:pt x="84499" y="283251"/>
                </a:cubicBezTo>
                <a:cubicBezTo>
                  <a:pt x="83388" y="281462"/>
                  <a:pt x="83702" y="280768"/>
                  <a:pt x="85798" y="280768"/>
                </a:cubicBezTo>
                <a:cubicBezTo>
                  <a:pt x="97955" y="280768"/>
                  <a:pt x="110090" y="280768"/>
                  <a:pt x="122226" y="280768"/>
                </a:cubicBezTo>
                <a:cubicBezTo>
                  <a:pt x="123646" y="280875"/>
                  <a:pt x="124955" y="281578"/>
                  <a:pt x="125831" y="282704"/>
                </a:cubicBezTo>
                <a:cubicBezTo>
                  <a:pt x="133821" y="290881"/>
                  <a:pt x="142741" y="298088"/>
                  <a:pt x="152407" y="304173"/>
                </a:cubicBezTo>
                <a:cubicBezTo>
                  <a:pt x="168993" y="314500"/>
                  <a:pt x="187563" y="321191"/>
                  <a:pt x="206902" y="323811"/>
                </a:cubicBezTo>
                <a:cubicBezTo>
                  <a:pt x="203192" y="321138"/>
                  <a:pt x="199902" y="318507"/>
                  <a:pt x="196548" y="316002"/>
                </a:cubicBezTo>
                <a:cubicBezTo>
                  <a:pt x="186802" y="308699"/>
                  <a:pt x="177119" y="301290"/>
                  <a:pt x="167393" y="293965"/>
                </a:cubicBezTo>
                <a:cubicBezTo>
                  <a:pt x="154168" y="283904"/>
                  <a:pt x="140901" y="273780"/>
                  <a:pt x="127571" y="263740"/>
                </a:cubicBezTo>
                <a:cubicBezTo>
                  <a:pt x="126795" y="263150"/>
                  <a:pt x="125433" y="262687"/>
                  <a:pt x="125789" y="261466"/>
                </a:cubicBezTo>
                <a:cubicBezTo>
                  <a:pt x="126145" y="260246"/>
                  <a:pt x="127529" y="260666"/>
                  <a:pt x="128472" y="260666"/>
                </a:cubicBezTo>
                <a:cubicBezTo>
                  <a:pt x="143751" y="260666"/>
                  <a:pt x="159010" y="260666"/>
                  <a:pt x="174289" y="260666"/>
                </a:cubicBezTo>
                <a:cubicBezTo>
                  <a:pt x="176224" y="260587"/>
                  <a:pt x="178058" y="261538"/>
                  <a:pt x="179110" y="263171"/>
                </a:cubicBezTo>
                <a:cubicBezTo>
                  <a:pt x="193928" y="283378"/>
                  <a:pt x="208914" y="303289"/>
                  <a:pt x="223795" y="323369"/>
                </a:cubicBezTo>
                <a:cubicBezTo>
                  <a:pt x="225221" y="325348"/>
                  <a:pt x="225304" y="325327"/>
                  <a:pt x="226772" y="323369"/>
                </a:cubicBezTo>
                <a:cubicBezTo>
                  <a:pt x="241584" y="303557"/>
                  <a:pt x="256310" y="283742"/>
                  <a:pt x="270954" y="263929"/>
                </a:cubicBezTo>
                <a:cubicBezTo>
                  <a:pt x="272283" y="261856"/>
                  <a:pt x="274624" y="260664"/>
                  <a:pt x="277074" y="260814"/>
                </a:cubicBezTo>
                <a:cubicBezTo>
                  <a:pt x="292018" y="260814"/>
                  <a:pt x="306983" y="260814"/>
                  <a:pt x="321928" y="260814"/>
                </a:cubicBezTo>
                <a:cubicBezTo>
                  <a:pt x="322934" y="260814"/>
                  <a:pt x="324568" y="260498"/>
                  <a:pt x="324799" y="261614"/>
                </a:cubicBezTo>
                <a:cubicBezTo>
                  <a:pt x="325030" y="262729"/>
                  <a:pt x="323730" y="263234"/>
                  <a:pt x="322934" y="263824"/>
                </a:cubicBezTo>
                <a:lnTo>
                  <a:pt x="269298" y="304447"/>
                </a:lnTo>
                <a:cubicBezTo>
                  <a:pt x="261082" y="310677"/>
                  <a:pt x="252803" y="316844"/>
                  <a:pt x="244650" y="323159"/>
                </a:cubicBezTo>
                <a:cubicBezTo>
                  <a:pt x="244342" y="323331"/>
                  <a:pt x="244088" y="323586"/>
                  <a:pt x="243916" y="323895"/>
                </a:cubicBezTo>
                <a:cubicBezTo>
                  <a:pt x="268192" y="320507"/>
                  <a:pt x="291142" y="310734"/>
                  <a:pt x="310442" y="295565"/>
                </a:cubicBezTo>
                <a:cubicBezTo>
                  <a:pt x="315749" y="291353"/>
                  <a:pt x="320762" y="286781"/>
                  <a:pt x="325449" y="281883"/>
                </a:cubicBezTo>
                <a:cubicBezTo>
                  <a:pt x="326298" y="281079"/>
                  <a:pt x="327455" y="280694"/>
                  <a:pt x="328614" y="280831"/>
                </a:cubicBezTo>
                <a:cubicBezTo>
                  <a:pt x="337710" y="280831"/>
                  <a:pt x="346785" y="280704"/>
                  <a:pt x="355861" y="280831"/>
                </a:cubicBezTo>
                <a:cubicBezTo>
                  <a:pt x="357919" y="281003"/>
                  <a:pt x="359891" y="279961"/>
                  <a:pt x="360912" y="278158"/>
                </a:cubicBezTo>
                <a:cubicBezTo>
                  <a:pt x="371568" y="262456"/>
                  <a:pt x="379537" y="245076"/>
                  <a:pt x="384491" y="226737"/>
                </a:cubicBezTo>
                <a:cubicBezTo>
                  <a:pt x="387315" y="216183"/>
                  <a:pt x="389153" y="205387"/>
                  <a:pt x="389983" y="194491"/>
                </a:cubicBezTo>
                <a:cubicBezTo>
                  <a:pt x="390318" y="190281"/>
                  <a:pt x="390507" y="186071"/>
                  <a:pt x="390507" y="181862"/>
                </a:cubicBezTo>
                <a:cubicBezTo>
                  <a:pt x="390501" y="172251"/>
                  <a:pt x="389715" y="162655"/>
                  <a:pt x="388159" y="153173"/>
                </a:cubicBezTo>
                <a:cubicBezTo>
                  <a:pt x="385212" y="135768"/>
                  <a:pt x="379650" y="118913"/>
                  <a:pt x="371664" y="103183"/>
                </a:cubicBezTo>
                <a:cubicBezTo>
                  <a:pt x="365936" y="91914"/>
                  <a:pt x="358969" y="81324"/>
                  <a:pt x="350893" y="71611"/>
                </a:cubicBezTo>
                <a:cubicBezTo>
                  <a:pt x="343746" y="63084"/>
                  <a:pt x="335794" y="55274"/>
                  <a:pt x="327146" y="48289"/>
                </a:cubicBezTo>
                <a:cubicBezTo>
                  <a:pt x="326002" y="47268"/>
                  <a:pt x="324397" y="46953"/>
                  <a:pt x="322955" y="47469"/>
                </a:cubicBezTo>
                <a:close/>
                <a:moveTo>
                  <a:pt x="279044" y="15391"/>
                </a:moveTo>
                <a:cubicBezTo>
                  <a:pt x="280107" y="14960"/>
                  <a:pt x="281293" y="14960"/>
                  <a:pt x="282356" y="15391"/>
                </a:cubicBezTo>
                <a:cubicBezTo>
                  <a:pt x="284473" y="16296"/>
                  <a:pt x="286694" y="17075"/>
                  <a:pt x="288790" y="17896"/>
                </a:cubicBezTo>
                <a:cubicBezTo>
                  <a:pt x="288958" y="17959"/>
                  <a:pt x="289126" y="18085"/>
                  <a:pt x="289650" y="18380"/>
                </a:cubicBezTo>
                <a:cubicBezTo>
                  <a:pt x="281266" y="21200"/>
                  <a:pt x="273217" y="23852"/>
                  <a:pt x="265211" y="26947"/>
                </a:cubicBezTo>
                <a:cubicBezTo>
                  <a:pt x="257204" y="30041"/>
                  <a:pt x="249282" y="33282"/>
                  <a:pt x="241422" y="36755"/>
                </a:cubicBezTo>
                <a:cubicBezTo>
                  <a:pt x="233562" y="40228"/>
                  <a:pt x="225807" y="43911"/>
                  <a:pt x="218115" y="47742"/>
                </a:cubicBezTo>
                <a:cubicBezTo>
                  <a:pt x="210429" y="51601"/>
                  <a:pt x="202835" y="55635"/>
                  <a:pt x="195332" y="59845"/>
                </a:cubicBezTo>
                <a:cubicBezTo>
                  <a:pt x="187814" y="64069"/>
                  <a:pt x="180403" y="68454"/>
                  <a:pt x="173094" y="73000"/>
                </a:cubicBezTo>
                <a:cubicBezTo>
                  <a:pt x="165785" y="77547"/>
                  <a:pt x="158569" y="82254"/>
                  <a:pt x="151443" y="87124"/>
                </a:cubicBezTo>
                <a:cubicBezTo>
                  <a:pt x="144373" y="92007"/>
                  <a:pt x="137386" y="97044"/>
                  <a:pt x="130483" y="102236"/>
                </a:cubicBezTo>
                <a:cubicBezTo>
                  <a:pt x="123581" y="107428"/>
                  <a:pt x="116804" y="112781"/>
                  <a:pt x="110153" y="118296"/>
                </a:cubicBezTo>
                <a:cubicBezTo>
                  <a:pt x="103516" y="123796"/>
                  <a:pt x="96990" y="129466"/>
                  <a:pt x="90577" y="135303"/>
                </a:cubicBezTo>
                <a:cubicBezTo>
                  <a:pt x="84163" y="141140"/>
                  <a:pt x="77910" y="147132"/>
                  <a:pt x="71818" y="153278"/>
                </a:cubicBezTo>
                <a:cubicBezTo>
                  <a:pt x="65740" y="159424"/>
                  <a:pt x="59850" y="165739"/>
                  <a:pt x="53814" y="172474"/>
                </a:cubicBezTo>
                <a:cubicBezTo>
                  <a:pt x="53793" y="170496"/>
                  <a:pt x="53940" y="169043"/>
                  <a:pt x="53940" y="167612"/>
                </a:cubicBezTo>
                <a:cubicBezTo>
                  <a:pt x="53730" y="163739"/>
                  <a:pt x="55616" y="161129"/>
                  <a:pt x="58131" y="158456"/>
                </a:cubicBezTo>
                <a:cubicBezTo>
                  <a:pt x="80821" y="134501"/>
                  <a:pt x="105627" y="112661"/>
                  <a:pt x="132244" y="93206"/>
                </a:cubicBezTo>
                <a:cubicBezTo>
                  <a:pt x="156774" y="75183"/>
                  <a:pt x="182675" y="59123"/>
                  <a:pt x="209710" y="45174"/>
                </a:cubicBezTo>
                <a:cubicBezTo>
                  <a:pt x="232078" y="33585"/>
                  <a:pt x="255249" y="23631"/>
                  <a:pt x="279044" y="15391"/>
                </a:cubicBezTo>
                <a:close/>
                <a:moveTo>
                  <a:pt x="261648" y="9456"/>
                </a:moveTo>
                <a:cubicBezTo>
                  <a:pt x="264037" y="10193"/>
                  <a:pt x="266469" y="10698"/>
                  <a:pt x="268900" y="11287"/>
                </a:cubicBezTo>
                <a:cubicBezTo>
                  <a:pt x="269067" y="11351"/>
                  <a:pt x="269227" y="11429"/>
                  <a:pt x="269382" y="11519"/>
                </a:cubicBezTo>
                <a:cubicBezTo>
                  <a:pt x="269005" y="12087"/>
                  <a:pt x="268376" y="12108"/>
                  <a:pt x="267852" y="12298"/>
                </a:cubicBezTo>
                <a:cubicBezTo>
                  <a:pt x="242275" y="21696"/>
                  <a:pt x="217451" y="33038"/>
                  <a:pt x="193593" y="46227"/>
                </a:cubicBezTo>
                <a:cubicBezTo>
                  <a:pt x="177984" y="54843"/>
                  <a:pt x="162747" y="64161"/>
                  <a:pt x="147880" y="74180"/>
                </a:cubicBezTo>
                <a:cubicBezTo>
                  <a:pt x="131120" y="85503"/>
                  <a:pt x="114947" y="97678"/>
                  <a:pt x="99422" y="110656"/>
                </a:cubicBezTo>
                <a:cubicBezTo>
                  <a:pt x="90437" y="118219"/>
                  <a:pt x="81690" y="126057"/>
                  <a:pt x="73180" y="134167"/>
                </a:cubicBezTo>
                <a:cubicBezTo>
                  <a:pt x="67605" y="139471"/>
                  <a:pt x="62261" y="145007"/>
                  <a:pt x="56853" y="150479"/>
                </a:cubicBezTo>
                <a:cubicBezTo>
                  <a:pt x="56769" y="150732"/>
                  <a:pt x="56602" y="150985"/>
                  <a:pt x="56371" y="150985"/>
                </a:cubicBezTo>
                <a:cubicBezTo>
                  <a:pt x="56015" y="151027"/>
                  <a:pt x="56036" y="150690"/>
                  <a:pt x="56057" y="150458"/>
                </a:cubicBezTo>
                <a:cubicBezTo>
                  <a:pt x="56043" y="150016"/>
                  <a:pt x="56167" y="149583"/>
                  <a:pt x="56413" y="149217"/>
                </a:cubicBezTo>
                <a:cubicBezTo>
                  <a:pt x="56806" y="146377"/>
                  <a:pt x="57380" y="143563"/>
                  <a:pt x="58132" y="140797"/>
                </a:cubicBezTo>
                <a:cubicBezTo>
                  <a:pt x="58380" y="140120"/>
                  <a:pt x="58808" y="139524"/>
                  <a:pt x="59368" y="139071"/>
                </a:cubicBezTo>
                <a:cubicBezTo>
                  <a:pt x="66760" y="131690"/>
                  <a:pt x="74354" y="124491"/>
                  <a:pt x="82151" y="117476"/>
                </a:cubicBezTo>
                <a:cubicBezTo>
                  <a:pt x="101750" y="100000"/>
                  <a:pt x="122497" y="83868"/>
                  <a:pt x="144254" y="69191"/>
                </a:cubicBezTo>
                <a:cubicBezTo>
                  <a:pt x="163134" y="56408"/>
                  <a:pt x="182729" y="44722"/>
                  <a:pt x="202940" y="34188"/>
                </a:cubicBezTo>
                <a:cubicBezTo>
                  <a:pt x="220404" y="25119"/>
                  <a:pt x="238335" y="16989"/>
                  <a:pt x="256660" y="9835"/>
                </a:cubicBezTo>
                <a:cubicBezTo>
                  <a:pt x="258227" y="9124"/>
                  <a:pt x="259992" y="8990"/>
                  <a:pt x="261648" y="9456"/>
                </a:cubicBezTo>
                <a:close/>
                <a:moveTo>
                  <a:pt x="245404" y="6677"/>
                </a:moveTo>
                <a:cubicBezTo>
                  <a:pt x="245634" y="6614"/>
                  <a:pt x="246158" y="6256"/>
                  <a:pt x="246033" y="6825"/>
                </a:cubicBezTo>
                <a:cubicBezTo>
                  <a:pt x="245907" y="7393"/>
                  <a:pt x="245488" y="7393"/>
                  <a:pt x="245027" y="7393"/>
                </a:cubicBezTo>
                <a:cubicBezTo>
                  <a:pt x="236643" y="10887"/>
                  <a:pt x="228301" y="14528"/>
                  <a:pt x="220064" y="18401"/>
                </a:cubicBezTo>
                <a:cubicBezTo>
                  <a:pt x="203994" y="25993"/>
                  <a:pt x="188275" y="34293"/>
                  <a:pt x="172905" y="43301"/>
                </a:cubicBezTo>
                <a:cubicBezTo>
                  <a:pt x="147433" y="58287"/>
                  <a:pt x="123089" y="75129"/>
                  <a:pt x="100071" y="93691"/>
                </a:cubicBezTo>
                <a:cubicBezTo>
                  <a:pt x="88166" y="103268"/>
                  <a:pt x="76638" y="113308"/>
                  <a:pt x="65572" y="123916"/>
                </a:cubicBezTo>
                <a:lnTo>
                  <a:pt x="62407" y="126842"/>
                </a:lnTo>
                <a:cubicBezTo>
                  <a:pt x="62176" y="122148"/>
                  <a:pt x="74501" y="95754"/>
                  <a:pt x="82507" y="83546"/>
                </a:cubicBezTo>
                <a:cubicBezTo>
                  <a:pt x="91237" y="70196"/>
                  <a:pt x="101729" y="58095"/>
                  <a:pt x="113695" y="47574"/>
                </a:cubicBezTo>
                <a:cubicBezTo>
                  <a:pt x="125704" y="37085"/>
                  <a:pt x="139107" y="28323"/>
                  <a:pt x="153518" y="21538"/>
                </a:cubicBezTo>
                <a:cubicBezTo>
                  <a:pt x="167768" y="14781"/>
                  <a:pt x="182897" y="10076"/>
                  <a:pt x="198455" y="7561"/>
                </a:cubicBezTo>
                <a:cubicBezTo>
                  <a:pt x="213981" y="5016"/>
                  <a:pt x="229793" y="4718"/>
                  <a:pt x="245404" y="6677"/>
                </a:cubicBezTo>
                <a:close/>
                <a:moveTo>
                  <a:pt x="416266" y="131"/>
                </a:moveTo>
                <a:cubicBezTo>
                  <a:pt x="431122" y="1575"/>
                  <a:pt x="442595" y="13881"/>
                  <a:pt x="443052" y="28862"/>
                </a:cubicBezTo>
                <a:cubicBezTo>
                  <a:pt x="442977" y="30144"/>
                  <a:pt x="443767" y="31318"/>
                  <a:pt x="444980" y="31724"/>
                </a:cubicBezTo>
                <a:cubicBezTo>
                  <a:pt x="453519" y="35548"/>
                  <a:pt x="461323" y="40849"/>
                  <a:pt x="468036" y="47384"/>
                </a:cubicBezTo>
                <a:cubicBezTo>
                  <a:pt x="477738" y="56923"/>
                  <a:pt x="484430" y="69119"/>
                  <a:pt x="487277" y="82451"/>
                </a:cubicBezTo>
                <a:cubicBezTo>
                  <a:pt x="489207" y="91549"/>
                  <a:pt x="489767" y="100886"/>
                  <a:pt x="488932" y="110150"/>
                </a:cubicBezTo>
                <a:cubicBezTo>
                  <a:pt x="487807" y="123049"/>
                  <a:pt x="484952" y="135737"/>
                  <a:pt x="480444" y="147869"/>
                </a:cubicBezTo>
                <a:cubicBezTo>
                  <a:pt x="475168" y="162253"/>
                  <a:pt x="468476" y="176074"/>
                  <a:pt x="460470" y="189123"/>
                </a:cubicBezTo>
                <a:cubicBezTo>
                  <a:pt x="453762" y="200176"/>
                  <a:pt x="446414" y="210824"/>
                  <a:pt x="438462" y="221012"/>
                </a:cubicBezTo>
                <a:cubicBezTo>
                  <a:pt x="438190" y="221369"/>
                  <a:pt x="437854" y="221685"/>
                  <a:pt x="437561" y="222022"/>
                </a:cubicBezTo>
                <a:cubicBezTo>
                  <a:pt x="436599" y="223510"/>
                  <a:pt x="435519" y="224918"/>
                  <a:pt x="434333" y="226232"/>
                </a:cubicBezTo>
                <a:cubicBezTo>
                  <a:pt x="434023" y="226802"/>
                  <a:pt x="433635" y="227326"/>
                  <a:pt x="433180" y="227789"/>
                </a:cubicBezTo>
                <a:cubicBezTo>
                  <a:pt x="432837" y="228469"/>
                  <a:pt x="432323" y="229050"/>
                  <a:pt x="431692" y="229473"/>
                </a:cubicBezTo>
                <a:cubicBezTo>
                  <a:pt x="431650" y="230083"/>
                  <a:pt x="431315" y="230483"/>
                  <a:pt x="430539" y="230799"/>
                </a:cubicBezTo>
                <a:cubicBezTo>
                  <a:pt x="430770" y="230115"/>
                  <a:pt x="431158" y="229494"/>
                  <a:pt x="431671" y="228989"/>
                </a:cubicBezTo>
                <a:lnTo>
                  <a:pt x="432803" y="227389"/>
                </a:lnTo>
                <a:cubicBezTo>
                  <a:pt x="433067" y="226783"/>
                  <a:pt x="433453" y="226240"/>
                  <a:pt x="433935" y="225789"/>
                </a:cubicBezTo>
                <a:cubicBezTo>
                  <a:pt x="434851" y="224165"/>
                  <a:pt x="435897" y="222615"/>
                  <a:pt x="437058" y="221159"/>
                </a:cubicBezTo>
                <a:cubicBezTo>
                  <a:pt x="439929" y="216423"/>
                  <a:pt x="443136" y="211940"/>
                  <a:pt x="445945" y="207183"/>
                </a:cubicBezTo>
                <a:cubicBezTo>
                  <a:pt x="453589" y="194691"/>
                  <a:pt x="460524" y="181775"/>
                  <a:pt x="466715" y="168496"/>
                </a:cubicBezTo>
                <a:cubicBezTo>
                  <a:pt x="471721" y="157743"/>
                  <a:pt x="475462" y="146442"/>
                  <a:pt x="477866" y="134819"/>
                </a:cubicBezTo>
                <a:cubicBezTo>
                  <a:pt x="479557" y="126606"/>
                  <a:pt x="480261" y="118216"/>
                  <a:pt x="479962" y="109835"/>
                </a:cubicBezTo>
                <a:cubicBezTo>
                  <a:pt x="479685" y="98430"/>
                  <a:pt x="477082" y="87205"/>
                  <a:pt x="472312" y="76852"/>
                </a:cubicBezTo>
                <a:cubicBezTo>
                  <a:pt x="467095" y="66064"/>
                  <a:pt x="458969" y="56963"/>
                  <a:pt x="448858" y="50584"/>
                </a:cubicBezTo>
                <a:cubicBezTo>
                  <a:pt x="446272" y="48900"/>
                  <a:pt x="443593" y="47368"/>
                  <a:pt x="440831" y="45995"/>
                </a:cubicBezTo>
                <a:cubicBezTo>
                  <a:pt x="439384" y="45280"/>
                  <a:pt x="439384" y="45301"/>
                  <a:pt x="438462" y="46732"/>
                </a:cubicBezTo>
                <a:cubicBezTo>
                  <a:pt x="434377" y="53474"/>
                  <a:pt x="427664" y="58185"/>
                  <a:pt x="419955" y="59719"/>
                </a:cubicBezTo>
                <a:cubicBezTo>
                  <a:pt x="404254" y="63069"/>
                  <a:pt x="388759" y="53219"/>
                  <a:pt x="385057" y="37534"/>
                </a:cubicBezTo>
                <a:cubicBezTo>
                  <a:pt x="384659" y="36039"/>
                  <a:pt x="384659" y="36039"/>
                  <a:pt x="383087" y="36039"/>
                </a:cubicBezTo>
                <a:cubicBezTo>
                  <a:pt x="374729" y="36508"/>
                  <a:pt x="366408" y="37485"/>
                  <a:pt x="358166" y="38965"/>
                </a:cubicBezTo>
                <a:cubicBezTo>
                  <a:pt x="349971" y="40270"/>
                  <a:pt x="341839" y="41912"/>
                  <a:pt x="333707" y="43575"/>
                </a:cubicBezTo>
                <a:cubicBezTo>
                  <a:pt x="333378" y="43576"/>
                  <a:pt x="333074" y="43752"/>
                  <a:pt x="332910" y="44038"/>
                </a:cubicBezTo>
                <a:cubicBezTo>
                  <a:pt x="333015" y="44627"/>
                  <a:pt x="333665" y="44901"/>
                  <a:pt x="334105" y="45280"/>
                </a:cubicBezTo>
                <a:cubicBezTo>
                  <a:pt x="353098" y="61237"/>
                  <a:pt x="368476" y="81087"/>
                  <a:pt x="379210" y="103499"/>
                </a:cubicBezTo>
                <a:cubicBezTo>
                  <a:pt x="386818" y="119273"/>
                  <a:pt x="392085" y="136078"/>
                  <a:pt x="394845" y="153383"/>
                </a:cubicBezTo>
                <a:cubicBezTo>
                  <a:pt x="396864" y="165903"/>
                  <a:pt x="397509" y="178608"/>
                  <a:pt x="396774" y="191270"/>
                </a:cubicBezTo>
                <a:cubicBezTo>
                  <a:pt x="395223" y="221224"/>
                  <a:pt x="386128" y="250294"/>
                  <a:pt x="370344" y="275758"/>
                </a:cubicBezTo>
                <a:cubicBezTo>
                  <a:pt x="360587" y="291612"/>
                  <a:pt x="348334" y="305773"/>
                  <a:pt x="334063" y="317686"/>
                </a:cubicBezTo>
                <a:cubicBezTo>
                  <a:pt x="329242" y="321706"/>
                  <a:pt x="324233" y="325432"/>
                  <a:pt x="319098" y="328968"/>
                </a:cubicBezTo>
                <a:cubicBezTo>
                  <a:pt x="317337" y="330147"/>
                  <a:pt x="315325" y="330884"/>
                  <a:pt x="313670" y="332252"/>
                </a:cubicBezTo>
                <a:cubicBezTo>
                  <a:pt x="313552" y="332694"/>
                  <a:pt x="313265" y="333073"/>
                  <a:pt x="312873" y="333304"/>
                </a:cubicBezTo>
                <a:lnTo>
                  <a:pt x="307549" y="336630"/>
                </a:lnTo>
                <a:lnTo>
                  <a:pt x="304846" y="338166"/>
                </a:lnTo>
                <a:lnTo>
                  <a:pt x="301408" y="340145"/>
                </a:lnTo>
                <a:cubicBezTo>
                  <a:pt x="300323" y="340905"/>
                  <a:pt x="299172" y="341568"/>
                  <a:pt x="297971" y="342123"/>
                </a:cubicBezTo>
                <a:cubicBezTo>
                  <a:pt x="297321" y="342687"/>
                  <a:pt x="296567" y="343117"/>
                  <a:pt x="295749" y="343386"/>
                </a:cubicBezTo>
                <a:cubicBezTo>
                  <a:pt x="295676" y="343576"/>
                  <a:pt x="295489" y="343696"/>
                  <a:pt x="295288" y="343681"/>
                </a:cubicBezTo>
                <a:cubicBezTo>
                  <a:pt x="295141" y="343946"/>
                  <a:pt x="294856" y="344102"/>
                  <a:pt x="294554" y="344081"/>
                </a:cubicBezTo>
                <a:cubicBezTo>
                  <a:pt x="294399" y="344352"/>
                  <a:pt x="294112" y="344521"/>
                  <a:pt x="293800" y="344523"/>
                </a:cubicBezTo>
                <a:cubicBezTo>
                  <a:pt x="293655" y="344792"/>
                  <a:pt x="293370" y="344956"/>
                  <a:pt x="293066" y="344944"/>
                </a:cubicBezTo>
                <a:cubicBezTo>
                  <a:pt x="292995" y="345125"/>
                  <a:pt x="292819" y="345243"/>
                  <a:pt x="292626" y="345238"/>
                </a:cubicBezTo>
                <a:cubicBezTo>
                  <a:pt x="287994" y="348122"/>
                  <a:pt x="283174" y="350711"/>
                  <a:pt x="278395" y="353300"/>
                </a:cubicBezTo>
                <a:cubicBezTo>
                  <a:pt x="256599" y="365194"/>
                  <a:pt x="233948" y="375438"/>
                  <a:pt x="210633" y="383946"/>
                </a:cubicBezTo>
                <a:cubicBezTo>
                  <a:pt x="192968" y="390402"/>
                  <a:pt x="174859" y="395565"/>
                  <a:pt x="156453" y="399396"/>
                </a:cubicBezTo>
                <a:cubicBezTo>
                  <a:pt x="147817" y="401220"/>
                  <a:pt x="139119" y="402622"/>
                  <a:pt x="130358" y="403605"/>
                </a:cubicBezTo>
                <a:cubicBezTo>
                  <a:pt x="118577" y="404992"/>
                  <a:pt x="106705" y="405449"/>
                  <a:pt x="94853" y="404973"/>
                </a:cubicBezTo>
                <a:cubicBezTo>
                  <a:pt x="80530" y="404529"/>
                  <a:pt x="66356" y="401917"/>
                  <a:pt x="52808" y="397228"/>
                </a:cubicBezTo>
                <a:cubicBezTo>
                  <a:pt x="41327" y="393306"/>
                  <a:pt x="30799" y="386994"/>
                  <a:pt x="21914" y="378705"/>
                </a:cubicBezTo>
                <a:cubicBezTo>
                  <a:pt x="11426" y="368621"/>
                  <a:pt x="4352" y="355489"/>
                  <a:pt x="1688" y="341155"/>
                </a:cubicBezTo>
                <a:cubicBezTo>
                  <a:pt x="-172" y="331366"/>
                  <a:pt x="-498" y="321347"/>
                  <a:pt x="724" y="311456"/>
                </a:cubicBezTo>
                <a:cubicBezTo>
                  <a:pt x="2699" y="295445"/>
                  <a:pt x="7095" y="279829"/>
                  <a:pt x="13761" y="265150"/>
                </a:cubicBezTo>
                <a:cubicBezTo>
                  <a:pt x="21442" y="247897"/>
                  <a:pt x="30904" y="231502"/>
                  <a:pt x="41993" y="216234"/>
                </a:cubicBezTo>
                <a:cubicBezTo>
                  <a:pt x="55802" y="197029"/>
                  <a:pt x="71229" y="179050"/>
                  <a:pt x="88104" y="162497"/>
                </a:cubicBezTo>
                <a:cubicBezTo>
                  <a:pt x="113892" y="137157"/>
                  <a:pt x="142171" y="114505"/>
                  <a:pt x="172508" y="94890"/>
                </a:cubicBezTo>
                <a:cubicBezTo>
                  <a:pt x="195316" y="79990"/>
                  <a:pt x="219207" y="66833"/>
                  <a:pt x="243979" y="55530"/>
                </a:cubicBezTo>
                <a:cubicBezTo>
                  <a:pt x="267374" y="44765"/>
                  <a:pt x="291670" y="36095"/>
                  <a:pt x="316583" y="29620"/>
                </a:cubicBezTo>
                <a:cubicBezTo>
                  <a:pt x="330194" y="26085"/>
                  <a:pt x="344033" y="23497"/>
                  <a:pt x="357999" y="21874"/>
                </a:cubicBezTo>
                <a:cubicBezTo>
                  <a:pt x="366053" y="20902"/>
                  <a:pt x="374156" y="20382"/>
                  <a:pt x="382270" y="20316"/>
                </a:cubicBezTo>
                <a:cubicBezTo>
                  <a:pt x="382521" y="20316"/>
                  <a:pt x="382773" y="20316"/>
                  <a:pt x="383024" y="20316"/>
                </a:cubicBezTo>
                <a:cubicBezTo>
                  <a:pt x="385015" y="20443"/>
                  <a:pt x="386043" y="19622"/>
                  <a:pt x="386923" y="17622"/>
                </a:cubicBezTo>
                <a:cubicBezTo>
                  <a:pt x="391878" y="6006"/>
                  <a:pt x="403739" y="-1064"/>
                  <a:pt x="416266" y="131"/>
                </a:cubicBezTo>
                <a:close/>
              </a:path>
            </a:pathLst>
          </a:custGeom>
          <a:solidFill>
            <a:srgbClr val="376DB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69" name="Google Shape;469;p32"/>
          <p:cNvSpPr txBox="1"/>
          <p:nvPr>
            <p:ph idx="11" type="ftr"/>
          </p:nvPr>
        </p:nvSpPr>
        <p:spPr>
          <a:xfrm>
            <a:off x="774146" y="6475620"/>
            <a:ext cx="431178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0" name="Google Shape;470;p32"/>
          <p:cNvSpPr txBox="1"/>
          <p:nvPr>
            <p:ph idx="10" type="dt"/>
          </p:nvPr>
        </p:nvSpPr>
        <p:spPr>
          <a:xfrm>
            <a:off x="6447446" y="6475620"/>
            <a:ext cx="209009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rang trong 2">
  <p:cSld name="Trang trong 2">
    <p:spTree>
      <p:nvGrpSpPr>
        <p:cNvPr id="471" name="Shape 4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2" name="Google Shape;472;p33"/>
          <p:cNvSpPr/>
          <p:nvPr/>
        </p:nvSpPr>
        <p:spPr>
          <a:xfrm>
            <a:off x="22186" y="6583140"/>
            <a:ext cx="233916" cy="233916"/>
          </a:xfrm>
          <a:prstGeom prst="ellipse">
            <a:avLst/>
          </a:prstGeom>
          <a:gradFill>
            <a:gsLst>
              <a:gs pos="0">
                <a:srgbClr val="0072FF"/>
              </a:gs>
              <a:gs pos="99000">
                <a:srgbClr val="00C6FF"/>
              </a:gs>
              <a:gs pos="100000">
                <a:srgbClr val="00C6FF"/>
              </a:gs>
            </a:gsLst>
            <a:lin ang="270000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73" name="Google Shape;473;p33"/>
          <p:cNvSpPr txBox="1"/>
          <p:nvPr>
            <p:ph idx="12" type="sldNum"/>
          </p:nvPr>
        </p:nvSpPr>
        <p:spPr>
          <a:xfrm>
            <a:off x="-2005" y="6566400"/>
            <a:ext cx="291600" cy="291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Tiêu đề">
  <p:cSld name="1_Tiêu đề">
    <p:spTree>
      <p:nvGrpSpPr>
        <p:cNvPr id="474" name="Shape 4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5" name="Google Shape;475;p34"/>
          <p:cNvSpPr txBox="1"/>
          <p:nvPr>
            <p:ph idx="11" type="ftr"/>
          </p:nvPr>
        </p:nvSpPr>
        <p:spPr>
          <a:xfrm>
            <a:off x="2353680" y="6480629"/>
            <a:ext cx="4288103" cy="23677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6" name="Google Shape;476;p34"/>
          <p:cNvSpPr/>
          <p:nvPr/>
        </p:nvSpPr>
        <p:spPr>
          <a:xfrm rot="10800000">
            <a:off x="-1" y="0"/>
            <a:ext cx="12192000" cy="6858000"/>
          </a:xfrm>
          <a:custGeom>
            <a:rect b="b" l="l" r="r" t="t"/>
            <a:pathLst>
              <a:path extrusionOk="0" h="6858000" w="12192000">
                <a:moveTo>
                  <a:pt x="12192000" y="304800"/>
                </a:moveTo>
                <a:lnTo>
                  <a:pt x="9909279" y="304800"/>
                </a:lnTo>
                <a:lnTo>
                  <a:pt x="9732789" y="152400"/>
                </a:lnTo>
                <a:lnTo>
                  <a:pt x="5617499" y="152400"/>
                </a:lnTo>
                <a:lnTo>
                  <a:pt x="5441009" y="0"/>
                </a:lnTo>
                <a:lnTo>
                  <a:pt x="12192000" y="0"/>
                </a:lnTo>
                <a:close/>
                <a:moveTo>
                  <a:pt x="0" y="616911"/>
                </a:moveTo>
                <a:lnTo>
                  <a:pt x="0" y="0"/>
                </a:lnTo>
                <a:lnTo>
                  <a:pt x="715617" y="0"/>
                </a:lnTo>
                <a:close/>
                <a:moveTo>
                  <a:pt x="12191999" y="6858000"/>
                </a:moveTo>
                <a:lnTo>
                  <a:pt x="11476382" y="6858000"/>
                </a:lnTo>
                <a:lnTo>
                  <a:pt x="12191999" y="6241089"/>
                </a:lnTo>
                <a:close/>
                <a:moveTo>
                  <a:pt x="6750991" y="6858000"/>
                </a:moveTo>
                <a:lnTo>
                  <a:pt x="0" y="6858000"/>
                </a:lnTo>
                <a:lnTo>
                  <a:pt x="0" y="6553200"/>
                </a:lnTo>
                <a:lnTo>
                  <a:pt x="2282721" y="6553200"/>
                </a:lnTo>
                <a:lnTo>
                  <a:pt x="2459211" y="6705600"/>
                </a:lnTo>
                <a:lnTo>
                  <a:pt x="6574500" y="6705600"/>
                </a:lnTo>
                <a:close/>
              </a:path>
            </a:pathLst>
          </a:custGeom>
          <a:blipFill rotWithShape="1">
            <a:blip r:embed="rId2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77" name="Google Shape;477;p34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478" name="Google Shape;478;p34"/>
          <p:cNvGrpSpPr/>
          <p:nvPr/>
        </p:nvGrpSpPr>
        <p:grpSpPr>
          <a:xfrm>
            <a:off x="58527" y="40944"/>
            <a:ext cx="2869771" cy="1563379"/>
            <a:chOff x="44879" y="27296"/>
            <a:chExt cx="2869771" cy="1563379"/>
          </a:xfrm>
        </p:grpSpPr>
        <p:cxnSp>
          <p:nvCxnSpPr>
            <p:cNvPr id="479" name="Google Shape;479;p34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80" name="Google Shape;480;p34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81" name="Google Shape;481;p34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482" name="Google Shape;482;p34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483" name="Google Shape;483;p34"/>
          <p:cNvGrpSpPr/>
          <p:nvPr/>
        </p:nvGrpSpPr>
        <p:grpSpPr>
          <a:xfrm rot="10800000">
            <a:off x="9263702" y="5253677"/>
            <a:ext cx="2869771" cy="1563379"/>
            <a:chOff x="44879" y="27296"/>
            <a:chExt cx="2869771" cy="1563379"/>
          </a:xfrm>
        </p:grpSpPr>
        <p:cxnSp>
          <p:nvCxnSpPr>
            <p:cNvPr id="484" name="Google Shape;484;p34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485" name="Google Shape;485;p34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486" name="Google Shape;486;p34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</p:grpSp>
      <p:sp>
        <p:nvSpPr>
          <p:cNvPr id="487" name="Google Shape;487;p34"/>
          <p:cNvSpPr/>
          <p:nvPr/>
        </p:nvSpPr>
        <p:spPr>
          <a:xfrm flipH="1">
            <a:off x="5441009" y="0"/>
            <a:ext cx="6750991" cy="304800"/>
          </a:xfrm>
          <a:custGeom>
            <a:rect b="b" l="l" r="r" t="t"/>
            <a:pathLst>
              <a:path extrusionOk="0" h="304800" w="6750991">
                <a:moveTo>
                  <a:pt x="0" y="0"/>
                </a:moveTo>
                <a:lnTo>
                  <a:pt x="6750991" y="0"/>
                </a:lnTo>
                <a:lnTo>
                  <a:pt x="6574501" y="152400"/>
                </a:lnTo>
                <a:lnTo>
                  <a:pt x="2459211" y="152400"/>
                </a:lnTo>
                <a:lnTo>
                  <a:pt x="2282721" y="304800"/>
                </a:lnTo>
                <a:lnTo>
                  <a:pt x="0" y="304800"/>
                </a:lnTo>
                <a:close/>
              </a:path>
            </a:pathLst>
          </a:custGeom>
          <a:gradFill>
            <a:gsLst>
              <a:gs pos="0">
                <a:srgbClr val="0072FF">
                  <a:alpha val="80000"/>
                </a:srgbClr>
              </a:gs>
              <a:gs pos="100000">
                <a:srgbClr val="00C6FF">
                  <a:alpha val="85098"/>
                </a:srgbClr>
              </a:gs>
            </a:gsLst>
            <a:lin ang="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88" name="Google Shape;488;p34"/>
          <p:cNvSpPr/>
          <p:nvPr/>
        </p:nvSpPr>
        <p:spPr>
          <a:xfrm flipH="1" rot="10800000">
            <a:off x="0" y="6553200"/>
            <a:ext cx="6750991" cy="304800"/>
          </a:xfrm>
          <a:custGeom>
            <a:rect b="b" l="l" r="r" t="t"/>
            <a:pathLst>
              <a:path extrusionOk="0" h="304800" w="6750991">
                <a:moveTo>
                  <a:pt x="0" y="0"/>
                </a:moveTo>
                <a:lnTo>
                  <a:pt x="6750991" y="0"/>
                </a:lnTo>
                <a:lnTo>
                  <a:pt x="6574501" y="152400"/>
                </a:lnTo>
                <a:lnTo>
                  <a:pt x="2459211" y="152400"/>
                </a:lnTo>
                <a:lnTo>
                  <a:pt x="2282721" y="304800"/>
                </a:lnTo>
                <a:lnTo>
                  <a:pt x="0" y="304800"/>
                </a:lnTo>
                <a:close/>
              </a:path>
            </a:pathLst>
          </a:custGeom>
          <a:gradFill>
            <a:gsLst>
              <a:gs pos="0">
                <a:srgbClr val="0072FF">
                  <a:alpha val="80000"/>
                </a:srgbClr>
              </a:gs>
              <a:gs pos="100000">
                <a:srgbClr val="00C6FF">
                  <a:alpha val="85098"/>
                </a:srgbClr>
              </a:gs>
            </a:gsLst>
            <a:lin ang="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A picture containing clipart, vector graphics&#10;&#10;Description automatically generated" id="489" name="Google Shape;489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2638" y="362637"/>
            <a:ext cx="544288" cy="450213"/>
          </a:xfrm>
          <a:prstGeom prst="rect">
            <a:avLst/>
          </a:prstGeom>
          <a:noFill/>
          <a:ln>
            <a:noFill/>
          </a:ln>
        </p:spPr>
      </p:pic>
      <p:sp>
        <p:nvSpPr>
          <p:cNvPr id="490" name="Google Shape;490;p34"/>
          <p:cNvSpPr txBox="1"/>
          <p:nvPr/>
        </p:nvSpPr>
        <p:spPr>
          <a:xfrm>
            <a:off x="956926" y="326133"/>
            <a:ext cx="3996607" cy="5232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>
                <a:solidFill>
                  <a:srgbClr val="000046"/>
                </a:solidFill>
                <a:latin typeface="Arial"/>
                <a:ea typeface="Arial"/>
                <a:cs typeface="Arial"/>
                <a:sym typeface="Arial"/>
              </a:rPr>
              <a:t>ĐẠI HỌC QUỐC GIA TP. HỒ CHÍ MINH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400">
                <a:solidFill>
                  <a:srgbClr val="000046"/>
                </a:solidFill>
                <a:latin typeface="Arial"/>
                <a:ea typeface="Arial"/>
                <a:cs typeface="Arial"/>
                <a:sym typeface="Arial"/>
              </a:rPr>
              <a:t>TRƯỜNG ĐẠI HỌC CÔNG NGHỆ THÔNG TIN</a:t>
            </a:r>
            <a:endParaRPr/>
          </a:p>
        </p:txBody>
      </p:sp>
      <p:sp>
        <p:nvSpPr>
          <p:cNvPr id="491" name="Google Shape;491;p34"/>
          <p:cNvSpPr/>
          <p:nvPr/>
        </p:nvSpPr>
        <p:spPr>
          <a:xfrm>
            <a:off x="11924591" y="6583140"/>
            <a:ext cx="233916" cy="23391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92" name="Google Shape;492;p34"/>
          <p:cNvSpPr txBox="1"/>
          <p:nvPr>
            <p:ph idx="12" type="sldNum"/>
          </p:nvPr>
        </p:nvSpPr>
        <p:spPr>
          <a:xfrm>
            <a:off x="11894359" y="6566401"/>
            <a:ext cx="291600" cy="291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493" name="Google Shape;493;p34"/>
          <p:cNvSpPr txBox="1"/>
          <p:nvPr>
            <p:ph idx="1" type="body"/>
          </p:nvPr>
        </p:nvSpPr>
        <p:spPr>
          <a:xfrm>
            <a:off x="1850807" y="2208158"/>
            <a:ext cx="8490387" cy="69616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SzPts val="4400"/>
              <a:buNone/>
              <a:defRPr b="1" sz="4400"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94" name="Google Shape;494;p34"/>
          <p:cNvSpPr txBox="1"/>
          <p:nvPr>
            <p:ph idx="2" type="body"/>
          </p:nvPr>
        </p:nvSpPr>
        <p:spPr>
          <a:xfrm>
            <a:off x="876991" y="3039455"/>
            <a:ext cx="10438019" cy="459447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0046"/>
              </a:buClr>
              <a:buSzPts val="2000"/>
              <a:buNone/>
              <a:defRPr b="1" sz="2000">
                <a:solidFill>
                  <a:srgbClr val="000046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95" name="Google Shape;495;p34"/>
          <p:cNvSpPr txBox="1"/>
          <p:nvPr>
            <p:ph idx="3" type="body"/>
          </p:nvPr>
        </p:nvSpPr>
        <p:spPr>
          <a:xfrm>
            <a:off x="4680970" y="4963048"/>
            <a:ext cx="2830058" cy="345005"/>
          </a:xfrm>
          <a:prstGeom prst="rect">
            <a:avLst/>
          </a:prstGeom>
          <a:gradFill>
            <a:gsLst>
              <a:gs pos="0">
                <a:srgbClr val="0072FF"/>
              </a:gs>
              <a:gs pos="100000">
                <a:srgbClr val="00C6FF"/>
              </a:gs>
            </a:gsLst>
            <a:lin ang="270000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 b="1" i="0" sz="140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96" name="Google Shape;496;p34"/>
          <p:cNvSpPr txBox="1"/>
          <p:nvPr>
            <p:ph idx="4" type="body"/>
          </p:nvPr>
        </p:nvSpPr>
        <p:spPr>
          <a:xfrm>
            <a:off x="1850807" y="3630811"/>
            <a:ext cx="8490387" cy="6442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BFBFBF"/>
              </a:buClr>
              <a:buSzPts val="1200"/>
              <a:buNone/>
              <a:defRPr sz="1200">
                <a:solidFill>
                  <a:srgbClr val="BFBFBF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97" name="Google Shape;497;p34"/>
          <p:cNvSpPr txBox="1"/>
          <p:nvPr>
            <p:ph idx="10" type="dt"/>
          </p:nvPr>
        </p:nvSpPr>
        <p:spPr>
          <a:xfrm>
            <a:off x="6767806" y="6476999"/>
            <a:ext cx="2495896" cy="2367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11" Target="../slideLayouts/slideLayout11.xml" Type="http://schemas.openxmlformats.org/officeDocument/2006/relationships/slideLayout" /><Relationship Id="rId10" Target="../slideLayouts/slideLayout10.xml" Type="http://schemas.openxmlformats.org/officeDocument/2006/relationships/slideLayout" /><Relationship Id="rId13" Target="../slideLayouts/slideLayout13.xml" Type="http://schemas.openxmlformats.org/officeDocument/2006/relationships/slideLayout" /><Relationship Id="rId12" Target="../slideLayouts/slideLayout12.xml" Type="http://schemas.openxmlformats.org/officeDocument/2006/relationships/slideLayout" /><Relationship Id="rId1" Target="../slideLayouts/slideLayout1.xml" Type="http://schemas.openxmlformats.org/officeDocument/2006/relationships/slideLayout" /><Relationship Id="rId2" Target="../slideLayouts/slideLayout2.xml" Type="http://schemas.openxmlformats.org/officeDocument/2006/relationships/slideLayout" /><Relationship Id="rId3" Target="../slideLayouts/slideLayout3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Relationship Id="rId15" Target="../theme/theme1.xml" Type="http://schemas.openxmlformats.org/officeDocument/2006/relationships/theme" /><Relationship Id="rId14" Target="../slideLayouts/slideLayout14.xml" Type="http://schemas.openxmlformats.org/officeDocument/2006/relationships/slideLayout" /><Relationship Id="rId5" Target="../slideLayouts/slideLayout5.xml" Type="http://schemas.openxmlformats.org/officeDocument/2006/relationships/slideLayout" /><Relationship Id="rId6" Target="../slideLayouts/slideLayout6.xml" Type="http://schemas.openxmlformats.org/officeDocument/2006/relationships/slideLayout" /><Relationship Id="rId7" Target="../slideLayouts/slideLayout7.xml" Type="http://schemas.openxmlformats.org/officeDocument/2006/relationships/slideLayout" /><Relationship Id="rId8" Target="../slideLayouts/slideLayout8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ahyp="http://schemas.microsoft.com/office/drawing/2018/hyperlinkcolor" xmlns:c="http://schemas.openxmlformats.org/drawingml/2006/chart" xmlns:com="http://schemas.openxmlformats.org/drawingml/2006/compatibility" xmlns:dgm="http://schemas.openxmlformats.org/drawingml/2006/diagram" xmlns:mc="http://schemas.openxmlformats.org/markup-compatibility/2006" xmlns:mv="urn:schemas-microsoft-com:mac:vml" xmlns:o="urn:schemas-microsoft-com:office:office" xmlns:p="http://schemas.openxmlformats.org/presentationml/2006/main" xmlns:p14="http://schemas.microsoft.com/office/powerpoint/2010/main" xmlns:p15="http://schemas.microsoft.com/office/powerpoint/2012/main" xmlns:pvml="urn:schemas-microsoft-com:office:powerpoint" xmlns:r="http://schemas.openxmlformats.org/officeDocument/2006/relationships" xmlns:v="urn:schemas-microsoft-com:vml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0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rmAutofit/>
          </a:bodyPr>
          <a:lstStyle>
            <a:lvl1pPr algn="l" lvl="0" marR="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72FF"/>
              </a:buClr>
              <a:buSzPts val="4000"/>
              <a:buFont typeface="Times New Roman"/>
              <a:buNone/>
              <a:defRPr b="1" cap="none" i="0" strike="noStrike" sz="4000" u="none">
                <a:solidFill>
                  <a:srgbClr val="0072FF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20"/>
          <p:cNvSpPr txBox="1"/>
          <p:nvPr>
            <p:ph idx="1" type="body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anchor="t" anchorCtr="0" bIns="45700" lIns="91425" rIns="91425" spcFirstLastPara="1" tIns="45700" wrap="square">
            <a:normAutofit/>
          </a:bodyPr>
          <a:lstStyle>
            <a:lvl1pPr algn="l" indent="-406400" lvl="0" marL="457200" marR="0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•"/>
              <a:defRPr b="0" cap="none" i="0" strike="noStrike" sz="2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algn="l" indent="-381000" lvl="1" marL="914400" marR="0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b="0" cap="none" i="0" strike="noStrike" sz="24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algn="l" indent="-355600" lvl="2" marL="1371600" marR="0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cap="none" i="0" strike="noStrike" sz="20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algn="l" indent="-342900" lvl="3" marL="1828800" marR="0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algn="l" indent="-342900" lvl="4" marL="2286000" marR="0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algn="l" indent="-342900" lvl="5" marL="2743200" marR="0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algn="l" indent="-342900" lvl="6" marL="3200400" marR="0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algn="l" indent="-342900" lvl="7" marL="3657600" marR="0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algn="l" indent="-342900" lvl="8" marL="4114800" marR="0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2" name="Google Shape;12;p20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l" lvl="0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200" u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algn="l" lvl="1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algn="l" lvl="2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algn="l" lvl="3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algn="l" lvl="4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algn="l" lvl="5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algn="l" lvl="6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algn="l" lvl="7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algn="l" lvl="8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3" name="Google Shape;13;p20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lvl="0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200" u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algn="l" lvl="1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algn="l" lvl="2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algn="l" lvl="3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algn="l" lvl="4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algn="l" lvl="5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algn="l" lvl="6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algn="l" lvl="7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algn="l" lvl="8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4" name="Google Shape;14;p20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r" indent="0" lvl="0" marL="0" marR="0" rtl="0">
              <a:spcBef>
                <a:spcPts val="0"/>
              </a:spcBef>
              <a:buNone/>
              <a:defRPr b="0" cap="none" i="0" strike="noStrike" sz="1200" u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algn="r" indent="0" lvl="1" marL="0" marR="0" rtl="0">
              <a:spcBef>
                <a:spcPts val="0"/>
              </a:spcBef>
              <a:buNone/>
              <a:defRPr b="0" cap="none" i="0" strike="noStrike" sz="1200" u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algn="r" indent="0" lvl="2" marL="0" marR="0" rtl="0">
              <a:spcBef>
                <a:spcPts val="0"/>
              </a:spcBef>
              <a:buNone/>
              <a:defRPr b="0" cap="none" i="0" strike="noStrike" sz="1200" u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algn="r" indent="0" lvl="3" marL="0" marR="0" rtl="0">
              <a:spcBef>
                <a:spcPts val="0"/>
              </a:spcBef>
              <a:buNone/>
              <a:defRPr b="0" cap="none" i="0" strike="noStrike" sz="1200" u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algn="r" indent="0" lvl="4" marL="0" marR="0" rtl="0">
              <a:spcBef>
                <a:spcPts val="0"/>
              </a:spcBef>
              <a:buNone/>
              <a:defRPr b="0" cap="none" i="0" strike="noStrike" sz="1200" u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algn="r" indent="0" lvl="5" marL="0" marR="0" rtl="0">
              <a:spcBef>
                <a:spcPts val="0"/>
              </a:spcBef>
              <a:buNone/>
              <a:defRPr b="0" cap="none" i="0" strike="noStrike" sz="1200" u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algn="r" indent="0" lvl="6" marL="0" marR="0" rtl="0">
              <a:spcBef>
                <a:spcPts val="0"/>
              </a:spcBef>
              <a:buNone/>
              <a:defRPr b="0" cap="none" i="0" strike="noStrike" sz="1200" u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algn="r" indent="0" lvl="7" marL="0" marR="0" rtl="0">
              <a:spcBef>
                <a:spcPts val="0"/>
              </a:spcBef>
              <a:buNone/>
              <a:defRPr b="0" cap="none" i="0" strike="noStrike" sz="1200" u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algn="r" indent="0" lvl="8" marL="0" marR="0" rtl="0">
              <a:spcBef>
                <a:spcPts val="0"/>
              </a:spcBef>
              <a:buNone/>
              <a:defRPr b="0" cap="none" i="0" strike="noStrike" sz="1200" u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algn="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folHlink="folHlink" hlink="hlink" tx1="dk1" tx2="lt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  <p:sldLayoutId id="2147483661" r:id="rId13"/>
    <p:sldLayoutId id="2147483662" r:id="rId14"/>
  </p:sldLayoutIdLst>
  <p:hf dt="0" ftr="0" hdr="0"/>
  <p:txStyles>
    <p:titleStyle>
      <a:defPPr algn="l" lvl="0" marR="0" rtl="0">
        <a:lnSpc>
          <a:spcPct val="100000"/>
        </a:lnSpc>
        <a:spcBef>
          <a:spcPts val="0"/>
        </a:spcBef>
        <a:spcAft>
          <a:spcPts val="0"/>
        </a:spcAft>
      </a:defPPr>
      <a:lvl1pPr algn="l" lvl="0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algn="l" lvl="1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algn="l" lvl="2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algn="l" lvl="3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algn="l" lvl="4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algn="l" lvl="5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algn="l" lvl="6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algn="l" lvl="7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algn="l" lvl="8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algn="l" lvl="0" marR="0" rtl="0">
        <a:lnSpc>
          <a:spcPct val="100000"/>
        </a:lnSpc>
        <a:spcBef>
          <a:spcPts val="0"/>
        </a:spcBef>
        <a:spcAft>
          <a:spcPts val="0"/>
        </a:spcAft>
      </a:defPPr>
      <a:lvl1pPr algn="l" lvl="0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algn="l" lvl="1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algn="l" lvl="2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algn="l" lvl="3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algn="l" lvl="4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algn="l" lvl="5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algn="l" lvl="6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algn="l" lvl="7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algn="l" lvl="8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algn="l" lvl="0" marR="0" rtl="0">
        <a:lnSpc>
          <a:spcPct val="100000"/>
        </a:lnSpc>
        <a:spcBef>
          <a:spcPts val="0"/>
        </a:spcBef>
        <a:spcAft>
          <a:spcPts val="0"/>
        </a:spcAft>
      </a:defPPr>
      <a:lvl1pPr algn="l" lvl="0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algn="l" lvl="1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algn="l" lvl="2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algn="l" lvl="3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algn="l" lvl="4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algn="l" lvl="5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algn="l" lvl="6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algn="l" lvl="7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algn="l" lvl="8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Relationship Id="rId2" Type="http://schemas.openxmlformats.org/officeDocument/2006/relationships/image" Target="../media/image9.pn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Relationship Id="rId2" Type="http://schemas.openxmlformats.org/officeDocument/2006/relationships/image" Target="../media/image10.pn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Relationship Id="rId2" Type="http://schemas.openxmlformats.org/officeDocument/2006/relationships/image" Target="../media/image11.png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Relationship Id="rId2" Type="http://schemas.openxmlformats.org/officeDocument/2006/relationships/image" Target="../media/image12.png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5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p21"/>
          <p:cNvSpPr txBox="1"/>
          <p:nvPr>
            <p:ph type="ctrTitle"/>
          </p:nvPr>
        </p:nvSpPr>
        <p:spPr>
          <a:xfrm>
            <a:off x="952500" y="1333500"/>
            <a:ext cx="10287000" cy="1905000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Xây dựng hệ thống nhận diện biển số xe bằng Trí tuệ nhân tạo</a:t>
            </a:r>
          </a:p>
        </p:txBody>
      </p:sp>
      <p:sp>
        <p:nvSpPr>
          <p:cNvPr id="35" name="Google Shape;35;p21"/>
          <p:cNvSpPr txBox="1"/>
          <p:nvPr>
            <p:ph idx="1" type="subTitle"/>
          </p:nvPr>
        </p:nvSpPr>
        <p:spPr>
          <a:xfrm>
            <a:off x="952500" y="3524250"/>
            <a:ext cx="10287000" cy="2000250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Đồ án môn học · Xử lý ảnh và ứng dụng</a:t>
            </a:r>
            <a:br/>
            <a:br/>
            <a:r>
              <a:rPr/>
              <a:t>Phạm Công Thành — 25410013 · Nguyễn Minh Hiếu — 25410007</a:t>
            </a:r>
          </a:p>
        </p:txBody>
      </p:sp>
      <p:sp>
        <p:nvSpPr>
          <p:cNvPr id="38" name="Google Shape;38;p21"/>
          <p:cNvSpPr txBox="1"/>
          <p:nvPr>
            <p:ph idx="10" type="dt"/>
          </p:nvPr>
        </p:nvSpPr>
        <p:spPr>
          <a:xfrm>
            <a:off x="6767806" y="6476999"/>
            <a:ext cx="2495896" cy="236763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Tháng 9 năm 2026</a:t>
            </a:r>
          </a:p>
        </p:txBody>
      </p:sp>
      <p:sp>
        <p:nvSpPr>
          <p:cNvPr id="33" name="Google Shape;33;p21"/>
          <p:cNvSpPr txBox="1"/>
          <p:nvPr>
            <p:ph idx="12" type="sldNum"/>
          </p:nvPr>
        </p:nvSpPr>
        <p:spPr>
          <a:xfrm>
            <a:off x="75604" y="6587552"/>
            <a:ext cx="291600" cy="291600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 marR="0">
              <a:spcBef>
                <a:spcPts val="0"/>
              </a:spcBef>
              <a:buNone/>
              <a:defRPr b="0" cap="none" i="0" strike="noStrike" sz="7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 marR="0">
              <a:spcBef>
                <a:spcPts val="0"/>
              </a:spcBef>
              <a:buNone/>
              <a:defRPr b="0" cap="none" i="0" strike="noStrike" sz="7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 marR="0">
              <a:spcBef>
                <a:spcPts val="0"/>
              </a:spcBef>
              <a:buNone/>
              <a:defRPr b="0" cap="none" i="0" strike="noStrike" sz="7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 marR="0">
              <a:spcBef>
                <a:spcPts val="0"/>
              </a:spcBef>
              <a:buNone/>
              <a:defRPr b="0" cap="none" i="0" strike="noStrike" sz="7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 marR="0">
              <a:spcBef>
                <a:spcPts val="0"/>
              </a:spcBef>
              <a:buNone/>
              <a:defRPr b="0" cap="none" i="0" strike="noStrike" sz="7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 marR="0">
              <a:spcBef>
                <a:spcPts val="0"/>
              </a:spcBef>
              <a:buNone/>
              <a:defRPr b="0" cap="none" i="0" strike="noStrike" sz="7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 marR="0">
              <a:spcBef>
                <a:spcPts val="0"/>
              </a:spcBef>
              <a:buNone/>
              <a:defRPr b="0" cap="none" i="0" strike="noStrike" sz="7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 marR="0">
              <a:spcBef>
                <a:spcPts val="0"/>
              </a:spcBef>
              <a:buNone/>
              <a:defRPr b="0" cap="none" i="0" strike="noStrike" sz="7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 marR="0">
              <a:spcBef>
                <a:spcPts val="0"/>
              </a:spcBef>
              <a:buNone/>
              <a:defRPr b="0" cap="none" i="0" strike="noStrike" sz="7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23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Đặt vấn đề</a:t>
            </a:r>
          </a:p>
        </p:txBody>
      </p:sp>
      <p:sp>
        <p:nvSpPr>
          <p:cNvPr id="143" name="Google Shape;143;p23"/>
          <p:cNvSpPr txBox="1"/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77 triệu xe máy</a:t>
            </a:r>
            <a:r>
              <a:rPr/>
              <a:t>, chiếm 85–90% lưu lượng ⇒ ở Việt Nam </a:t>
            </a:r>
            <a:r>
              <a:rPr b="1"/>
              <a:t>biển hai dòng là đa số</a:t>
            </a:r>
            <a:r>
              <a:rPr/>
              <a:t>, không phải ngoại lệ</a:t>
            </a:r>
          </a:p>
          <a:p>
            <a:pPr lvl="0"/>
            <a:r>
              <a:rPr/>
              <a:t>Biển xe mô tô chỉ </a:t>
            </a:r>
            <a:r>
              <a:rPr b="1"/>
              <a:t>190 × 140 mm</a:t>
            </a:r>
            <a:r>
              <a:rPr/>
              <a:t>, tỉ lệ khung hình </a:t>
            </a:r>
            <a:r>
              <a:rPr b="1"/>
              <a:t>1,357</a:t>
            </a:r>
            <a:r>
              <a:rPr/>
              <a:t> — vừa là đối tượng nhỏ, vừa là bố cục hai dòng</a:t>
            </a:r>
          </a:p>
          <a:p>
            <a:pPr lvl="0"/>
            <a:r>
              <a:rPr/>
              <a:t>Mọi bộ nhận dạng ký tự dựng sẵn đều </a:t>
            </a:r>
            <a:r>
              <a:rPr b="1"/>
              <a:t>giả định văn bản nằm trên một dòng ngang</a:t>
            </a:r>
            <a:r>
              <a:rPr/>
              <a:t> — giả định đó </a:t>
            </a:r>
            <a:r>
              <a:rPr b="1"/>
              <a:t>sai</a:t>
            </a:r>
            <a:r>
              <a:rPr/>
              <a:t> với đa số biển số Việt Nam</a:t>
            </a:r>
          </a:p>
          <a:p>
            <a:pPr lvl="0"/>
            <a:r>
              <a:rPr/>
              <a:t>Ảnh thực tế còn thêm: bề mặt phản quang gây </a:t>
            </a:r>
            <a:r>
              <a:rPr b="1"/>
              <a:t>chói cục bộ</a:t>
            </a:r>
            <a:r>
              <a:rPr/>
              <a:t>, biển bám bụi, cong vênh, chụp nghiêng, ngược sáng</a:t>
            </a:r>
          </a:p>
        </p:txBody>
      </p:sp>
      <p:sp>
        <p:nvSpPr>
          <p:cNvPr id="155" name="Google Shape;155;p23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Mục tiêu và chỉ tiêu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Hệ thống chạy đầu-cuối, </a:t>
            </a:r>
            <a:r>
              <a:rPr b="1"/>
              <a:t>suy luận hoàn toàn trên CPU</a:t>
            </a:r>
            <a:r>
              <a:rPr/>
              <a:t>, hỗ trợ cả biển một dòng và hai dòng.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324100"/>
          <a:ext cx="10579100" cy="38481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3517900"/>
                <a:gridCol w="3517900"/>
                <a:gridCol w="35179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Đo cái gì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Sàn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Mục tiêu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mAP@0,5 của bộ phát hiện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0,85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0,90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Đúng mức ký tự (1 − CER)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0,92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0,95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Đúng cả chuỗi, </a:t>
                      </a:r>
                      <a:r>
                        <a:rPr b="1"/>
                        <a:t>trước</a:t>
                      </a:r>
                      <a:r>
                        <a:rPr/>
                        <a:t> hậu xử lý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0,80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0,85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Đúng cả chuỗi, </a:t>
                      </a:r>
                      <a:r>
                        <a:rPr b="1"/>
                        <a:t>sau</a:t>
                      </a:r>
                      <a:r>
                        <a:rPr/>
                        <a:t> hậu xử lý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0,85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0,90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Độ trễ một ảnh, p95, </a:t>
                      </a:r>
                      <a:r>
                        <a:rPr b="1"/>
                        <a:t>trên CPU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≤ 1.500 ms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≤ 800 ms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Bộ dữ liệu: khử trùng lặp bằng băm tri giác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Các bộ công khai fork lẫn nhau, nên </a:t>
            </a:r>
            <a:r>
              <a:rPr b="1"/>
              <a:t>44,2% ảnh là bản trùng</a:t>
            </a:r>
            <a:r>
              <a:rPr/>
              <a:t> — không khử thì đang đo trí nhớ.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324100"/>
          <a:ext cx="10579100" cy="38481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5283200"/>
                <a:gridCol w="52832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Bước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Kết quả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Hợp nhất </a:t>
                      </a:r>
                      <a:r>
                        <a:rPr b="1"/>
                        <a:t>7 bộ công khai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27.111 ảnh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Khử trùng lặp chéo bộ, băm tri giác </a:t>
                      </a:r>
                      <a:r>
                        <a:rPr b="1"/>
                        <a:t>DCT 64 bit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còn </a:t>
                      </a:r>
                      <a:r>
                        <a:rPr b="1"/>
                        <a:t>15.133</a:t>
                      </a:r>
                      <a:r>
                        <a:rPr/>
                        <a:t> ảnh · loại </a:t>
                      </a:r>
                      <a:r>
                        <a:rPr b="1"/>
                        <a:t>44,2%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Ca cực đoan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một bộ vào </a:t>
                      </a:r>
                      <a:r>
                        <a:rPr b="1"/>
                        <a:t>1.005</a:t>
                      </a:r>
                      <a:r>
                        <a:rPr/>
                        <a:t> ảnh, ra </a:t>
                      </a:r>
                      <a:r>
                        <a:rPr b="1"/>
                        <a:t>0</a:t>
                      </a:r>
                      <a:r>
                        <a:rPr/>
                        <a:t> ảnh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Băm đa chỉ mục (nguyên lý chuồng bồ câu)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thuật toán </a:t>
                      </a:r>
                      <a:r>
                        <a:rPr b="1"/>
                        <a:t>chính xác</a:t>
                      </a:r>
                      <a:r>
                        <a:rPr/>
                        <a:t>, không xấp xỉ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Chia tập, giữ nhóm trùng cùng một bên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10.592 / 3.027 / </a:t>
                      </a:r>
                      <a:r>
                        <a:rPr b="1"/>
                        <a:t>1.514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Giới hạn còn lại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pHash tóm tắt </a:t>
                      </a:r>
                      <a:r>
                        <a:rPr b="1"/>
                        <a:t>khung ảnh</a:t>
                      </a:r>
                      <a:r>
                        <a:rPr/>
                        <a:t>, không tóm tắt </a:t>
                      </a:r>
                      <a:r>
                        <a:rPr b="1"/>
                        <a:t>chiếc xe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23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Vì sao biển hai dòng làm gãy bộ nhận dạng</a:t>
            </a:r>
          </a:p>
        </p:txBody>
      </p:sp>
      <p:sp>
        <p:nvSpPr>
          <p:cNvPr id="143" name="Google Shape;143;p23"/>
          <p:cNvSpPr txBox="1"/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CRNN hạ chiều cao bản đồ đặc trưng về 1</a:t>
            </a:r>
            <a:r>
              <a:rPr/>
              <a:t> — đó chính là chỗ giả định "một dòng" nằm</a:t>
            </a:r>
          </a:p>
          <a:p>
            <a:pPr lvl="0"/>
            <a:r>
              <a:rPr/>
              <a:t>Ảnh hai dòng: ký tự hai hàng </a:t>
            </a:r>
            <a:r>
              <a:rPr b="1"/>
              <a:t>bị chiếu chồng lên nhau</a:t>
            </a:r>
            <a:r>
              <a:rPr/>
              <a:t> vào cùng một cột đặc trưng</a:t>
            </a:r>
          </a:p>
          <a:p>
            <a:pPr lvl="0"/>
            <a:r>
              <a:rPr/>
              <a:t>Mô-đun nhận dạng chuẩn hoá mọi ảnh về </a:t>
            </a:r>
            <a:r>
              <a:rPr b="1"/>
              <a:t>48 px</a:t>
            </a:r>
            <a:r>
              <a:rPr/>
              <a:t>, nên mỗi hàng chỉ còn khoảng </a:t>
            </a:r>
            <a:r>
              <a:rPr b="1"/>
              <a:t>24 px</a:t>
            </a:r>
          </a:p>
          <a:p>
            <a:pPr lvl="0"/>
            <a:r>
              <a:rPr/>
              <a:t>Hệ quả: đọc lộn thứ tự, ghép lẫn hai dòng, hoặc </a:t>
            </a:r>
            <a:r>
              <a:rPr b="1"/>
              <a:t>mất hẳn một dòng</a:t>
            </a:r>
          </a:p>
        </p:txBody>
      </p:sp>
      <p:sp>
        <p:nvSpPr>
          <p:cNvPr id="155" name="Google Shape;155;p23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Hướng giải: sửa ảnh, không đổi mô hình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Nếu vấn đề là </a:t>
            </a:r>
            <a:r>
              <a:rPr i="1"/>
              <a:t>ảnh có hai dòng</a:t>
            </a:r>
            <a:r>
              <a:rPr/>
              <a:t>, thì biến nó thành </a:t>
            </a:r>
            <a:r>
              <a:rPr b="1"/>
              <a:t>ảnh một dòng</a:t>
            </a:r>
            <a:r>
              <a:rPr/>
              <a:t> trước khi đưa vào mô hình.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324100"/>
          <a:ext cx="10579100" cy="38481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3517900"/>
                <a:gridCol w="3517900"/>
                <a:gridCol w="35179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Phép xử lý ảnh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Dùng để làm gì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Thay cho phương án hiển nhiên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Ngưỡng tỉ lệ khung hình 2,50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Phân loại một dòng / hai dòng — quy chuẩn cho 4,727 · 2,000 · 1,357 nên có khoảng trống rộng </a:t>
                      </a:r>
                      <a:r>
                        <a:rPr b="1"/>
                        <a:t>2,727</a:t>
                      </a:r>
                      <a:r>
                        <a:rPr/>
                        <a:t> để đặt ngưỡng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Huấn luyện thêm một bộ phân loại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Tách hai nửa + ghép ngang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Biến ảnh hai dòng thành một dòng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Đổi sang mô hình đọc đa dòng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CLAHE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Xử lý mảng chói cục bộ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Cân bằng lược đồ xám </a:t>
                      </a:r>
                      <a:r>
                        <a:rPr b="1"/>
                        <a:t>toàn cục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Lọc song phương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Khử nhiễu mà </a:t>
                      </a:r>
                      <a:r>
                        <a:rPr b="1"/>
                        <a:t>giữ biên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Làm mờ Gauss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Băm tri giác (DCT)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Khử ảnh trùng giữa các bộ dữ liệu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Băm mật mã MD5/SHA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Không gian màu HSV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Nhận màu nền bền với ánh sáng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Phân ngưỡng trên RGB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Chuỗi xử lý trên một biển thật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Mỗi khung là ảnh thật ở đầu ra một bước, dựng từ </a:t>
            </a:r>
            <a:r>
              <a:rPr b="1"/>
              <a:t>chính mã bàn giao</a:t>
            </a:r>
            <a:r>
              <a:rPr/>
              <a:t>.</a:t>
            </a:r>
          </a:p>
        </p:txBody>
      </p:sp>
      <p:pic>
        <p:nvPicPr>
          <p:cNvPr descr="figures/fig-pipeline-strip-ngang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911600" y="2324100"/>
            <a:ext cx="4292600" cy="3848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Bộ luật hậu xử lý ràng buộc theo vị trí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Ba ràng buộc đặc thù biển số Việt Nam, khai thác </a:t>
            </a:r>
            <a:r>
              <a:rPr b="1"/>
              <a:t>theo từng vị trí trong chuỗi</a:t>
            </a:r>
            <a:r>
              <a:rPr/>
              <a:t>.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324100"/>
          <a:ext cx="10579100" cy="38481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3517900"/>
                <a:gridCol w="3517900"/>
                <a:gridCol w="35179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Ràng buộc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Nội dung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Vì sao không dùng luật phẳng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Mã tỉnh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81/89</a:t>
                      </a:r>
                      <a:r>
                        <a:rPr/>
                        <a:t> giá trị được dùng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\d{2}</a:t>
                      </a:r>
                      <a:r>
                        <a:rPr/>
                        <a:t> cho qua 8 chuỗi không tồn tại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Tập seri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Vị trí 1 </a:t>
                      </a:r>
                      <a:r>
                        <a:rPr b="1"/>
                        <a:t>có G không R</a:t>
                      </a:r>
                      <a:r>
                        <a:rPr/>
                        <a:t>; vị trí 2 của xe máy </a:t>
                      </a:r>
                      <a:r>
                        <a:rPr b="1"/>
                        <a:t>có R không 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Danh sách phẳng sai hệ thống trên mọi biển xe máy có </a:t>
                      </a:r>
                      <a:r>
                        <a:rPr>
                          <a:latin typeface="Courier"/>
                        </a:rPr>
                        <a:t>R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Mặt nạ vị trí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DDLDDDDD</a:t>
                      </a:r>
                      <a:r>
                        <a:rPr/>
                        <a:t> · </a:t>
                      </a:r>
                      <a:r>
                        <a:rPr>
                          <a:latin typeface="Courier"/>
                        </a:rPr>
                        <a:t>DDLDDDD</a:t>
                      </a:r>
                      <a:r>
                        <a:rPr/>
                        <a:t> · </a:t>
                      </a:r>
                      <a:r>
                        <a:rPr>
                          <a:latin typeface="Courier"/>
                        </a:rPr>
                        <a:t>DDL?DDDDD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Chỉ số 3 là vị trí </a:t>
                      </a:r>
                      <a:r>
                        <a:rPr b="1"/>
                        <a:t>duy nhất</a:t>
                      </a:r>
                      <a:r>
                        <a:rPr/>
                        <a:t> cả chữ lẫn số đều hợp lệ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Ánh xạ nhầm lẫn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O → 0</a:t>
                      </a:r>
                      <a:r>
                        <a:rPr/>
                        <a:t> hợp lý, </a:t>
                      </a:r>
                      <a:r>
                        <a:rPr>
                          <a:latin typeface="Courier"/>
                        </a:rPr>
                        <a:t>0 → O</a:t>
                      </a:r>
                      <a:r>
                        <a:rPr/>
                        <a:t> </a:t>
                      </a:r>
                      <a:r>
                        <a:rPr b="1"/>
                        <a:t>không bao giờ</a:t>
                      </a:r>
                      <a:r>
                        <a:rPr/>
                        <a:t> — chiều đúng là </a:t>
                      </a:r>
                      <a:r>
                        <a:rPr>
                          <a:latin typeface="Courier"/>
                        </a:rPr>
                        <a:t>0 → 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Bảng đối xứng sẽ tạo ra ký tự bất hợp lệ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Kết quả đo được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Phát hiện </a:t>
            </a:r>
            <a:r>
              <a:rPr b="1"/>
              <a:t>đạt cả bốn chỉ tiêu</a:t>
            </a:r>
            <a:r>
              <a:rPr/>
              <a:t>; phần thiếu nằm trọn ở </a:t>
            </a:r>
            <a:r>
              <a:rPr b="1"/>
              <a:t>biển hai dòng</a:t>
            </a:r>
            <a:r>
              <a:rPr/>
              <a:t>.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324100"/>
          <a:ext cx="10579100" cy="38481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2641600"/>
                <a:gridCol w="2641600"/>
                <a:gridCol w="2641600"/>
                <a:gridCol w="26416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Đo cái gì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Đo được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Ngưỡng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mAP@0,5 · mAP@0,5:0,95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0,9829</a:t>
                      </a:r>
                      <a:r>
                        <a:rPr/>
                        <a:t> · 0,7834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0,90 · 0,65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✅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Precision · Recall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0,9837 · 0,9714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0,92 · 0,90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✅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Đúng mức ký tự (1 − CER)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0,9454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0,95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🟡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Đúng cả chuỗi, sau hậu xử lý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0,7512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0,90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❌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— riêng biển </a:t>
                      </a:r>
                      <a:r>
                        <a:rPr b="1"/>
                        <a:t>một dòng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0,9541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0,90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✅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— riêng biển </a:t>
                      </a:r>
                      <a:r>
                        <a:rPr b="1"/>
                        <a:t>hai dòng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0,6996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0,90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❌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Độ trễ p95 · trung vị, CPU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1.143</a:t>
                      </a:r>
                      <a:r>
                        <a:rPr/>
                        <a:t> · 406 ms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≤ 800 ms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🟡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Khoảng cách nằm ở đâu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Đo mức ký tự thì hai bố cục gần bằng nhau; đo cả chuỗi thì cách một trời một vực.</a:t>
            </a:r>
          </a:p>
        </p:txBody>
      </p:sp>
      <p:pic>
        <p:nvPicPr>
          <p:cNvPr descr="figures/fig-ch4-layout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489200" y="2324100"/>
            <a:ext cx="7112000" cy="3848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Lỗi trông như thế nào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Ba ca hậu xử lý cứu được, ba ca vẫn sai — </a:t>
            </a:r>
            <a:r>
              <a:rPr b="1"/>
              <a:t>cả ba ca sai đều hỏng ở dòng trên</a:t>
            </a:r>
            <a:r>
              <a:rPr/>
              <a:t>.</a:t>
            </a:r>
          </a:p>
        </p:txBody>
      </p:sp>
      <p:pic>
        <p:nvPicPr>
          <p:cNvPr descr="figures/fig-ch4-loi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959100" y="2324100"/>
            <a:ext cx="6184900" cy="3848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Bóc tách đóng góp của từng bước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Mọi bước bật tắt độc lập, nên đóng góp của từng bước </a:t>
            </a:r>
            <a:r>
              <a:rPr b="1"/>
              <a:t>đo được riêng</a:t>
            </a:r>
            <a:r>
              <a:rPr/>
              <a:t> — kể cả khi bằng 0.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324100"/>
          <a:ext cx="10579100" cy="38481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3517900"/>
                <a:gridCol w="3517900"/>
                <a:gridCol w="35179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Bước xử lý ảnh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Mua được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Giá phải trả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Tách hai nửa + ghép ngang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+34,92 điểm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~0 ms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Bộ luật hậu xử lý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+11,39 điểm</a:t>
                      </a:r>
                      <a:r>
                        <a:rPr/>
                        <a:t> · 319 sửa đúng, </a:t>
                      </a:r>
                      <a:r>
                        <a:rPr b="1"/>
                        <a:t>0 hỏng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0,03 ms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Nắn hình + giãn dọc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+34 biển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+244 ms ở p95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Siêu phân giải — đã </a:t>
                      </a:r>
                      <a:r>
                        <a:rPr b="1"/>
                        <a:t>tắt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0 biển</a:t>
                      </a:r>
                      <a:r>
                        <a:rPr/>
                        <a:t>, nhưng </a:t>
                      </a:r>
                      <a:r>
                        <a:rPr b="1"/>
                        <a:t>0/120 mẫu lọt cổng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+319 ms p95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i="1"/>
                        <a:t>Đối chứng:</a:t>
                      </a:r>
                      <a:r>
                        <a:rPr/>
                        <a:t> tách-ghép trên </a:t>
                      </a:r>
                      <a:r>
                        <a:rPr b="1"/>
                        <a:t>Tesseract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+0,03 điểm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—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23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Ba kết quả trái kỳ vọng</a:t>
            </a:r>
          </a:p>
        </p:txBody>
      </p:sp>
      <p:sp>
        <p:nvSpPr>
          <p:cNvPr id="143" name="Google Shape;143;p23"/>
          <p:cNvSpPr txBox="1"/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Tách-ghép không độc lập engine</a:t>
            </a:r>
            <a:r>
              <a:rPr/>
              <a:t> — 34,92 điểm cho PaddleOCR, </a:t>
            </a:r>
            <a:r>
              <a:rPr b="1"/>
              <a:t>0,03</a:t>
            </a:r>
            <a:r>
              <a:rPr/>
              <a:t> cho Tesseract ⇒ điều kiện cần, không đủ</a:t>
            </a:r>
          </a:p>
          <a:p>
            <a:pPr lvl="0"/>
            <a:r>
              <a:rPr b="1"/>
              <a:t>Bảng ánh xạ suy từ hình dạng chỉ phủ 2/10 cặp</a:t>
            </a:r>
            <a:r>
              <a:rPr/>
              <a:t> nhầm phổ biến nhất — trực giác không gợi ra </a:t>
            </a:r>
            <a:r>
              <a:rPr>
                <a:latin typeface="Courier"/>
              </a:rPr>
              <a:t>E → F</a:t>
            </a:r>
            <a:r>
              <a:rPr/>
              <a:t> hay </a:t>
            </a:r>
            <a:r>
              <a:rPr>
                <a:latin typeface="Courier"/>
              </a:rPr>
              <a:t>4 → L</a:t>
            </a:r>
          </a:p>
          <a:p>
            <a:pPr lvl="0"/>
            <a:r>
              <a:rPr b="1"/>
              <a:t>Siêu phân giải mua 0 biển, nhưng 0/120 mẫu lọt cổng</a:t>
            </a:r>
            <a:r>
              <a:rPr/>
              <a:t> ⇒ </a:t>
            </a:r>
            <a:r>
              <a:rPr i="1"/>
              <a:t>chi phí đã đo, lợi ích chưa ai đo được</a:t>
            </a:r>
          </a:p>
        </p:txBody>
      </p:sp>
      <p:sp>
        <p:nvSpPr>
          <p:cNvPr id="155" name="Google Shape;155;p23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Demo: hệ thống chạy thật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Khởi động bằng một lệnh </a:t>
            </a:r>
            <a:r>
              <a:rPr>
                <a:latin typeface="Courier"/>
              </a:rPr>
              <a:t>docker compose up</a:t>
            </a:r>
            <a:r>
              <a:rPr/>
              <a:t>; giao diện hiện </a:t>
            </a:r>
            <a:r>
              <a:rPr b="1"/>
              <a:t>cả chuỗi thô lẫn chuỗi đã sửa</a:t>
            </a:r>
            <a:r>
              <a:rPr/>
              <a:t>.</a:t>
            </a:r>
          </a:p>
        </p:txBody>
      </p:sp>
      <p:pic>
        <p:nvPicPr>
          <p:cNvPr descr="figures/fig-demo-ui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971800" y="2324100"/>
            <a:ext cx="6159500" cy="3848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23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Hướng phát triển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1231900"/>
          <a:ext cx="10579100" cy="49403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3517900"/>
                <a:gridCol w="3517900"/>
                <a:gridCol w="3517900"/>
              </a:tblGrid>
              <a:tr h="0"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#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Hướng phát triển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Giải hạn chế nào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Huấn luyện lại bộ nhận dạng ký tự cho biển số Việt Nam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Nút thắt lớn nhất — biển hai dòng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Thay bảng ánh xạ bằng bảng trích từ ma trận đo được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Rẻ nhất: dữ liệu đã có sẵn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Khử rò rỉ theo </a:t>
                      </a:r>
                      <a:r>
                        <a:rPr b="1"/>
                        <a:t>chuỗi biển số</a:t>
                      </a:r>
                      <a:r>
                        <a:rPr/>
                        <a:t> thay vì theo băm tri giác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Băm tri giác tóm tắt khung ảnh, không tóm tắt chiếc xe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Thu thập dữ liệu biển vàng, xanh, đỏ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97,68% mẫu là biển trắng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155" name="Google Shape;155;p23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23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Cảm ơn — và mời đặt câu hỏi</a:t>
            </a:r>
          </a:p>
        </p:txBody>
      </p:sp>
      <p:sp>
        <p:nvSpPr>
          <p:cNvPr id="143" name="Google Shape;143;p23"/>
          <p:cNvSpPr txBox="1"/>
          <p:nvPr>
            <p:ph idx="1"/>
          </p:nvPr>
        </p:nvSpPr>
        <p:spPr/>
        <p:txBody>
          <a:bodyPr/>
          <a:lstStyle/>
          <a:p>
            <a:pPr lvl="0"/>
            <a:r>
              <a:rPr/>
              <a:t>Chạy đầu-cuối trên máy </a:t>
            </a:r>
            <a:r>
              <a:rPr b="1"/>
              <a:t>không có GPU</a:t>
            </a:r>
            <a:r>
              <a:rPr/>
              <a:t>: bộ phát hiện đạt </a:t>
            </a:r>
            <a:r>
              <a:rPr b="1"/>
              <a:t>mAP@0,5 = 0,9829</a:t>
            </a:r>
          </a:p>
          <a:p>
            <a:pPr lvl="0"/>
            <a:r>
              <a:rPr/>
              <a:t>Bài toán biển hai dòng giải bằng </a:t>
            </a:r>
            <a:r>
              <a:rPr b="1"/>
              <a:t>phép biến đổi ảnh</a:t>
            </a:r>
            <a:r>
              <a:rPr/>
              <a:t>, không bằng mô hình mạnh hơn — mua </a:t>
            </a:r>
            <a:r>
              <a:rPr b="1"/>
              <a:t>34,92 điểm</a:t>
            </a:r>
          </a:p>
          <a:p>
            <a:pPr lvl="0"/>
            <a:r>
              <a:rPr/>
              <a:t>Hậu xử lý theo vị trí đóng góp </a:t>
            </a:r>
            <a:r>
              <a:rPr b="1"/>
              <a:t>+11,39 điểm</a:t>
            </a:r>
            <a:r>
              <a:rPr/>
              <a:t>, </a:t>
            </a:r>
            <a:r>
              <a:rPr b="1"/>
              <a:t>0 ca làm hỏng</a:t>
            </a:r>
            <a:r>
              <a:rPr/>
              <a:t> trên 2.801 biển</a:t>
            </a:r>
          </a:p>
          <a:p>
            <a:pPr lvl="0"/>
            <a:r>
              <a:rPr/>
              <a:t>Nói thẳng phần chưa đạt: đọc đúng cả chuỗi </a:t>
            </a:r>
            <a:r>
              <a:rPr b="1"/>
              <a:t>0,7512</a:t>
            </a:r>
            <a:r>
              <a:rPr/>
              <a:t> so với ngưỡng 0,85, và khoảng cách nằm trọn ở biển hai dòng</a:t>
            </a:r>
          </a:p>
          <a:p>
            <a:pPr lvl="0" indent="0" marL="0">
              <a:buNone/>
            </a:pPr>
            <a:r>
              <a:rPr b="1"/>
              <a:t>Xin cảm ơn thầy cô và các bạn đã lắng nghe.</a:t>
            </a:r>
          </a:p>
        </p:txBody>
      </p:sp>
      <p:sp>
        <p:nvSpPr>
          <p:cNvPr id="155" name="Google Shape;155;p23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UIT Pallete">
      <a:dk1>
        <a:srgbClr val="2A2F4F"/>
      </a:dk1>
      <a:lt1>
        <a:srgbClr val="FFFFFF"/>
      </a:lt1>
      <a:dk2>
        <a:srgbClr val="1C305E"/>
      </a:dk2>
      <a:lt2>
        <a:srgbClr val="E7E6E6"/>
      </a:lt2>
      <a:accent1>
        <a:srgbClr val="0071FF"/>
      </a:accent1>
      <a:accent2>
        <a:srgbClr val="FAAB78"/>
      </a:accent2>
      <a:accent3>
        <a:srgbClr val="EC7171"/>
      </a:accent3>
      <a:accent4>
        <a:srgbClr val="FFCD38"/>
      </a:accent4>
      <a:accent5>
        <a:srgbClr val="4700D8"/>
      </a:accent5>
      <a:accent6>
        <a:srgbClr val="41855B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Xây dựng hệ thống nhận diện biển số xe bằng Trí tuệ nhân tạo</dc:title>
  <dc:creator>Phạm Công Thành — 25410013 · Nguyễn Minh Hiếu — 25410007</dc:creator>
  <cp:keywords/>
  <dcterms:created xsi:type="dcterms:W3CDTF">2026-08-10T19:08:53Z</dcterms:created>
  <dcterms:modified xsi:type="dcterms:W3CDTF">2026-08-10T19:08:53Z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date">
    <vt:lpwstr>Tháng 9 năm 2026</vt:lpwstr>
  </property>
  <property fmtid="{D5CDD505-2E9C-101B-9397-08002B2CF9AE}" pid="3" name="subtitle">
    <vt:lpwstr>Đồ án môn học · Xử lý ảnh và ứng dụng</vt:lpwstr>
  </property>
</Properties>
</file>