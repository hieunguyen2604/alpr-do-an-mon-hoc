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g" ContentType="image/jpeg"/>
  <Default Extension="fntdata" ContentType="application/x-fontdata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ahyp="http://schemas.microsoft.com/office/drawing/2018/hyperlinkcolor" xmlns:c="http://schemas.openxmlformats.org/drawingml/2006/chart" xmlns:com="http://schemas.openxmlformats.org/drawingml/2006/compatibility" xmlns:dgm="http://schemas.openxmlformats.org/drawingml/2006/diagram" xmlns:mc="http://schemas.openxmlformats.org/markup-compatibility/2006" xmlns:mv="urn:schemas-microsoft-com:mac:vml" xmlns:o="urn:schemas-microsoft-com:office:office" xmlns:p="http://schemas.openxmlformats.org/presentationml/2006/main" xmlns:p14="http://schemas.microsoft.com/office/powerpoint/2010/main" xmlns:p15="http://schemas.microsoft.com/office/powerpoint/2012/main" xmlns:pvml="urn:schemas-microsoft-com:office:powerpoint" xmlns:r="http://schemas.openxmlformats.org/officeDocument/2006/relationships" xmlns:v="urn:schemas-microsoft-com:vml" autoCompressPictures="0" embedTrueTypeFonts="1" saveSubsetFonts="1" strictFirstAndLastChars="0">
  <p:sldMasterIdLst>
    <p:sldMasterId id="2147483648" r:id="rId4"/>
  </p:sld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</p:sldIdLst>
  <p:sldSz cx="12192000" cy="6858000"/>
  <p:notesSz cx="6858000" cy="9144000"/>
  <p:embeddedFontLst>
    <p:embeddedFont>
      <p:font typeface="Roboto"/>
      <p:regular r:id="rId21"/>
      <p:bold r:id="rId22"/>
      <p:italic r:id="rId23"/>
      <p:boldItalic r:id="rId24"/>
    </p:embeddedFont>
    <p:embeddedFont>
      <p:font typeface="Open Sans"/>
      <p:regular r:id="rId25"/>
      <p:bold r:id="rId26"/>
      <p:italic r:id="rId27"/>
      <p:boldItalic r:id="rId28"/>
    </p:embeddedFont>
  </p:embeddedFontLst>
  <p:defaultTextStyle>
    <a:defPPr algn="l" lvl="0" marR="0" rtl="0">
      <a:lnSpc>
        <a:spcPct val="100000"/>
      </a:lnSpc>
      <a:spcBef>
        <a:spcPts val="0"/>
      </a:spcBef>
      <a:spcAft>
        <a:spcPts val="0"/>
      </a:spcAft>
    </a:defPPr>
    <a:lvl1pPr algn="l" lvl="0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1pPr>
    <a:lvl2pPr algn="l" lvl="1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2pPr>
    <a:lvl3pPr algn="l" lvl="2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3pPr>
    <a:lvl4pPr algn="l" lvl="3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4pPr>
    <a:lvl5pPr algn="l" lvl="4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5pPr>
    <a:lvl6pPr algn="l" lvl="5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6pPr>
    <a:lvl7pPr algn="l" lvl="6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7pPr>
    <a:lvl8pPr algn="l" lvl="7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8pPr>
    <a:lvl9pPr algn="l" lvl="8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GoogleSlidesCustomDataVersion2">
      <go:slidesCustomData xmlns:go="http://customooxmlschemas.google.com/" roundtripDataSignature="AMtx7mhu5dURU4INwSlvEO7StWDXKr50jg==" r:id="rId29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45BEF19B-5B1D-4A26-B267-ECC71EF7E2D4}">
  <a:tblStyle styleId="{45BEF19B-5B1D-4A26-B267-ECC71EF7E2D4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>
          <a:left>
            <a:ln w="12700" cmpd="sng">
              <a:solidFill>
                <a:srgbClr val="7F7F7F"/>
              </a:solidFill>
            </a:ln>
          </a:left>
          <a:right>
            <a:ln w="12700" cmpd="sng">
              <a:solidFill>
                <a:srgbClr val="7F7F7F"/>
              </a:solidFill>
            </a:ln>
          </a:right>
          <a:top>
            <a:ln w="12700" cmpd="sng">
              <a:solidFill>
                <a:srgbClr val="7F7F7F"/>
              </a:solidFill>
            </a:ln>
          </a:top>
          <a:bottom>
            <a:ln w="12700" cmpd="sng">
              <a:solidFill>
                <a:srgbClr val="7F7F7F"/>
              </a:solidFill>
            </a:ln>
          </a:bottom>
          <a:insideH>
            <a:ln w="12700" cmpd="sng">
              <a:solidFill>
                <a:srgbClr val="7F7F7F"/>
              </a:solidFill>
            </a:ln>
          </a:insideH>
          <a:insideV>
            <a:ln w="12700" cmpd="sng">
              <a:solidFill>
                <a:srgbClr val="7F7F7F"/>
              </a:solidFill>
            </a:ln>
          </a:insideV>
        </a:tcBdr>
      </a:tc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  <a:tblStyle styleId="{EE219758-DFE7-4E60-9379-781288D8A987}" styleName="Table_1">
    <a:wholeTbl>
      <a:tcTxStyle b="off" i="off">
        <a:font>
          <a:latin typeface="Calibri"/>
          <a:ea typeface="Calibri"/>
          <a:cs typeface="Calibri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BEBEB"/>
          </a:solidFill>
        </a:fill>
      </a:tcStyle>
    </a:wholeTbl>
    <a:band1H>
      <a:tcTxStyle/>
      <a:tcStyle>
        <a:fill>
          <a:solidFill>
            <a:srgbClr val="F8D4D4"/>
          </a:solidFill>
        </a:fill>
      </a:tcStyle>
    </a:band1H>
    <a:band2H>
      <a:tcTxStyle/>
    </a:band2H>
    <a:band1V>
      <a:tcTxStyle/>
      <a:tcStyle>
        <a:fill>
          <a:solidFill>
            <a:srgbClr val="F8D4D4"/>
          </a:solidFill>
        </a:fill>
      </a:tcStyle>
    </a:band1V>
    <a:band2V>
      <a:tcTxStyle/>
    </a:band2V>
    <a:lastCol>
      <a:tcTxStyle b="on" i="off">
        <a:font>
          <a:latin typeface="Calibri"/>
          <a:ea typeface="Calibri"/>
          <a:cs typeface="Calibri"/>
        </a:font>
        <a:schemeClr val="lt1"/>
      </a:tcTxStyle>
      <a:tcStyle>
        <a:fill>
          <a:solidFill>
            <a:schemeClr val="accent3"/>
          </a:solidFill>
        </a:fill>
      </a:tcStyle>
    </a:lastCol>
    <a:firstCol>
      <a:tcTxStyle b="on" i="off">
        <a:font>
          <a:latin typeface="Calibri"/>
          <a:ea typeface="Calibri"/>
          <a:cs typeface="Calibri"/>
        </a:font>
        <a:schemeClr val="lt1"/>
      </a:tcTxStyle>
      <a:tcStyle>
        <a:fill>
          <a:solidFill>
            <a:schemeClr val="accent3"/>
          </a:solidFill>
        </a:fill>
      </a:tcStyle>
    </a:firstCol>
    <a:lastRow>
      <a:tcTxStyle b="on" i="off">
        <a:font>
          <a:latin typeface="Calibri"/>
          <a:ea typeface="Calibri"/>
          <a:cs typeface="Calibri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3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Calibri"/>
          <a:ea typeface="Calibri"/>
          <a:cs typeface="Calibri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3"/>
          </a:solidFill>
        </a:fill>
      </a:tcStyle>
    </a:firstRow>
    <a:neCell>
      <a:tcTxStyle/>
    </a:neCell>
    <a:nwCell>
      <a:tcTxStyle/>
    </a:nwCell>
  </a:tblStyle>
</a:tblStyleLst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5" Type="http://schemas.openxmlformats.org/officeDocument/2006/relationships/slide" Target="slides/slide1.xml" /><Relationship Id="rId6" Type="http://schemas.openxmlformats.org/officeDocument/2006/relationships/slide" Target="slides/slide2.xml" /><Relationship Id="rId7" Type="http://schemas.openxmlformats.org/officeDocument/2006/relationships/slide" Target="slides/slide3.xml" /><Relationship Id="rId8" Type="http://schemas.openxmlformats.org/officeDocument/2006/relationships/slide" Target="slides/slide4.xml" /><Relationship Id="rId9" Type="http://schemas.openxmlformats.org/officeDocument/2006/relationships/slide" Target="slides/slide5.xml" /><Relationship Id="rId10" Type="http://schemas.openxmlformats.org/officeDocument/2006/relationships/slide" Target="slides/slide6.xml" /><Relationship Id="rId11" Type="http://schemas.openxmlformats.org/officeDocument/2006/relationships/slide" Target="slides/slide7.xml" /><Relationship Id="rId12" Type="http://schemas.openxmlformats.org/officeDocument/2006/relationships/slide" Target="slides/slide8.xml" /><Relationship Id="rId13" Type="http://schemas.openxmlformats.org/officeDocument/2006/relationships/slide" Target="slides/slide9.xml" /><Relationship Id="rId14" Type="http://schemas.openxmlformats.org/officeDocument/2006/relationships/slide" Target="slides/slide10.xml" /><Relationship Id="rId15" Type="http://schemas.openxmlformats.org/officeDocument/2006/relationships/slide" Target="slides/slide11.xml" /><Relationship Id="rId16" Type="http://schemas.openxmlformats.org/officeDocument/2006/relationships/slide" Target="slides/slide12.xml" /><Relationship Id="rId17" Type="http://schemas.openxmlformats.org/officeDocument/2006/relationships/slide" Target="slides/slide13.xml" /><Relationship Id="rId18" Type="http://schemas.openxmlformats.org/officeDocument/2006/relationships/slide" Target="slides/slide14.xml" /><Relationship Id="rId19" Type="http://schemas.openxmlformats.org/officeDocument/2006/relationships/slide" Target="slides/slide15.xml" /><Relationship Id="rId20" Type="http://schemas.openxmlformats.org/officeDocument/2006/relationships/slide" Target="slides/slide16.xml" /><Relationship Id="rId1" Type="http://schemas.openxmlformats.org/officeDocument/2006/relationships/theme" Target="theme/theme1.xml" /><Relationship Id="rId2" Type="http://schemas.openxmlformats.org/officeDocument/2006/relationships/presProps" Target="presProps.xml" /><Relationship Id="rId3" Type="http://schemas.openxmlformats.org/officeDocument/2006/relationships/tableStyles" Target="tableStyles.xml" /><Relationship Id="rId4" Type="http://schemas.openxmlformats.org/officeDocument/2006/relationships/slideMaster" Target="slideMasters/slideMaster1.xml" /><Relationship Id="rId22" Type="http://schemas.openxmlformats.org/officeDocument/2006/relationships/font" Target="fonts/Roboto-bold.fntdata" /><Relationship Id="rId21" Type="http://schemas.openxmlformats.org/officeDocument/2006/relationships/font" Target="fonts/Roboto-regular.fntdata" /><Relationship Id="rId24" Type="http://schemas.openxmlformats.org/officeDocument/2006/relationships/font" Target="fonts/Roboto-boldItalic.fntdata" /><Relationship Id="rId23" Type="http://schemas.openxmlformats.org/officeDocument/2006/relationships/font" Target="fonts/Roboto-italic.fntdata" /><Relationship Id="rId25" Type="http://schemas.openxmlformats.org/officeDocument/2006/relationships/font" Target="fonts/OpenSans-regular.fntdata" /><Relationship Id="rId27" Type="http://schemas.openxmlformats.org/officeDocument/2006/relationships/font" Target="fonts/OpenSans-italic.fntdata" /><Relationship Id="rId26" Type="http://schemas.openxmlformats.org/officeDocument/2006/relationships/font" Target="fonts/OpenSans-bold.fntdata" /><Relationship Id="rId29" Type="http://customschemas.google.com/relationships/presentationmetadata" Target="metadata" /><Relationship Id="rId28" Type="http://schemas.openxmlformats.org/officeDocument/2006/relationships/font" Target="fonts/OpenSans-boldItalic.fntdata" /></Relationship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Relationship Id="rId3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Relationship Id="rId3" Type="http://schemas.openxmlformats.org/officeDocument/2006/relationships/image" Target="../media/image1.png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jp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jpg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Relationship Id="rId3" Type="http://schemas.openxmlformats.org/officeDocument/2006/relationships/image" Target="../media/image1.png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êu đề">
  <p:cSld name="Title Slide">
    <p:spTree>
      <p:nvGrpSpPr>
        <p:cNvPr id="15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21"/>
          <p:cNvSpPr txBox="1"/>
          <p:nvPr>
            <p:ph idx="11" type="ftr"/>
          </p:nvPr>
        </p:nvSpPr>
        <p:spPr>
          <a:xfrm>
            <a:off x="2353680" y="6480629"/>
            <a:ext cx="4288103" cy="23677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7" name="Google Shape;17;p21"/>
          <p:cNvSpPr/>
          <p:nvPr/>
        </p:nvSpPr>
        <p:spPr>
          <a:xfrm rot="10800000">
            <a:off x="-1" y="0"/>
            <a:ext cx="12192000" cy="6858000"/>
          </a:xfrm>
          <a:custGeom>
            <a:rect b="b" l="l" r="r" t="t"/>
            <a:pathLst>
              <a:path extrusionOk="0" h="6858000" w="12192000">
                <a:moveTo>
                  <a:pt x="12192000" y="304800"/>
                </a:moveTo>
                <a:lnTo>
                  <a:pt x="9909279" y="304800"/>
                </a:lnTo>
                <a:lnTo>
                  <a:pt x="9732789" y="152400"/>
                </a:lnTo>
                <a:lnTo>
                  <a:pt x="5617499" y="152400"/>
                </a:lnTo>
                <a:lnTo>
                  <a:pt x="5441009" y="0"/>
                </a:lnTo>
                <a:lnTo>
                  <a:pt x="12192000" y="0"/>
                </a:lnTo>
                <a:close/>
                <a:moveTo>
                  <a:pt x="0" y="616911"/>
                </a:moveTo>
                <a:lnTo>
                  <a:pt x="0" y="0"/>
                </a:lnTo>
                <a:lnTo>
                  <a:pt x="715617" y="0"/>
                </a:lnTo>
                <a:close/>
                <a:moveTo>
                  <a:pt x="12191999" y="6858000"/>
                </a:moveTo>
                <a:lnTo>
                  <a:pt x="11476382" y="6858000"/>
                </a:lnTo>
                <a:lnTo>
                  <a:pt x="12191999" y="6241089"/>
                </a:lnTo>
                <a:close/>
                <a:moveTo>
                  <a:pt x="6750991" y="6858000"/>
                </a:moveTo>
                <a:lnTo>
                  <a:pt x="0" y="6858000"/>
                </a:lnTo>
                <a:lnTo>
                  <a:pt x="0" y="6553200"/>
                </a:lnTo>
                <a:lnTo>
                  <a:pt x="2282721" y="6553200"/>
                </a:lnTo>
                <a:lnTo>
                  <a:pt x="2459211" y="6705600"/>
                </a:lnTo>
                <a:lnTo>
                  <a:pt x="6574500" y="6705600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" name="Google Shape;18;p21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19" name="Google Shape;19;p21"/>
          <p:cNvGrpSpPr/>
          <p:nvPr/>
        </p:nvGrpSpPr>
        <p:grpSpPr>
          <a:xfrm>
            <a:off x="58527" y="40944"/>
            <a:ext cx="2869771" cy="1563379"/>
            <a:chOff x="44879" y="27296"/>
            <a:chExt cx="2869771" cy="1563379"/>
          </a:xfrm>
        </p:grpSpPr>
        <p:cxnSp>
          <p:nvCxnSpPr>
            <p:cNvPr id="20" name="Google Shape;20;p21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21" name="Google Shape;21;p21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22" name="Google Shape;22;p21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23" name="Google Shape;23;p21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24" name="Google Shape;24;p21"/>
          <p:cNvGrpSpPr/>
          <p:nvPr/>
        </p:nvGrpSpPr>
        <p:grpSpPr>
          <a:xfrm rot="10800000">
            <a:off x="9263702" y="5253677"/>
            <a:ext cx="2869771" cy="1563379"/>
            <a:chOff x="44879" y="27296"/>
            <a:chExt cx="2869771" cy="1563379"/>
          </a:xfrm>
        </p:grpSpPr>
        <p:cxnSp>
          <p:nvCxnSpPr>
            <p:cNvPr id="25" name="Google Shape;25;p21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26" name="Google Shape;26;p21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27" name="Google Shape;27;p21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28" name="Google Shape;28;p21"/>
          <p:cNvSpPr/>
          <p:nvPr/>
        </p:nvSpPr>
        <p:spPr>
          <a:xfrm flipH="1">
            <a:off x="5441009" y="0"/>
            <a:ext cx="6750991" cy="304800"/>
          </a:xfrm>
          <a:custGeom>
            <a:rect b="b" l="l" r="r" t="t"/>
            <a:pathLst>
              <a:path extrusionOk="0" h="304800" w="6750991">
                <a:moveTo>
                  <a:pt x="0" y="0"/>
                </a:moveTo>
                <a:lnTo>
                  <a:pt x="6750991" y="0"/>
                </a:lnTo>
                <a:lnTo>
                  <a:pt x="6574501" y="152400"/>
                </a:lnTo>
                <a:lnTo>
                  <a:pt x="2459211" y="152400"/>
                </a:lnTo>
                <a:lnTo>
                  <a:pt x="2282721" y="304800"/>
                </a:lnTo>
                <a:lnTo>
                  <a:pt x="0" y="304800"/>
                </a:lnTo>
                <a:close/>
              </a:path>
            </a:pathLst>
          </a:custGeom>
          <a:gradFill>
            <a:gsLst>
              <a:gs pos="0">
                <a:srgbClr val="0072FF">
                  <a:alpha val="80000"/>
                </a:srgbClr>
              </a:gs>
              <a:gs pos="100000">
                <a:srgbClr val="00C6FF">
                  <a:alpha val="85098"/>
                </a:srgbClr>
              </a:gs>
            </a:gsLst>
            <a:lin ang="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" name="Google Shape;29;p21"/>
          <p:cNvSpPr/>
          <p:nvPr/>
        </p:nvSpPr>
        <p:spPr>
          <a:xfrm flipH="1" rot="10800000">
            <a:off x="0" y="6553200"/>
            <a:ext cx="6750991" cy="304800"/>
          </a:xfrm>
          <a:custGeom>
            <a:rect b="b" l="l" r="r" t="t"/>
            <a:pathLst>
              <a:path extrusionOk="0" h="304800" w="6750991">
                <a:moveTo>
                  <a:pt x="0" y="0"/>
                </a:moveTo>
                <a:lnTo>
                  <a:pt x="6750991" y="0"/>
                </a:lnTo>
                <a:lnTo>
                  <a:pt x="6574501" y="152400"/>
                </a:lnTo>
                <a:lnTo>
                  <a:pt x="2459211" y="152400"/>
                </a:lnTo>
                <a:lnTo>
                  <a:pt x="2282721" y="304800"/>
                </a:lnTo>
                <a:lnTo>
                  <a:pt x="0" y="304800"/>
                </a:lnTo>
                <a:close/>
              </a:path>
            </a:pathLst>
          </a:custGeom>
          <a:gradFill>
            <a:gsLst>
              <a:gs pos="0">
                <a:srgbClr val="0072FF">
                  <a:alpha val="80000"/>
                </a:srgbClr>
              </a:gs>
              <a:gs pos="100000">
                <a:srgbClr val="00C6FF">
                  <a:alpha val="85098"/>
                </a:srgbClr>
              </a:gs>
            </a:gsLst>
            <a:lin ang="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A picture containing clipart, vector graphics&#10;&#10;Description automatically generated" id="30" name="Google Shape;30;p2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2638" y="362637"/>
            <a:ext cx="544288" cy="450213"/>
          </a:xfrm>
          <a:prstGeom prst="rect">
            <a:avLst/>
          </a:prstGeom>
          <a:noFill/>
          <a:ln>
            <a:noFill/>
          </a:ln>
        </p:spPr>
      </p:pic>
      <p:sp>
        <p:nvSpPr>
          <p:cNvPr id="31" name="Google Shape;31;p21"/>
          <p:cNvSpPr txBox="1"/>
          <p:nvPr/>
        </p:nvSpPr>
        <p:spPr>
          <a:xfrm>
            <a:off x="956926" y="326133"/>
            <a:ext cx="3996607" cy="5232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400" u="none" cap="none" strike="noStrike">
                <a:solidFill>
                  <a:srgbClr val="000046"/>
                </a:solidFill>
                <a:latin typeface="Arial"/>
                <a:ea typeface="Arial"/>
                <a:cs typeface="Arial"/>
                <a:sym typeface="Arial"/>
              </a:rPr>
              <a:t>ĐẠI HỌC QUỐC GIA TP. HỒ CHÍ MINH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400">
                <a:solidFill>
                  <a:srgbClr val="000046"/>
                </a:solidFill>
                <a:latin typeface="Arial"/>
                <a:ea typeface="Arial"/>
                <a:cs typeface="Arial"/>
                <a:sym typeface="Arial"/>
              </a:rPr>
              <a:t>TRƯỜNG ĐẠI HỌC CÔNG NGHỆ THÔNG TIN</a:t>
            </a:r>
            <a:endParaRPr/>
          </a:p>
        </p:txBody>
      </p:sp>
      <p:sp>
        <p:nvSpPr>
          <p:cNvPr id="32" name="Google Shape;32;p21"/>
          <p:cNvSpPr/>
          <p:nvPr/>
        </p:nvSpPr>
        <p:spPr>
          <a:xfrm>
            <a:off x="105836" y="6604291"/>
            <a:ext cx="233916" cy="23391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3" name="Google Shape;33;p21"/>
          <p:cNvSpPr txBox="1"/>
          <p:nvPr>
            <p:ph idx="12" type="sldNum"/>
          </p:nvPr>
        </p:nvSpPr>
        <p:spPr>
          <a:xfrm>
            <a:off x="75604" y="6587552"/>
            <a:ext cx="291600" cy="29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ctr">
              <a:spcBef>
                <a:spcPts val="0"/>
              </a:spcBef>
              <a:buNone/>
              <a:defRPr b="0" i="0" sz="7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ctr">
              <a:spcBef>
                <a:spcPts val="0"/>
              </a:spcBef>
              <a:buNone/>
              <a:defRPr b="0" i="0" sz="7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ctr">
              <a:spcBef>
                <a:spcPts val="0"/>
              </a:spcBef>
              <a:buNone/>
              <a:defRPr b="0" i="0" sz="7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ctr">
              <a:spcBef>
                <a:spcPts val="0"/>
              </a:spcBef>
              <a:buNone/>
              <a:defRPr b="0" i="0" sz="7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ctr">
              <a:spcBef>
                <a:spcPts val="0"/>
              </a:spcBef>
              <a:buNone/>
              <a:defRPr b="0" i="0" sz="7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ctr">
              <a:spcBef>
                <a:spcPts val="0"/>
              </a:spcBef>
              <a:buNone/>
              <a:defRPr b="0" i="0" sz="7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ctr">
              <a:spcBef>
                <a:spcPts val="0"/>
              </a:spcBef>
              <a:buNone/>
              <a:defRPr b="0" i="0" sz="7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ctr">
              <a:spcBef>
                <a:spcPts val="0"/>
              </a:spcBef>
              <a:buNone/>
              <a:defRPr b="0" i="0" sz="7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ctr">
              <a:spcBef>
                <a:spcPts val="0"/>
              </a:spcBef>
              <a:buNone/>
              <a:defRPr b="0" i="0" sz="7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34" name="Google Shape;34;p21"/>
          <p:cNvSpPr txBox="1"/>
          <p:nvPr>
            <p:ph type="ctrTitle"/>
          </p:nvPr>
        </p:nvSpPr>
        <p:spPr>
          <a:xfrm>
            <a:off x="952500" y="1333500"/>
            <a:ext cx="10287000" cy="1905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0046"/>
              </a:buClr>
              <a:buSzPts val="4400"/>
              <a:buNone/>
              <a:defRPr b="1" sz="4400">
                <a:solidFill>
                  <a:srgbClr val="000046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5" name="Google Shape;35;p21"/>
          <p:cNvSpPr txBox="1"/>
          <p:nvPr>
            <p:ph type="subTitle" idx="1"/>
          </p:nvPr>
        </p:nvSpPr>
        <p:spPr>
          <a:xfrm>
            <a:off x="952500" y="3524250"/>
            <a:ext cx="10287000" cy="2000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0046"/>
              </a:buClr>
              <a:buSzPts val="2800"/>
              <a:buNone/>
              <a:defRPr b="1" sz="2800">
                <a:solidFill>
                  <a:srgbClr val="000046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6" name="Google Shape;36;p21"/>
          <p:cNvSpPr txBox="1"/>
          <p:nvPr>
            <p:ph idx="3" type="body"/>
          </p:nvPr>
        </p:nvSpPr>
        <p:spPr>
          <a:xfrm>
            <a:off x="4680970" y="4963048"/>
            <a:ext cx="2830058" cy="345005"/>
          </a:xfrm>
          <a:prstGeom prst="rect">
            <a:avLst/>
          </a:prstGeom>
          <a:gradFill>
            <a:gsLst>
              <a:gs pos="0">
                <a:srgbClr val="0072FF"/>
              </a:gs>
              <a:gs pos="100000">
                <a:srgbClr val="00C6FF"/>
              </a:gs>
            </a:gsLst>
            <a:lin ang="270000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 b="1" i="0" sz="140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7" name="Google Shape;37;p21"/>
          <p:cNvSpPr txBox="1"/>
          <p:nvPr>
            <p:ph idx="4" type="body"/>
          </p:nvPr>
        </p:nvSpPr>
        <p:spPr>
          <a:xfrm>
            <a:off x="1850807" y="3630811"/>
            <a:ext cx="8490387" cy="6442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A5A5A5"/>
              </a:buClr>
              <a:buSzPts val="1200"/>
              <a:buNone/>
              <a:defRPr sz="1200">
                <a:solidFill>
                  <a:srgbClr val="A5A5A5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8" name="Google Shape;38;p21"/>
          <p:cNvSpPr txBox="1"/>
          <p:nvPr>
            <p:ph idx="10" type="dt"/>
          </p:nvPr>
        </p:nvSpPr>
        <p:spPr>
          <a:xfrm>
            <a:off x="6767806" y="6476999"/>
            <a:ext cx="2495896" cy="2367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21"/>
          <p:cNvSpPr/>
          <p:nvPr/>
        </p:nvSpPr>
        <p:spPr>
          <a:xfrm rot="10800000">
            <a:off x="-1" y="0"/>
            <a:ext cx="12192000" cy="6858000"/>
          </a:xfrm>
          <a:custGeom>
            <a:rect b="b" l="l" r="r" t="t"/>
            <a:pathLst>
              <a:path extrusionOk="0" h="6858000" w="12192000">
                <a:moveTo>
                  <a:pt x="12192000" y="304800"/>
                </a:moveTo>
                <a:lnTo>
                  <a:pt x="9909279" y="304800"/>
                </a:lnTo>
                <a:lnTo>
                  <a:pt x="9732789" y="152400"/>
                </a:lnTo>
                <a:lnTo>
                  <a:pt x="5617499" y="152400"/>
                </a:lnTo>
                <a:lnTo>
                  <a:pt x="5441009" y="0"/>
                </a:lnTo>
                <a:lnTo>
                  <a:pt x="12192000" y="0"/>
                </a:lnTo>
                <a:close/>
                <a:moveTo>
                  <a:pt x="0" y="616911"/>
                </a:moveTo>
                <a:lnTo>
                  <a:pt x="0" y="0"/>
                </a:lnTo>
                <a:lnTo>
                  <a:pt x="715617" y="0"/>
                </a:lnTo>
                <a:close/>
                <a:moveTo>
                  <a:pt x="12191999" y="6858000"/>
                </a:moveTo>
                <a:lnTo>
                  <a:pt x="11476382" y="6858000"/>
                </a:lnTo>
                <a:lnTo>
                  <a:pt x="12191999" y="6241089"/>
                </a:lnTo>
                <a:close/>
                <a:moveTo>
                  <a:pt x="6750991" y="6858000"/>
                </a:moveTo>
                <a:lnTo>
                  <a:pt x="0" y="6858000"/>
                </a:lnTo>
                <a:lnTo>
                  <a:pt x="0" y="6553200"/>
                </a:lnTo>
                <a:lnTo>
                  <a:pt x="2282721" y="6553200"/>
                </a:lnTo>
                <a:lnTo>
                  <a:pt x="2459211" y="6705600"/>
                </a:lnTo>
                <a:lnTo>
                  <a:pt x="6574500" y="6705600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" name="Google Shape;40;p21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41" name="Google Shape;41;p21"/>
          <p:cNvGrpSpPr/>
          <p:nvPr/>
        </p:nvGrpSpPr>
        <p:grpSpPr>
          <a:xfrm>
            <a:off x="58527" y="40944"/>
            <a:ext cx="2869771" cy="1563379"/>
            <a:chOff x="44879" y="27296"/>
            <a:chExt cx="2869771" cy="1563379"/>
          </a:xfrm>
        </p:grpSpPr>
        <p:cxnSp>
          <p:nvCxnSpPr>
            <p:cNvPr id="42" name="Google Shape;42;p21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3" name="Google Shape;43;p21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4" name="Google Shape;44;p21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45" name="Google Shape;45;p21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46" name="Google Shape;46;p21"/>
          <p:cNvGrpSpPr/>
          <p:nvPr/>
        </p:nvGrpSpPr>
        <p:grpSpPr>
          <a:xfrm rot="10800000">
            <a:off x="9263702" y="5253677"/>
            <a:ext cx="2869771" cy="1563379"/>
            <a:chOff x="44879" y="27296"/>
            <a:chExt cx="2869771" cy="1563379"/>
          </a:xfrm>
        </p:grpSpPr>
        <p:cxnSp>
          <p:nvCxnSpPr>
            <p:cNvPr id="47" name="Google Shape;47;p21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48" name="Google Shape;48;p21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49" name="Google Shape;49;p21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50" name="Google Shape;50;p21"/>
          <p:cNvSpPr/>
          <p:nvPr/>
        </p:nvSpPr>
        <p:spPr>
          <a:xfrm flipH="1">
            <a:off x="5441009" y="0"/>
            <a:ext cx="6750991" cy="304800"/>
          </a:xfrm>
          <a:custGeom>
            <a:rect b="b" l="l" r="r" t="t"/>
            <a:pathLst>
              <a:path extrusionOk="0" h="304800" w="6750991">
                <a:moveTo>
                  <a:pt x="0" y="0"/>
                </a:moveTo>
                <a:lnTo>
                  <a:pt x="6750991" y="0"/>
                </a:lnTo>
                <a:lnTo>
                  <a:pt x="6574501" y="152400"/>
                </a:lnTo>
                <a:lnTo>
                  <a:pt x="2459211" y="152400"/>
                </a:lnTo>
                <a:lnTo>
                  <a:pt x="2282721" y="304800"/>
                </a:lnTo>
                <a:lnTo>
                  <a:pt x="0" y="304800"/>
                </a:lnTo>
                <a:close/>
              </a:path>
            </a:pathLst>
          </a:custGeom>
          <a:gradFill>
            <a:gsLst>
              <a:gs pos="0">
                <a:srgbClr val="0072FF">
                  <a:alpha val="80000"/>
                </a:srgbClr>
              </a:gs>
              <a:gs pos="100000">
                <a:srgbClr val="00C6FF">
                  <a:alpha val="85098"/>
                </a:srgbClr>
              </a:gs>
            </a:gsLst>
            <a:lin ang="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1" name="Google Shape;51;p21"/>
          <p:cNvSpPr/>
          <p:nvPr/>
        </p:nvSpPr>
        <p:spPr>
          <a:xfrm flipH="1" rot="10800000">
            <a:off x="0" y="6553200"/>
            <a:ext cx="6750991" cy="304800"/>
          </a:xfrm>
          <a:custGeom>
            <a:rect b="b" l="l" r="r" t="t"/>
            <a:pathLst>
              <a:path extrusionOk="0" h="304800" w="6750991">
                <a:moveTo>
                  <a:pt x="0" y="0"/>
                </a:moveTo>
                <a:lnTo>
                  <a:pt x="6750991" y="0"/>
                </a:lnTo>
                <a:lnTo>
                  <a:pt x="6574501" y="152400"/>
                </a:lnTo>
                <a:lnTo>
                  <a:pt x="2459211" y="152400"/>
                </a:lnTo>
                <a:lnTo>
                  <a:pt x="2282721" y="304800"/>
                </a:lnTo>
                <a:lnTo>
                  <a:pt x="0" y="304800"/>
                </a:lnTo>
                <a:close/>
              </a:path>
            </a:pathLst>
          </a:custGeom>
          <a:gradFill>
            <a:gsLst>
              <a:gs pos="0">
                <a:srgbClr val="0072FF">
                  <a:alpha val="80000"/>
                </a:srgbClr>
              </a:gs>
              <a:gs pos="100000">
                <a:srgbClr val="00C6FF">
                  <a:alpha val="85098"/>
                </a:srgbClr>
              </a:gs>
            </a:gsLst>
            <a:lin ang="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A picture containing clipart, vector graphics&#10;&#10;Description automatically generated" id="52" name="Google Shape;52;p2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2638" y="362637"/>
            <a:ext cx="544288" cy="450213"/>
          </a:xfrm>
          <a:prstGeom prst="rect">
            <a:avLst/>
          </a:prstGeom>
          <a:noFill/>
          <a:ln>
            <a:noFill/>
          </a:ln>
        </p:spPr>
      </p:pic>
      <p:sp>
        <p:nvSpPr>
          <p:cNvPr id="53" name="Google Shape;53;p21"/>
          <p:cNvSpPr txBox="1"/>
          <p:nvPr/>
        </p:nvSpPr>
        <p:spPr>
          <a:xfrm>
            <a:off x="956926" y="326133"/>
            <a:ext cx="3996607" cy="5232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>
                <a:solidFill>
                  <a:srgbClr val="000046"/>
                </a:solidFill>
                <a:latin typeface="Arial"/>
                <a:ea typeface="Arial"/>
                <a:cs typeface="Arial"/>
                <a:sym typeface="Arial"/>
              </a:rPr>
              <a:t>ĐẠI HỌC QUỐC GIA TP. HỒ CHÍ MINH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400">
                <a:solidFill>
                  <a:srgbClr val="000046"/>
                </a:solidFill>
                <a:latin typeface="Arial"/>
                <a:ea typeface="Arial"/>
                <a:cs typeface="Arial"/>
                <a:sym typeface="Arial"/>
              </a:rPr>
              <a:t>TRƯỜNG ĐẠI HỌC CÔNG NGHỆ THÔNG TIN</a:t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_Mục lục">
  <p:cSld name="2_Mục lục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22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56" name="Google Shape;56;p22"/>
          <p:cNvGrpSpPr/>
          <p:nvPr/>
        </p:nvGrpSpPr>
        <p:grpSpPr>
          <a:xfrm rot="10800000">
            <a:off x="9263702" y="5930537"/>
            <a:ext cx="2869771" cy="886519"/>
            <a:chOff x="44879" y="27296"/>
            <a:chExt cx="2869771" cy="886519"/>
          </a:xfrm>
        </p:grpSpPr>
        <p:cxnSp>
          <p:nvCxnSpPr>
            <p:cNvPr id="57" name="Google Shape;57;p22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58" name="Google Shape;58;p22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59" name="Google Shape;59;p22"/>
            <p:cNvCxnSpPr/>
            <p:nvPr/>
          </p:nvCxnSpPr>
          <p:spPr>
            <a:xfrm rot="10800000">
              <a:off x="52214" y="654128"/>
              <a:ext cx="0" cy="259687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60" name="Google Shape;60;p22"/>
          <p:cNvSpPr txBox="1"/>
          <p:nvPr>
            <p:ph idx="11" type="ftr"/>
          </p:nvPr>
        </p:nvSpPr>
        <p:spPr>
          <a:xfrm>
            <a:off x="3465443" y="6466114"/>
            <a:ext cx="5261114" cy="25536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grpSp>
        <p:nvGrpSpPr>
          <p:cNvPr id="61" name="Google Shape;61;p22"/>
          <p:cNvGrpSpPr/>
          <p:nvPr/>
        </p:nvGrpSpPr>
        <p:grpSpPr>
          <a:xfrm>
            <a:off x="-1259888" y="1121391"/>
            <a:ext cx="4841288" cy="5054000"/>
            <a:chOff x="-1259888" y="901609"/>
            <a:chExt cx="4841288" cy="5054000"/>
          </a:xfrm>
        </p:grpSpPr>
        <p:grpSp>
          <p:nvGrpSpPr>
            <p:cNvPr id="62" name="Google Shape;62;p22"/>
            <p:cNvGrpSpPr/>
            <p:nvPr/>
          </p:nvGrpSpPr>
          <p:grpSpPr>
            <a:xfrm>
              <a:off x="-1225468" y="901609"/>
              <a:ext cx="4806868" cy="664514"/>
              <a:chOff x="0" y="901609"/>
              <a:chExt cx="4806868" cy="664514"/>
            </a:xfrm>
          </p:grpSpPr>
          <p:cxnSp>
            <p:nvCxnSpPr>
              <p:cNvPr id="63" name="Google Shape;63;p22"/>
              <p:cNvCxnSpPr/>
              <p:nvPr/>
            </p:nvCxnSpPr>
            <p:spPr>
              <a:xfrm>
                <a:off x="0" y="1566123"/>
                <a:ext cx="253393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64" name="Google Shape;64;p22"/>
              <p:cNvCxnSpPr/>
              <p:nvPr/>
            </p:nvCxnSpPr>
            <p:spPr>
              <a:xfrm flipH="1" rot="10800000">
                <a:off x="2520285" y="1059987"/>
                <a:ext cx="591405" cy="506136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65" name="Google Shape;65;p22"/>
              <p:cNvCxnSpPr/>
              <p:nvPr/>
            </p:nvCxnSpPr>
            <p:spPr>
              <a:xfrm>
                <a:off x="3111690" y="1059987"/>
                <a:ext cx="13784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66" name="Google Shape;66;p22"/>
              <p:cNvSpPr/>
              <p:nvPr/>
            </p:nvSpPr>
            <p:spPr>
              <a:xfrm>
                <a:off x="4490113" y="901609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67" name="Google Shape;67;p22"/>
            <p:cNvGrpSpPr/>
            <p:nvPr/>
          </p:nvGrpSpPr>
          <p:grpSpPr>
            <a:xfrm flipH="1" rot="10800000">
              <a:off x="-1225468" y="5291095"/>
              <a:ext cx="4806868" cy="664514"/>
              <a:chOff x="0" y="1232525"/>
              <a:chExt cx="4806868" cy="664514"/>
            </a:xfrm>
          </p:grpSpPr>
          <p:cxnSp>
            <p:nvCxnSpPr>
              <p:cNvPr id="68" name="Google Shape;68;p22"/>
              <p:cNvCxnSpPr/>
              <p:nvPr/>
            </p:nvCxnSpPr>
            <p:spPr>
              <a:xfrm>
                <a:off x="0" y="1897039"/>
                <a:ext cx="253393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69" name="Google Shape;69;p22"/>
              <p:cNvCxnSpPr/>
              <p:nvPr/>
            </p:nvCxnSpPr>
            <p:spPr>
              <a:xfrm flipH="1" rot="10800000">
                <a:off x="2520285" y="1390903"/>
                <a:ext cx="591405" cy="506136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70" name="Google Shape;70;p22"/>
              <p:cNvCxnSpPr/>
              <p:nvPr/>
            </p:nvCxnSpPr>
            <p:spPr>
              <a:xfrm>
                <a:off x="3111690" y="1390903"/>
                <a:ext cx="13784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71" name="Google Shape;71;p22"/>
              <p:cNvSpPr/>
              <p:nvPr/>
            </p:nvSpPr>
            <p:spPr>
              <a:xfrm>
                <a:off x="4490113" y="1232525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72" name="Google Shape;72;p22"/>
            <p:cNvGrpSpPr/>
            <p:nvPr/>
          </p:nvGrpSpPr>
          <p:grpSpPr>
            <a:xfrm>
              <a:off x="-1225469" y="1860637"/>
              <a:ext cx="3835321" cy="547270"/>
              <a:chOff x="-1" y="1860637"/>
              <a:chExt cx="3835321" cy="547270"/>
            </a:xfrm>
          </p:grpSpPr>
          <p:sp>
            <p:nvSpPr>
              <p:cNvPr id="73" name="Google Shape;73;p22"/>
              <p:cNvSpPr/>
              <p:nvPr/>
            </p:nvSpPr>
            <p:spPr>
              <a:xfrm>
                <a:off x="3518565" y="1860637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cxnSp>
            <p:nvCxnSpPr>
              <p:cNvPr id="74" name="Google Shape;74;p22"/>
              <p:cNvCxnSpPr/>
              <p:nvPr/>
            </p:nvCxnSpPr>
            <p:spPr>
              <a:xfrm>
                <a:off x="-1" y="2407907"/>
                <a:ext cx="1985654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75" name="Google Shape;75;p22"/>
              <p:cNvCxnSpPr/>
              <p:nvPr/>
            </p:nvCxnSpPr>
            <p:spPr>
              <a:xfrm flipH="1" rot="10800000">
                <a:off x="1974958" y="2019015"/>
                <a:ext cx="463440" cy="388892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76" name="Google Shape;76;p22"/>
              <p:cNvCxnSpPr/>
              <p:nvPr/>
            </p:nvCxnSpPr>
            <p:spPr>
              <a:xfrm>
                <a:off x="2438398" y="2019015"/>
                <a:ext cx="1080167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</p:grpSp>
        <p:grpSp>
          <p:nvGrpSpPr>
            <p:cNvPr id="77" name="Google Shape;77;p22"/>
            <p:cNvGrpSpPr/>
            <p:nvPr/>
          </p:nvGrpSpPr>
          <p:grpSpPr>
            <a:xfrm flipH="1" rot="10800000">
              <a:off x="-1259888" y="4408929"/>
              <a:ext cx="3835321" cy="547270"/>
              <a:chOff x="-1" y="1860637"/>
              <a:chExt cx="3835321" cy="547270"/>
            </a:xfrm>
          </p:grpSpPr>
          <p:sp>
            <p:nvSpPr>
              <p:cNvPr id="78" name="Google Shape;78;p22"/>
              <p:cNvSpPr/>
              <p:nvPr/>
            </p:nvSpPr>
            <p:spPr>
              <a:xfrm>
                <a:off x="3518565" y="1860637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cxnSp>
            <p:nvCxnSpPr>
              <p:cNvPr id="79" name="Google Shape;79;p22"/>
              <p:cNvCxnSpPr/>
              <p:nvPr/>
            </p:nvCxnSpPr>
            <p:spPr>
              <a:xfrm>
                <a:off x="-1" y="2407907"/>
                <a:ext cx="1985654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80" name="Google Shape;80;p22"/>
              <p:cNvCxnSpPr/>
              <p:nvPr/>
            </p:nvCxnSpPr>
            <p:spPr>
              <a:xfrm flipH="1" rot="10800000">
                <a:off x="1974958" y="2019015"/>
                <a:ext cx="463440" cy="388892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81" name="Google Shape;81;p22"/>
              <p:cNvCxnSpPr/>
              <p:nvPr/>
            </p:nvCxnSpPr>
            <p:spPr>
              <a:xfrm>
                <a:off x="2438398" y="2019015"/>
                <a:ext cx="1080167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</p:grpSp>
        <p:grpSp>
          <p:nvGrpSpPr>
            <p:cNvPr id="82" name="Google Shape;82;p22"/>
            <p:cNvGrpSpPr/>
            <p:nvPr/>
          </p:nvGrpSpPr>
          <p:grpSpPr>
            <a:xfrm>
              <a:off x="-1252333" y="2715185"/>
              <a:ext cx="2776521" cy="436736"/>
              <a:chOff x="-26865" y="2715185"/>
              <a:chExt cx="2776521" cy="436736"/>
            </a:xfrm>
          </p:grpSpPr>
          <p:cxnSp>
            <p:nvCxnSpPr>
              <p:cNvPr id="83" name="Google Shape;83;p22"/>
              <p:cNvCxnSpPr/>
              <p:nvPr/>
            </p:nvCxnSpPr>
            <p:spPr>
              <a:xfrm>
                <a:off x="-26865" y="3151921"/>
                <a:ext cx="14027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84" name="Google Shape;84;p22"/>
              <p:cNvCxnSpPr/>
              <p:nvPr/>
            </p:nvCxnSpPr>
            <p:spPr>
              <a:xfrm flipH="1" rot="10800000">
                <a:off x="1368303" y="2877197"/>
                <a:ext cx="327387" cy="274724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85" name="Google Shape;85;p22"/>
              <p:cNvCxnSpPr/>
              <p:nvPr/>
            </p:nvCxnSpPr>
            <p:spPr>
              <a:xfrm>
                <a:off x="1695690" y="2877197"/>
                <a:ext cx="763061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86" name="Google Shape;86;p22"/>
              <p:cNvSpPr/>
              <p:nvPr/>
            </p:nvSpPr>
            <p:spPr>
              <a:xfrm>
                <a:off x="2432901" y="2715185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87" name="Google Shape;87;p22"/>
            <p:cNvGrpSpPr/>
            <p:nvPr/>
          </p:nvGrpSpPr>
          <p:grpSpPr>
            <a:xfrm>
              <a:off x="-1225468" y="3843225"/>
              <a:ext cx="2802371" cy="433101"/>
              <a:chOff x="-34420" y="3843718"/>
              <a:chExt cx="2802371" cy="433101"/>
            </a:xfrm>
          </p:grpSpPr>
          <p:cxnSp>
            <p:nvCxnSpPr>
              <p:cNvPr id="88" name="Google Shape;88;p22"/>
              <p:cNvCxnSpPr/>
              <p:nvPr/>
            </p:nvCxnSpPr>
            <p:spPr>
              <a:xfrm>
                <a:off x="-34420" y="3843718"/>
                <a:ext cx="14027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89" name="Google Shape;89;p22"/>
              <p:cNvCxnSpPr/>
              <p:nvPr/>
            </p:nvCxnSpPr>
            <p:spPr>
              <a:xfrm>
                <a:off x="1360748" y="3843718"/>
                <a:ext cx="327387" cy="274724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90" name="Google Shape;90;p22"/>
              <p:cNvCxnSpPr/>
              <p:nvPr/>
            </p:nvCxnSpPr>
            <p:spPr>
              <a:xfrm>
                <a:off x="1688135" y="4118442"/>
                <a:ext cx="763061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91" name="Google Shape;91;p22"/>
              <p:cNvSpPr/>
              <p:nvPr/>
            </p:nvSpPr>
            <p:spPr>
              <a:xfrm>
                <a:off x="2451196" y="3960064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</p:grpSp>
      <p:grpSp>
        <p:nvGrpSpPr>
          <p:cNvPr id="92" name="Google Shape;92;p22"/>
          <p:cNvGrpSpPr/>
          <p:nvPr/>
        </p:nvGrpSpPr>
        <p:grpSpPr>
          <a:xfrm flipH="1">
            <a:off x="8607643" y="1121391"/>
            <a:ext cx="4841288" cy="5054000"/>
            <a:chOff x="-1259888" y="901609"/>
            <a:chExt cx="4841288" cy="5054000"/>
          </a:xfrm>
        </p:grpSpPr>
        <p:grpSp>
          <p:nvGrpSpPr>
            <p:cNvPr id="93" name="Google Shape;93;p22"/>
            <p:cNvGrpSpPr/>
            <p:nvPr/>
          </p:nvGrpSpPr>
          <p:grpSpPr>
            <a:xfrm>
              <a:off x="-1225468" y="901609"/>
              <a:ext cx="4806868" cy="664514"/>
              <a:chOff x="0" y="901609"/>
              <a:chExt cx="4806868" cy="664514"/>
            </a:xfrm>
          </p:grpSpPr>
          <p:cxnSp>
            <p:nvCxnSpPr>
              <p:cNvPr id="94" name="Google Shape;94;p22"/>
              <p:cNvCxnSpPr/>
              <p:nvPr/>
            </p:nvCxnSpPr>
            <p:spPr>
              <a:xfrm>
                <a:off x="0" y="1566123"/>
                <a:ext cx="253393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95" name="Google Shape;95;p22"/>
              <p:cNvCxnSpPr/>
              <p:nvPr/>
            </p:nvCxnSpPr>
            <p:spPr>
              <a:xfrm flipH="1" rot="10800000">
                <a:off x="2520285" y="1059987"/>
                <a:ext cx="591405" cy="506136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96" name="Google Shape;96;p22"/>
              <p:cNvCxnSpPr/>
              <p:nvPr/>
            </p:nvCxnSpPr>
            <p:spPr>
              <a:xfrm>
                <a:off x="3111690" y="1059987"/>
                <a:ext cx="13784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97" name="Google Shape;97;p22"/>
              <p:cNvSpPr/>
              <p:nvPr/>
            </p:nvSpPr>
            <p:spPr>
              <a:xfrm>
                <a:off x="4490113" y="901609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98" name="Google Shape;98;p22"/>
            <p:cNvGrpSpPr/>
            <p:nvPr/>
          </p:nvGrpSpPr>
          <p:grpSpPr>
            <a:xfrm flipH="1" rot="10800000">
              <a:off x="-1225468" y="5291095"/>
              <a:ext cx="4806868" cy="664514"/>
              <a:chOff x="0" y="1232525"/>
              <a:chExt cx="4806868" cy="664514"/>
            </a:xfrm>
          </p:grpSpPr>
          <p:cxnSp>
            <p:nvCxnSpPr>
              <p:cNvPr id="99" name="Google Shape;99;p22"/>
              <p:cNvCxnSpPr/>
              <p:nvPr/>
            </p:nvCxnSpPr>
            <p:spPr>
              <a:xfrm>
                <a:off x="0" y="1897039"/>
                <a:ext cx="253393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00" name="Google Shape;100;p22"/>
              <p:cNvCxnSpPr/>
              <p:nvPr/>
            </p:nvCxnSpPr>
            <p:spPr>
              <a:xfrm flipH="1" rot="10800000">
                <a:off x="2520285" y="1390903"/>
                <a:ext cx="591405" cy="506136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01" name="Google Shape;101;p22"/>
              <p:cNvCxnSpPr/>
              <p:nvPr/>
            </p:nvCxnSpPr>
            <p:spPr>
              <a:xfrm>
                <a:off x="3111690" y="1390903"/>
                <a:ext cx="13784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102" name="Google Shape;102;p22"/>
              <p:cNvSpPr/>
              <p:nvPr/>
            </p:nvSpPr>
            <p:spPr>
              <a:xfrm>
                <a:off x="4490113" y="1232525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103" name="Google Shape;103;p22"/>
            <p:cNvGrpSpPr/>
            <p:nvPr/>
          </p:nvGrpSpPr>
          <p:grpSpPr>
            <a:xfrm>
              <a:off x="-1225469" y="1860637"/>
              <a:ext cx="3835321" cy="547270"/>
              <a:chOff x="-1" y="1860637"/>
              <a:chExt cx="3835321" cy="547270"/>
            </a:xfrm>
          </p:grpSpPr>
          <p:sp>
            <p:nvSpPr>
              <p:cNvPr id="104" name="Google Shape;104;p22"/>
              <p:cNvSpPr/>
              <p:nvPr/>
            </p:nvSpPr>
            <p:spPr>
              <a:xfrm>
                <a:off x="3518565" y="1860637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cxnSp>
            <p:nvCxnSpPr>
              <p:cNvPr id="105" name="Google Shape;105;p22"/>
              <p:cNvCxnSpPr/>
              <p:nvPr/>
            </p:nvCxnSpPr>
            <p:spPr>
              <a:xfrm>
                <a:off x="-1" y="2407907"/>
                <a:ext cx="1985654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06" name="Google Shape;106;p22"/>
              <p:cNvCxnSpPr/>
              <p:nvPr/>
            </p:nvCxnSpPr>
            <p:spPr>
              <a:xfrm flipH="1" rot="10800000">
                <a:off x="1974958" y="2019015"/>
                <a:ext cx="463440" cy="388892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07" name="Google Shape;107;p22"/>
              <p:cNvCxnSpPr/>
              <p:nvPr/>
            </p:nvCxnSpPr>
            <p:spPr>
              <a:xfrm>
                <a:off x="2438398" y="2019015"/>
                <a:ext cx="1080167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</p:grpSp>
        <p:grpSp>
          <p:nvGrpSpPr>
            <p:cNvPr id="108" name="Google Shape;108;p22"/>
            <p:cNvGrpSpPr/>
            <p:nvPr/>
          </p:nvGrpSpPr>
          <p:grpSpPr>
            <a:xfrm flipH="1" rot="10800000">
              <a:off x="-1259888" y="4408929"/>
              <a:ext cx="3835321" cy="547270"/>
              <a:chOff x="-1" y="1860637"/>
              <a:chExt cx="3835321" cy="547270"/>
            </a:xfrm>
          </p:grpSpPr>
          <p:sp>
            <p:nvSpPr>
              <p:cNvPr id="109" name="Google Shape;109;p22"/>
              <p:cNvSpPr/>
              <p:nvPr/>
            </p:nvSpPr>
            <p:spPr>
              <a:xfrm>
                <a:off x="3518565" y="1860637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cxnSp>
            <p:nvCxnSpPr>
              <p:cNvPr id="110" name="Google Shape;110;p22"/>
              <p:cNvCxnSpPr/>
              <p:nvPr/>
            </p:nvCxnSpPr>
            <p:spPr>
              <a:xfrm>
                <a:off x="-1" y="2407907"/>
                <a:ext cx="1985654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11" name="Google Shape;111;p22"/>
              <p:cNvCxnSpPr/>
              <p:nvPr/>
            </p:nvCxnSpPr>
            <p:spPr>
              <a:xfrm flipH="1" rot="10800000">
                <a:off x="1974958" y="2019015"/>
                <a:ext cx="463440" cy="388892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12" name="Google Shape;112;p22"/>
              <p:cNvCxnSpPr/>
              <p:nvPr/>
            </p:nvCxnSpPr>
            <p:spPr>
              <a:xfrm>
                <a:off x="2438398" y="2019015"/>
                <a:ext cx="1080167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</p:grpSp>
        <p:grpSp>
          <p:nvGrpSpPr>
            <p:cNvPr id="113" name="Google Shape;113;p22"/>
            <p:cNvGrpSpPr/>
            <p:nvPr/>
          </p:nvGrpSpPr>
          <p:grpSpPr>
            <a:xfrm>
              <a:off x="-1252333" y="2715185"/>
              <a:ext cx="2776521" cy="436736"/>
              <a:chOff x="-26865" y="2715185"/>
              <a:chExt cx="2776521" cy="436736"/>
            </a:xfrm>
          </p:grpSpPr>
          <p:cxnSp>
            <p:nvCxnSpPr>
              <p:cNvPr id="114" name="Google Shape;114;p22"/>
              <p:cNvCxnSpPr/>
              <p:nvPr/>
            </p:nvCxnSpPr>
            <p:spPr>
              <a:xfrm>
                <a:off x="-26865" y="3151921"/>
                <a:ext cx="14027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15" name="Google Shape;115;p22"/>
              <p:cNvCxnSpPr/>
              <p:nvPr/>
            </p:nvCxnSpPr>
            <p:spPr>
              <a:xfrm flipH="1" rot="10800000">
                <a:off x="1368303" y="2877197"/>
                <a:ext cx="327387" cy="274724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16" name="Google Shape;116;p22"/>
              <p:cNvCxnSpPr/>
              <p:nvPr/>
            </p:nvCxnSpPr>
            <p:spPr>
              <a:xfrm>
                <a:off x="1695690" y="2877197"/>
                <a:ext cx="763061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117" name="Google Shape;117;p22"/>
              <p:cNvSpPr/>
              <p:nvPr/>
            </p:nvSpPr>
            <p:spPr>
              <a:xfrm>
                <a:off x="2432901" y="2715185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118" name="Google Shape;118;p22"/>
            <p:cNvGrpSpPr/>
            <p:nvPr/>
          </p:nvGrpSpPr>
          <p:grpSpPr>
            <a:xfrm>
              <a:off x="-1225468" y="3843225"/>
              <a:ext cx="2802371" cy="433101"/>
              <a:chOff x="-34420" y="3843718"/>
              <a:chExt cx="2802371" cy="433101"/>
            </a:xfrm>
          </p:grpSpPr>
          <p:cxnSp>
            <p:nvCxnSpPr>
              <p:cNvPr id="119" name="Google Shape;119;p22"/>
              <p:cNvCxnSpPr/>
              <p:nvPr/>
            </p:nvCxnSpPr>
            <p:spPr>
              <a:xfrm>
                <a:off x="-34420" y="3843718"/>
                <a:ext cx="14027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20" name="Google Shape;120;p22"/>
              <p:cNvCxnSpPr/>
              <p:nvPr/>
            </p:nvCxnSpPr>
            <p:spPr>
              <a:xfrm>
                <a:off x="1360748" y="3843718"/>
                <a:ext cx="327387" cy="274724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21" name="Google Shape;121;p22"/>
              <p:cNvCxnSpPr/>
              <p:nvPr/>
            </p:nvCxnSpPr>
            <p:spPr>
              <a:xfrm>
                <a:off x="1688135" y="4118442"/>
                <a:ext cx="763061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122" name="Google Shape;122;p22"/>
              <p:cNvSpPr/>
              <p:nvPr/>
            </p:nvSpPr>
            <p:spPr>
              <a:xfrm>
                <a:off x="2451196" y="3960064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</p:grpSp>
      <p:sp>
        <p:nvSpPr>
          <p:cNvPr id="123" name="Google Shape;123;p22"/>
          <p:cNvSpPr/>
          <p:nvPr/>
        </p:nvSpPr>
        <p:spPr>
          <a:xfrm>
            <a:off x="11924591" y="6583140"/>
            <a:ext cx="233916" cy="23391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4" name="Google Shape;124;p22"/>
          <p:cNvSpPr txBox="1"/>
          <p:nvPr>
            <p:ph idx="12" type="sldNum"/>
          </p:nvPr>
        </p:nvSpPr>
        <p:spPr>
          <a:xfrm>
            <a:off x="11900400" y="6566400"/>
            <a:ext cx="291600" cy="29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125" name="Google Shape;125;p22"/>
          <p:cNvSpPr txBox="1"/>
          <p:nvPr/>
        </p:nvSpPr>
        <p:spPr>
          <a:xfrm>
            <a:off x="4702630" y="640081"/>
            <a:ext cx="3028822" cy="646331"/>
          </a:xfrm>
          <a:prstGeom prst="rect">
            <a:avLst/>
          </a:prstGeom>
          <a:gradFill>
            <a:gsLst>
              <a:gs pos="0">
                <a:srgbClr val="0072FF"/>
              </a:gs>
              <a:gs pos="100000">
                <a:srgbClr val="00C6FF"/>
              </a:gs>
            </a:gsLst>
            <a:path path="circle">
              <a:fillToRect b="50%" l="50%" r="50%" t="50%"/>
            </a:path>
            <a:tileRect/>
          </a:gradFill>
          <a:ln>
            <a:noFill/>
          </a:ln>
        </p:spPr>
        <p:txBody>
          <a:bodyPr anchorCtr="0" anchor="ctr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360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NỘI DUNG</a:t>
            </a:r>
            <a:endParaRPr/>
          </a:p>
        </p:txBody>
      </p:sp>
      <p:sp>
        <p:nvSpPr>
          <p:cNvPr id="126" name="Google Shape;126;p22"/>
          <p:cNvSpPr txBox="1"/>
          <p:nvPr>
            <p:ph idx="1" type="body"/>
          </p:nvPr>
        </p:nvSpPr>
        <p:spPr>
          <a:xfrm>
            <a:off x="2735144" y="1286346"/>
            <a:ext cx="6721714" cy="4699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3683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200"/>
              <a:buFont typeface="Calibri"/>
              <a:buAutoNum type="arabicPeriod"/>
              <a:defRPr sz="2200"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Calibri"/>
              <a:buAutoNum type="arabicPeriod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AutoNum type="arabicPeriod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AutoNum type="arabicPeriod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AutoNum type="arabicPeriod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27" name="Google Shape;127;p22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128" name="Google Shape;128;p22"/>
          <p:cNvGrpSpPr/>
          <p:nvPr/>
        </p:nvGrpSpPr>
        <p:grpSpPr>
          <a:xfrm>
            <a:off x="58527" y="40944"/>
            <a:ext cx="2869771" cy="886519"/>
            <a:chOff x="44879" y="27296"/>
            <a:chExt cx="2869771" cy="886519"/>
          </a:xfrm>
        </p:grpSpPr>
        <p:cxnSp>
          <p:nvCxnSpPr>
            <p:cNvPr id="129" name="Google Shape;129;p22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30" name="Google Shape;130;p22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31" name="Google Shape;131;p22"/>
            <p:cNvCxnSpPr/>
            <p:nvPr/>
          </p:nvCxnSpPr>
          <p:spPr>
            <a:xfrm rot="10800000">
              <a:off x="52214" y="654128"/>
              <a:ext cx="0" cy="25968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pic>
        <p:nvPicPr>
          <p:cNvPr descr="A picture containing clipart, vector graphics&#10;&#10;Description automatically generated" id="132" name="Google Shape;132;p22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412638" y="362637"/>
            <a:ext cx="544288" cy="450213"/>
          </a:xfrm>
          <a:prstGeom prst="rect">
            <a:avLst/>
          </a:prstGeom>
          <a:noFill/>
          <a:ln>
            <a:noFill/>
          </a:ln>
        </p:spPr>
      </p:pic>
      <p:sp>
        <p:nvSpPr>
          <p:cNvPr id="133" name="Google Shape;133;p22"/>
          <p:cNvSpPr txBox="1"/>
          <p:nvPr>
            <p:ph idx="10" type="dt"/>
          </p:nvPr>
        </p:nvSpPr>
        <p:spPr>
          <a:xfrm>
            <a:off x="796022" y="6454635"/>
            <a:ext cx="2132276" cy="2668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Noi dung" type="obj">
  <p:cSld name="Title and Content"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5" name="Google Shape;135;p23"/>
          <p:cNvSpPr/>
          <p:nvPr/>
        </p:nvSpPr>
        <p:spPr>
          <a:xfrm rot="10800000">
            <a:off x="-2" y="0"/>
            <a:ext cx="12192000" cy="6858000"/>
          </a:xfrm>
          <a:custGeom>
            <a:rect b="b" l="l" r="r" t="t"/>
            <a:pathLst>
              <a:path extrusionOk="0" h="6858000" w="12192000">
                <a:moveTo>
                  <a:pt x="0" y="616911"/>
                </a:moveTo>
                <a:lnTo>
                  <a:pt x="0" y="0"/>
                </a:lnTo>
                <a:lnTo>
                  <a:pt x="715617" y="0"/>
                </a:lnTo>
                <a:close/>
                <a:moveTo>
                  <a:pt x="12192000" y="6858000"/>
                </a:moveTo>
                <a:lnTo>
                  <a:pt x="11476383" y="6858000"/>
                </a:lnTo>
                <a:lnTo>
                  <a:pt x="12192000" y="6241089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6" name="Google Shape;136;p23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137" name="Google Shape;137;p23"/>
          <p:cNvGrpSpPr/>
          <p:nvPr/>
        </p:nvGrpSpPr>
        <p:grpSpPr>
          <a:xfrm>
            <a:off x="58527" y="54292"/>
            <a:ext cx="2869771" cy="1563379"/>
            <a:chOff x="44879" y="27296"/>
            <a:chExt cx="2869771" cy="1563379"/>
          </a:xfrm>
        </p:grpSpPr>
        <p:cxnSp>
          <p:nvCxnSpPr>
            <p:cNvPr id="138" name="Google Shape;138;p23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39" name="Google Shape;139;p23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40" name="Google Shape;140;p23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141" name="Google Shape;141;p23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2" name="Google Shape;142;p23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rgbClr val="0072FF"/>
              </a:buClr>
              <a:buSzPts val="4400"/>
              <a:buFont typeface="Times New Roman"/>
              <a:buNone/>
              <a:defRPr sz="4400"/>
            </a:lvl1pPr>
            <a:lvl2pPr lvl="1">
              <a:spcBef>
                <a:spcPts val="20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43" name="Google Shape;143;p23"/>
          <p:cNvSpPr txBox="1"/>
          <p:nvPr>
            <p:ph idx="1"/>
          </p:nvPr>
        </p:nvSpPr>
        <p:spPr>
          <a:xfrm>
            <a:off x="774145" y="1233824"/>
            <a:ext cx="10579654" cy="49431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44" name="Google Shape;144;p23"/>
          <p:cNvSpPr txBox="1"/>
          <p:nvPr>
            <p:ph idx="11" type="ftr"/>
          </p:nvPr>
        </p:nvSpPr>
        <p:spPr>
          <a:xfrm>
            <a:off x="774146" y="6475620"/>
            <a:ext cx="431178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grpSp>
        <p:nvGrpSpPr>
          <p:cNvPr id="145" name="Google Shape;145;p23"/>
          <p:cNvGrpSpPr/>
          <p:nvPr/>
        </p:nvGrpSpPr>
        <p:grpSpPr>
          <a:xfrm>
            <a:off x="16026" y="4629289"/>
            <a:ext cx="434350" cy="2228711"/>
            <a:chOff x="16026" y="4629289"/>
            <a:chExt cx="434350" cy="2228711"/>
          </a:xfrm>
        </p:grpSpPr>
        <p:sp>
          <p:nvSpPr>
            <p:cNvPr id="146" name="Google Shape;146;p23"/>
            <p:cNvSpPr/>
            <p:nvPr/>
          </p:nvSpPr>
          <p:spPr>
            <a:xfrm>
              <a:off x="16026" y="4629289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47" name="Google Shape;147;p23"/>
            <p:cNvSpPr/>
            <p:nvPr/>
          </p:nvSpPr>
          <p:spPr>
            <a:xfrm>
              <a:off x="16026" y="5005641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48" name="Google Shape;148;p23"/>
            <p:cNvSpPr/>
            <p:nvPr/>
          </p:nvSpPr>
          <p:spPr>
            <a:xfrm>
              <a:off x="16026" y="5381993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49" name="Google Shape;149;p23"/>
            <p:cNvSpPr/>
            <p:nvPr/>
          </p:nvSpPr>
          <p:spPr>
            <a:xfrm>
              <a:off x="16026" y="5758345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50" name="Google Shape;150;p23"/>
            <p:cNvSpPr/>
            <p:nvPr/>
          </p:nvSpPr>
          <p:spPr>
            <a:xfrm>
              <a:off x="16026" y="6134697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51" name="Google Shape;151;p23"/>
            <p:cNvSpPr/>
            <p:nvPr/>
          </p:nvSpPr>
          <p:spPr>
            <a:xfrm>
              <a:off x="16026" y="6511050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152" name="Google Shape;152;p23"/>
          <p:cNvSpPr txBox="1"/>
          <p:nvPr>
            <p:ph idx="10" type="dt"/>
          </p:nvPr>
        </p:nvSpPr>
        <p:spPr>
          <a:xfrm>
            <a:off x="6447446" y="6475620"/>
            <a:ext cx="209009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53" name="Google Shape;153;p23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rgbClr val="376DB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4" name="Google Shape;154;p23"/>
          <p:cNvSpPr/>
          <p:nvPr/>
        </p:nvSpPr>
        <p:spPr>
          <a:xfrm>
            <a:off x="92963" y="6542941"/>
            <a:ext cx="280476" cy="28047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5" name="Google Shape;155;p23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grpSp>
        <p:nvGrpSpPr>
          <p:cNvPr id="156" name="Google Shape;156;p23"/>
          <p:cNvGrpSpPr/>
          <p:nvPr/>
        </p:nvGrpSpPr>
        <p:grpSpPr>
          <a:xfrm rot="10800000">
            <a:off x="9265363" y="5246044"/>
            <a:ext cx="2869771" cy="1563379"/>
            <a:chOff x="44879" y="27296"/>
            <a:chExt cx="2869771" cy="1563379"/>
          </a:xfrm>
        </p:grpSpPr>
        <p:cxnSp>
          <p:nvCxnSpPr>
            <p:cNvPr id="157" name="Google Shape;157;p23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58" name="Google Shape;158;p23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59" name="Google Shape;159;p23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Noi dung 2">
  <p:cSld name="Noi dung 2"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4"/>
          <p:cNvSpPr/>
          <p:nvPr/>
        </p:nvSpPr>
        <p:spPr>
          <a:xfrm rot="10800000">
            <a:off x="-2" y="0"/>
            <a:ext cx="12192000" cy="6858000"/>
          </a:xfrm>
          <a:custGeom>
            <a:rect b="b" l="l" r="r" t="t"/>
            <a:pathLst>
              <a:path extrusionOk="0" h="6858000" w="12192000">
                <a:moveTo>
                  <a:pt x="0" y="616911"/>
                </a:moveTo>
                <a:lnTo>
                  <a:pt x="0" y="0"/>
                </a:lnTo>
                <a:lnTo>
                  <a:pt x="715617" y="0"/>
                </a:lnTo>
                <a:close/>
                <a:moveTo>
                  <a:pt x="12192000" y="6858000"/>
                </a:moveTo>
                <a:lnTo>
                  <a:pt x="11476383" y="6858000"/>
                </a:lnTo>
                <a:lnTo>
                  <a:pt x="12192000" y="6241089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2" name="Google Shape;162;p24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163" name="Google Shape;163;p24"/>
          <p:cNvGrpSpPr/>
          <p:nvPr/>
        </p:nvGrpSpPr>
        <p:grpSpPr>
          <a:xfrm>
            <a:off x="58527" y="54292"/>
            <a:ext cx="2869771" cy="1563379"/>
            <a:chOff x="44879" y="27296"/>
            <a:chExt cx="2869771" cy="1563379"/>
          </a:xfrm>
        </p:grpSpPr>
        <p:cxnSp>
          <p:nvCxnSpPr>
            <p:cNvPr id="164" name="Google Shape;164;p24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65" name="Google Shape;165;p24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66" name="Google Shape;166;p24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167" name="Google Shape;167;p24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8" name="Google Shape;168;p24"/>
          <p:cNvSpPr txBox="1"/>
          <p:nvPr>
            <p:ph type="title"/>
          </p:nvPr>
        </p:nvSpPr>
        <p:spPr>
          <a:xfrm>
            <a:off x="774146" y="202009"/>
            <a:ext cx="3932227" cy="169804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rgbClr val="0072FF"/>
              </a:buClr>
              <a:buSzPts val="4000"/>
              <a:buFont typeface="Times New Roman"/>
              <a:buNone/>
              <a:defRPr sz="4000"/>
            </a:lvl1pPr>
            <a:lvl2pPr lvl="1">
              <a:spcBef>
                <a:spcPts val="20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69" name="Google Shape;169;p24"/>
          <p:cNvSpPr txBox="1"/>
          <p:nvPr>
            <p:ph idx="1" type="body"/>
          </p:nvPr>
        </p:nvSpPr>
        <p:spPr>
          <a:xfrm>
            <a:off x="774144" y="2113808"/>
            <a:ext cx="3932227" cy="40631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70" name="Google Shape;170;p24"/>
          <p:cNvSpPr txBox="1"/>
          <p:nvPr>
            <p:ph idx="11" type="ftr"/>
          </p:nvPr>
        </p:nvSpPr>
        <p:spPr>
          <a:xfrm>
            <a:off x="774146" y="6475620"/>
            <a:ext cx="431178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grpSp>
        <p:nvGrpSpPr>
          <p:cNvPr id="171" name="Google Shape;171;p24"/>
          <p:cNvGrpSpPr/>
          <p:nvPr/>
        </p:nvGrpSpPr>
        <p:grpSpPr>
          <a:xfrm>
            <a:off x="16026" y="4629289"/>
            <a:ext cx="434350" cy="2228711"/>
            <a:chOff x="16026" y="4629289"/>
            <a:chExt cx="434350" cy="2228711"/>
          </a:xfrm>
        </p:grpSpPr>
        <p:sp>
          <p:nvSpPr>
            <p:cNvPr id="172" name="Google Shape;172;p24"/>
            <p:cNvSpPr/>
            <p:nvPr/>
          </p:nvSpPr>
          <p:spPr>
            <a:xfrm>
              <a:off x="16026" y="4629289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73" name="Google Shape;173;p24"/>
            <p:cNvSpPr/>
            <p:nvPr/>
          </p:nvSpPr>
          <p:spPr>
            <a:xfrm>
              <a:off x="16026" y="5005641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74" name="Google Shape;174;p24"/>
            <p:cNvSpPr/>
            <p:nvPr/>
          </p:nvSpPr>
          <p:spPr>
            <a:xfrm>
              <a:off x="16026" y="5381993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75" name="Google Shape;175;p24"/>
            <p:cNvSpPr/>
            <p:nvPr/>
          </p:nvSpPr>
          <p:spPr>
            <a:xfrm>
              <a:off x="16026" y="5758345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76" name="Google Shape;176;p24"/>
            <p:cNvSpPr/>
            <p:nvPr/>
          </p:nvSpPr>
          <p:spPr>
            <a:xfrm>
              <a:off x="16026" y="6134697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77" name="Google Shape;177;p24"/>
            <p:cNvSpPr/>
            <p:nvPr/>
          </p:nvSpPr>
          <p:spPr>
            <a:xfrm>
              <a:off x="16026" y="6511050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178" name="Google Shape;178;p24"/>
          <p:cNvSpPr txBox="1"/>
          <p:nvPr>
            <p:ph idx="10" type="dt"/>
          </p:nvPr>
        </p:nvSpPr>
        <p:spPr>
          <a:xfrm>
            <a:off x="6447446" y="6475620"/>
            <a:ext cx="209009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79" name="Google Shape;179;p24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rgbClr val="376DB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92963" y="6542941"/>
            <a:ext cx="280476" cy="28047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grpSp>
        <p:nvGrpSpPr>
          <p:cNvPr id="182" name="Google Shape;182;p24"/>
          <p:cNvGrpSpPr/>
          <p:nvPr/>
        </p:nvGrpSpPr>
        <p:grpSpPr>
          <a:xfrm rot="10800000">
            <a:off x="9265363" y="5246044"/>
            <a:ext cx="2869771" cy="1563379"/>
            <a:chOff x="44879" y="27296"/>
            <a:chExt cx="2869771" cy="1563379"/>
          </a:xfrm>
        </p:grpSpPr>
        <p:cxnSp>
          <p:nvCxnSpPr>
            <p:cNvPr id="183" name="Google Shape;183;p24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84" name="Google Shape;184;p24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85" name="Google Shape;185;p24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186" name="Google Shape;186;p24"/>
          <p:cNvSpPr txBox="1"/>
          <p:nvPr>
            <p:ph idx="2" type="body"/>
          </p:nvPr>
        </p:nvSpPr>
        <p:spPr>
          <a:xfrm>
            <a:off x="5085934" y="202009"/>
            <a:ext cx="6267866" cy="59696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rang trống" type="blank">
  <p:cSld name="Blank"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25"/>
          <p:cNvSpPr txBox="1"/>
          <p:nvPr>
            <p:ph idx="11" type="ftr"/>
          </p:nvPr>
        </p:nvSpPr>
        <p:spPr>
          <a:xfrm>
            <a:off x="3684104" y="6481647"/>
            <a:ext cx="4823792" cy="23982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9" name="Google Shape;189;p25"/>
          <p:cNvSpPr/>
          <p:nvPr/>
        </p:nvSpPr>
        <p:spPr>
          <a:xfrm rot="10800000">
            <a:off x="-2" y="0"/>
            <a:ext cx="12192000" cy="6858000"/>
          </a:xfrm>
          <a:custGeom>
            <a:rect b="b" l="l" r="r" t="t"/>
            <a:pathLst>
              <a:path extrusionOk="0" h="6858000" w="12192000">
                <a:moveTo>
                  <a:pt x="0" y="616911"/>
                </a:moveTo>
                <a:lnTo>
                  <a:pt x="0" y="0"/>
                </a:lnTo>
                <a:lnTo>
                  <a:pt x="715617" y="0"/>
                </a:lnTo>
                <a:close/>
                <a:moveTo>
                  <a:pt x="12192000" y="6858000"/>
                </a:moveTo>
                <a:lnTo>
                  <a:pt x="11476383" y="6858000"/>
                </a:lnTo>
                <a:lnTo>
                  <a:pt x="12192000" y="6241089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0" name="Google Shape;190;p25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191" name="Google Shape;191;p25"/>
          <p:cNvGrpSpPr/>
          <p:nvPr/>
        </p:nvGrpSpPr>
        <p:grpSpPr>
          <a:xfrm>
            <a:off x="58527" y="40944"/>
            <a:ext cx="2869771" cy="1563379"/>
            <a:chOff x="44879" y="27296"/>
            <a:chExt cx="2869771" cy="1563379"/>
          </a:xfrm>
        </p:grpSpPr>
        <p:cxnSp>
          <p:nvCxnSpPr>
            <p:cNvPr id="192" name="Google Shape;192;p25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93" name="Google Shape;193;p25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94" name="Google Shape;194;p25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195" name="Google Shape;195;p25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196" name="Google Shape;196;p25"/>
          <p:cNvGrpSpPr/>
          <p:nvPr/>
        </p:nvGrpSpPr>
        <p:grpSpPr>
          <a:xfrm rot="10800000">
            <a:off x="9263702" y="5253677"/>
            <a:ext cx="2869771" cy="1563379"/>
            <a:chOff x="44879" y="27296"/>
            <a:chExt cx="2869771" cy="1563379"/>
          </a:xfrm>
        </p:grpSpPr>
        <p:cxnSp>
          <p:nvCxnSpPr>
            <p:cNvPr id="197" name="Google Shape;197;p25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198" name="Google Shape;198;p25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199" name="Google Shape;199;p25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200" name="Google Shape;200;p25"/>
          <p:cNvSpPr/>
          <p:nvPr/>
        </p:nvSpPr>
        <p:spPr>
          <a:xfrm>
            <a:off x="11926541" y="6589084"/>
            <a:ext cx="233916" cy="23391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1" name="Google Shape;201;p25"/>
          <p:cNvSpPr/>
          <p:nvPr/>
        </p:nvSpPr>
        <p:spPr>
          <a:xfrm>
            <a:off x="16026" y="4629289"/>
            <a:ext cx="434350" cy="346950"/>
          </a:xfrm>
          <a:prstGeom prst="rect">
            <a:avLst/>
          </a:prstGeom>
          <a:gradFill>
            <a:gsLst>
              <a:gs pos="0">
                <a:srgbClr val="0072FF"/>
              </a:gs>
              <a:gs pos="100000">
                <a:srgbClr val="00C6FF"/>
              </a:gs>
            </a:gsLst>
            <a:lin ang="2700000" scaled="0"/>
          </a:gradFill>
          <a:ln cap="flat" cmpd="sng" w="12700">
            <a:solidFill>
              <a:srgbClr val="0072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2" name="Google Shape;202;p25"/>
          <p:cNvSpPr/>
          <p:nvPr/>
        </p:nvSpPr>
        <p:spPr>
          <a:xfrm>
            <a:off x="16026" y="5005641"/>
            <a:ext cx="434350" cy="346950"/>
          </a:xfrm>
          <a:prstGeom prst="rect">
            <a:avLst/>
          </a:prstGeom>
          <a:gradFill>
            <a:gsLst>
              <a:gs pos="0">
                <a:srgbClr val="0072FF"/>
              </a:gs>
              <a:gs pos="100000">
                <a:srgbClr val="00C6FF"/>
              </a:gs>
            </a:gsLst>
            <a:lin ang="2700000" scaled="0"/>
          </a:gradFill>
          <a:ln cap="flat" cmpd="sng" w="12700">
            <a:solidFill>
              <a:srgbClr val="0072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3" name="Google Shape;203;p25"/>
          <p:cNvSpPr/>
          <p:nvPr/>
        </p:nvSpPr>
        <p:spPr>
          <a:xfrm>
            <a:off x="16026" y="5381993"/>
            <a:ext cx="434350" cy="346950"/>
          </a:xfrm>
          <a:prstGeom prst="rect">
            <a:avLst/>
          </a:prstGeom>
          <a:gradFill>
            <a:gsLst>
              <a:gs pos="0">
                <a:srgbClr val="0072FF"/>
              </a:gs>
              <a:gs pos="100000">
                <a:srgbClr val="00C6FF"/>
              </a:gs>
            </a:gsLst>
            <a:lin ang="2700000" scaled="0"/>
          </a:gradFill>
          <a:ln cap="flat" cmpd="sng" w="12700">
            <a:solidFill>
              <a:srgbClr val="0072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4" name="Google Shape;204;p25"/>
          <p:cNvSpPr/>
          <p:nvPr/>
        </p:nvSpPr>
        <p:spPr>
          <a:xfrm>
            <a:off x="16026" y="5758345"/>
            <a:ext cx="434350" cy="346950"/>
          </a:xfrm>
          <a:prstGeom prst="rect">
            <a:avLst/>
          </a:prstGeom>
          <a:noFill/>
          <a:ln cap="flat" cmpd="sng" w="12700">
            <a:solidFill>
              <a:srgbClr val="0072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5" name="Google Shape;205;p25"/>
          <p:cNvSpPr/>
          <p:nvPr/>
        </p:nvSpPr>
        <p:spPr>
          <a:xfrm>
            <a:off x="16026" y="6134697"/>
            <a:ext cx="434350" cy="346950"/>
          </a:xfrm>
          <a:prstGeom prst="rect">
            <a:avLst/>
          </a:prstGeom>
          <a:noFill/>
          <a:ln cap="flat" cmpd="sng" w="12700">
            <a:solidFill>
              <a:srgbClr val="0072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6" name="Google Shape;206;p25"/>
          <p:cNvSpPr/>
          <p:nvPr/>
        </p:nvSpPr>
        <p:spPr>
          <a:xfrm>
            <a:off x="16026" y="6511050"/>
            <a:ext cx="434350" cy="346950"/>
          </a:xfrm>
          <a:prstGeom prst="rect">
            <a:avLst/>
          </a:prstGeom>
          <a:noFill/>
          <a:ln cap="flat" cmpd="sng" w="12700">
            <a:solidFill>
              <a:srgbClr val="0072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A picture containing clipart, vector graphics&#10;&#10;Description automatically generated" id="207" name="Google Shape;207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2638" y="362637"/>
            <a:ext cx="544288" cy="450213"/>
          </a:xfrm>
          <a:prstGeom prst="rect">
            <a:avLst/>
          </a:prstGeom>
          <a:noFill/>
          <a:ln>
            <a:noFill/>
          </a:ln>
        </p:spPr>
      </p:pic>
      <p:sp>
        <p:nvSpPr>
          <p:cNvPr id="208" name="Google Shape;208;p25"/>
          <p:cNvSpPr txBox="1"/>
          <p:nvPr>
            <p:ph idx="12" type="sldNum"/>
          </p:nvPr>
        </p:nvSpPr>
        <p:spPr>
          <a:xfrm>
            <a:off x="11897699" y="6560242"/>
            <a:ext cx="291600" cy="29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209" name="Google Shape;209;p25"/>
          <p:cNvSpPr txBox="1"/>
          <p:nvPr>
            <p:ph idx="10" type="dt"/>
          </p:nvPr>
        </p:nvSpPr>
        <p:spPr>
          <a:xfrm>
            <a:off x="838200" y="6481647"/>
            <a:ext cx="2148299" cy="23982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3_Tiêu đề chương">
  <p:cSld name="3_Tiêu đề chương"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Background pattern&#10;&#10;Description automatically generated" id="211" name="Google Shape;211;p26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-1" y="-1"/>
            <a:ext cx="12192001" cy="6854889"/>
          </a:xfrm>
          <a:prstGeom prst="rect">
            <a:avLst/>
          </a:prstGeom>
          <a:noFill/>
          <a:ln>
            <a:noFill/>
          </a:ln>
        </p:spPr>
      </p:pic>
      <p:sp>
        <p:nvSpPr>
          <p:cNvPr id="212" name="Google Shape;212;p26"/>
          <p:cNvSpPr/>
          <p:nvPr/>
        </p:nvSpPr>
        <p:spPr>
          <a:xfrm>
            <a:off x="-1" y="-3113"/>
            <a:ext cx="12192000" cy="6858000"/>
          </a:xfrm>
          <a:prstGeom prst="rect">
            <a:avLst/>
          </a:prstGeom>
          <a:gradFill>
            <a:gsLst>
              <a:gs pos="0">
                <a:srgbClr val="0A4671">
                  <a:alpha val="74901"/>
                </a:srgbClr>
              </a:gs>
              <a:gs pos="100000">
                <a:srgbClr val="0A4671"/>
              </a:gs>
            </a:gsLst>
            <a:path path="circle">
              <a:fillToRect b="50%" l="50%" r="50%" t="50%"/>
            </a:path>
            <a:tileRect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3" name="Google Shape;213;p26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F7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214" name="Google Shape;214;p26"/>
          <p:cNvGrpSpPr/>
          <p:nvPr/>
        </p:nvGrpSpPr>
        <p:grpSpPr>
          <a:xfrm>
            <a:off x="58527" y="40944"/>
            <a:ext cx="2869771" cy="1563379"/>
            <a:chOff x="44879" y="27296"/>
            <a:chExt cx="2869771" cy="1563379"/>
          </a:xfrm>
        </p:grpSpPr>
        <p:cxnSp>
          <p:nvCxnSpPr>
            <p:cNvPr id="215" name="Google Shape;215;p26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F7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216" name="Google Shape;216;p26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F7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217" name="Google Shape;217;p26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F7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218" name="Google Shape;218;p26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F7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219" name="Google Shape;219;p26"/>
          <p:cNvGrpSpPr/>
          <p:nvPr/>
        </p:nvGrpSpPr>
        <p:grpSpPr>
          <a:xfrm rot="10800000">
            <a:off x="9263702" y="5253677"/>
            <a:ext cx="2869771" cy="1563379"/>
            <a:chOff x="44879" y="27296"/>
            <a:chExt cx="2869771" cy="1563379"/>
          </a:xfrm>
        </p:grpSpPr>
        <p:cxnSp>
          <p:nvCxnSpPr>
            <p:cNvPr id="220" name="Google Shape;220;p26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221" name="Google Shape;221;p26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222" name="Google Shape;222;p26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223" name="Google Shape;223;p26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4" name="Google Shape;224;p26"/>
          <p:cNvSpPr txBox="1"/>
          <p:nvPr>
            <p:ph idx="10" type="dt"/>
          </p:nvPr>
        </p:nvSpPr>
        <p:spPr>
          <a:xfrm>
            <a:off x="6060300" y="6481647"/>
            <a:ext cx="2090098" cy="23982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D8D8D8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25" name="Google Shape;225;p26"/>
          <p:cNvSpPr txBox="1"/>
          <p:nvPr>
            <p:ph idx="11" type="ftr"/>
          </p:nvPr>
        </p:nvSpPr>
        <p:spPr>
          <a:xfrm>
            <a:off x="838200" y="6481647"/>
            <a:ext cx="4475922" cy="23982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D8D8D8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26" name="Google Shape;226;p26"/>
          <p:cNvSpPr/>
          <p:nvPr/>
        </p:nvSpPr>
        <p:spPr>
          <a:xfrm>
            <a:off x="95208" y="6583150"/>
            <a:ext cx="233916" cy="23391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7" name="Google Shape;227;p26"/>
          <p:cNvSpPr txBox="1"/>
          <p:nvPr>
            <p:ph idx="12" type="sldNum"/>
          </p:nvPr>
        </p:nvSpPr>
        <p:spPr>
          <a:xfrm>
            <a:off x="65862" y="6542216"/>
            <a:ext cx="292608" cy="31578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228" name="Google Shape;228;p26"/>
          <p:cNvSpPr/>
          <p:nvPr>
            <p:ph idx="1" type="body"/>
          </p:nvPr>
        </p:nvSpPr>
        <p:spPr>
          <a:xfrm>
            <a:off x="1704109" y="3019167"/>
            <a:ext cx="4583866" cy="1439258"/>
          </a:xfrm>
          <a:prstGeom prst="roundRect">
            <a:avLst>
              <a:gd fmla="val 2631" name="adj"/>
            </a:avLst>
          </a:prstGeom>
          <a:solidFill>
            <a:srgbClr val="F2F2F2"/>
          </a:solidFill>
          <a:ln cap="rnd" cmpd="sng" w="19050">
            <a:solidFill>
              <a:srgbClr val="00C6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72FF"/>
              </a:buClr>
              <a:buSzPts val="2000"/>
              <a:buNone/>
              <a:defRPr b="1" i="0" sz="2000">
                <a:solidFill>
                  <a:srgbClr val="0072FF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grpSp>
        <p:nvGrpSpPr>
          <p:cNvPr id="229" name="Google Shape;229;p26"/>
          <p:cNvGrpSpPr/>
          <p:nvPr/>
        </p:nvGrpSpPr>
        <p:grpSpPr>
          <a:xfrm>
            <a:off x="-1" y="4458425"/>
            <a:ext cx="8647103" cy="664514"/>
            <a:chOff x="-349411" y="1322122"/>
            <a:chExt cx="8647103" cy="664514"/>
          </a:xfrm>
        </p:grpSpPr>
        <p:cxnSp>
          <p:nvCxnSpPr>
            <p:cNvPr id="230" name="Google Shape;230;p26"/>
            <p:cNvCxnSpPr/>
            <p:nvPr/>
          </p:nvCxnSpPr>
          <p:spPr>
            <a:xfrm>
              <a:off x="-349411" y="1986636"/>
              <a:ext cx="6360520" cy="0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231" name="Google Shape;231;p26"/>
            <p:cNvCxnSpPr/>
            <p:nvPr/>
          </p:nvCxnSpPr>
          <p:spPr>
            <a:xfrm flipH="1" rot="10800000">
              <a:off x="6011109" y="1480500"/>
              <a:ext cx="591405" cy="506136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232" name="Google Shape;232;p26"/>
            <p:cNvCxnSpPr/>
            <p:nvPr/>
          </p:nvCxnSpPr>
          <p:spPr>
            <a:xfrm>
              <a:off x="6602514" y="1480500"/>
              <a:ext cx="1378423" cy="0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233" name="Google Shape;233;p26"/>
            <p:cNvSpPr/>
            <p:nvPr/>
          </p:nvSpPr>
          <p:spPr>
            <a:xfrm>
              <a:off x="7980937" y="1322122"/>
              <a:ext cx="316755" cy="316755"/>
            </a:xfrm>
            <a:prstGeom prst="ellipse">
              <a:avLst/>
            </a:prstGeom>
            <a:gradFill>
              <a:gsLst>
                <a:gs pos="0">
                  <a:srgbClr val="00F7FF"/>
                </a:gs>
                <a:gs pos="100000">
                  <a:srgbClr val="00C6FF"/>
                </a:gs>
              </a:gsLst>
              <a:lin ang="27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234" name="Google Shape;234;p26"/>
          <p:cNvSpPr/>
          <p:nvPr/>
        </p:nvSpPr>
        <p:spPr>
          <a:xfrm>
            <a:off x="796022" y="2736380"/>
            <a:ext cx="2019600" cy="2019600"/>
          </a:xfrm>
          <a:prstGeom prst="ellipse">
            <a:avLst/>
          </a:prstGeom>
          <a:gradFill>
            <a:gsLst>
              <a:gs pos="0">
                <a:srgbClr val="00C6FF"/>
              </a:gs>
              <a:gs pos="100000">
                <a:srgbClr val="0072FF"/>
              </a:gs>
            </a:gsLst>
            <a:lin ang="5400000" scaled="0"/>
          </a:gradFill>
          <a:ln cap="flat" cmpd="sng" w="12700">
            <a:solidFill>
              <a:srgbClr val="00C6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35" name="Google Shape;235;p26"/>
          <p:cNvSpPr/>
          <p:nvPr>
            <p:ph idx="2" type="pic"/>
          </p:nvPr>
        </p:nvSpPr>
        <p:spPr>
          <a:xfrm>
            <a:off x="690326" y="2728996"/>
            <a:ext cx="2020888" cy="2019600"/>
          </a:xfrm>
          <a:prstGeom prst="ellipse">
            <a:avLst/>
          </a:prstGeom>
          <a:solidFill>
            <a:schemeClr val="lt1"/>
          </a:solidFill>
          <a:ln cap="flat" cmpd="sng" w="19050">
            <a:solidFill>
              <a:srgbClr val="00F7FF"/>
            </a:solidFill>
            <a:prstDash val="solid"/>
            <a:round/>
            <a:headEnd len="sm" w="sm" type="none"/>
            <a:tailEnd len="sm" w="sm" type="none"/>
          </a:ln>
          <a:effectLst>
            <a:outerShdw blurRad="63500" sx="102000" rotWithShape="0" algn="ctr" sy="102000">
              <a:srgbClr val="000000">
                <a:alpha val="40000"/>
              </a:srgbClr>
            </a:outerShdw>
          </a:effectLst>
        </p:spPr>
      </p:sp>
      <p:sp>
        <p:nvSpPr>
          <p:cNvPr id="236" name="Google Shape;236;p26"/>
          <p:cNvSpPr txBox="1"/>
          <p:nvPr>
            <p:ph idx="3" type="body"/>
          </p:nvPr>
        </p:nvSpPr>
        <p:spPr>
          <a:xfrm>
            <a:off x="2711214" y="2263753"/>
            <a:ext cx="3576761" cy="62200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F7FF"/>
              </a:buClr>
              <a:buSzPts val="3600"/>
              <a:buNone/>
              <a:defRPr b="1" sz="3600">
                <a:solidFill>
                  <a:srgbClr val="00F7F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Mục lục">
  <p:cSld name="1_Mục lục">
    <p:spTree>
      <p:nvGrpSpPr>
        <p:cNvPr id="237" name="Shape 2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8" name="Google Shape;238;p27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239" name="Google Shape;239;p27"/>
          <p:cNvGrpSpPr/>
          <p:nvPr/>
        </p:nvGrpSpPr>
        <p:grpSpPr>
          <a:xfrm rot="10800000">
            <a:off x="9263702" y="5930537"/>
            <a:ext cx="2869771" cy="886519"/>
            <a:chOff x="44879" y="27296"/>
            <a:chExt cx="2869771" cy="886519"/>
          </a:xfrm>
        </p:grpSpPr>
        <p:cxnSp>
          <p:nvCxnSpPr>
            <p:cNvPr id="240" name="Google Shape;240;p27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241" name="Google Shape;241;p27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242" name="Google Shape;242;p27"/>
            <p:cNvCxnSpPr/>
            <p:nvPr/>
          </p:nvCxnSpPr>
          <p:spPr>
            <a:xfrm rot="10800000">
              <a:off x="52214" y="654128"/>
              <a:ext cx="0" cy="259687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243" name="Google Shape;243;p27"/>
          <p:cNvSpPr txBox="1"/>
          <p:nvPr>
            <p:ph idx="11" type="ftr"/>
          </p:nvPr>
        </p:nvSpPr>
        <p:spPr>
          <a:xfrm>
            <a:off x="3465443" y="6466114"/>
            <a:ext cx="5261114" cy="25536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grpSp>
        <p:nvGrpSpPr>
          <p:cNvPr id="244" name="Google Shape;244;p27"/>
          <p:cNvGrpSpPr/>
          <p:nvPr/>
        </p:nvGrpSpPr>
        <p:grpSpPr>
          <a:xfrm>
            <a:off x="-2323526" y="1121391"/>
            <a:ext cx="4841288" cy="5054000"/>
            <a:chOff x="-1259888" y="901609"/>
            <a:chExt cx="4841288" cy="5054000"/>
          </a:xfrm>
        </p:grpSpPr>
        <p:grpSp>
          <p:nvGrpSpPr>
            <p:cNvPr id="245" name="Google Shape;245;p27"/>
            <p:cNvGrpSpPr/>
            <p:nvPr/>
          </p:nvGrpSpPr>
          <p:grpSpPr>
            <a:xfrm>
              <a:off x="-1225468" y="901609"/>
              <a:ext cx="4806868" cy="664514"/>
              <a:chOff x="0" y="901609"/>
              <a:chExt cx="4806868" cy="664514"/>
            </a:xfrm>
          </p:grpSpPr>
          <p:cxnSp>
            <p:nvCxnSpPr>
              <p:cNvPr id="246" name="Google Shape;246;p27"/>
              <p:cNvCxnSpPr/>
              <p:nvPr/>
            </p:nvCxnSpPr>
            <p:spPr>
              <a:xfrm>
                <a:off x="0" y="1566123"/>
                <a:ext cx="253393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47" name="Google Shape;247;p27"/>
              <p:cNvCxnSpPr/>
              <p:nvPr/>
            </p:nvCxnSpPr>
            <p:spPr>
              <a:xfrm flipH="1" rot="10800000">
                <a:off x="2520285" y="1059987"/>
                <a:ext cx="591405" cy="506136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48" name="Google Shape;248;p27"/>
              <p:cNvCxnSpPr/>
              <p:nvPr/>
            </p:nvCxnSpPr>
            <p:spPr>
              <a:xfrm>
                <a:off x="3111690" y="1059987"/>
                <a:ext cx="13784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249" name="Google Shape;249;p27"/>
              <p:cNvSpPr/>
              <p:nvPr/>
            </p:nvSpPr>
            <p:spPr>
              <a:xfrm>
                <a:off x="4490113" y="901609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250" name="Google Shape;250;p27"/>
            <p:cNvGrpSpPr/>
            <p:nvPr/>
          </p:nvGrpSpPr>
          <p:grpSpPr>
            <a:xfrm flipH="1" rot="10800000">
              <a:off x="-1225468" y="5291095"/>
              <a:ext cx="4806868" cy="664514"/>
              <a:chOff x="0" y="1232525"/>
              <a:chExt cx="4806868" cy="664514"/>
            </a:xfrm>
          </p:grpSpPr>
          <p:cxnSp>
            <p:nvCxnSpPr>
              <p:cNvPr id="251" name="Google Shape;251;p27"/>
              <p:cNvCxnSpPr/>
              <p:nvPr/>
            </p:nvCxnSpPr>
            <p:spPr>
              <a:xfrm>
                <a:off x="0" y="1897039"/>
                <a:ext cx="253393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52" name="Google Shape;252;p27"/>
              <p:cNvCxnSpPr/>
              <p:nvPr/>
            </p:nvCxnSpPr>
            <p:spPr>
              <a:xfrm flipH="1" rot="10800000">
                <a:off x="2520285" y="1390903"/>
                <a:ext cx="591405" cy="506136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53" name="Google Shape;253;p27"/>
              <p:cNvCxnSpPr/>
              <p:nvPr/>
            </p:nvCxnSpPr>
            <p:spPr>
              <a:xfrm>
                <a:off x="3111690" y="1390903"/>
                <a:ext cx="13784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254" name="Google Shape;254;p27"/>
              <p:cNvSpPr/>
              <p:nvPr/>
            </p:nvSpPr>
            <p:spPr>
              <a:xfrm>
                <a:off x="4490113" y="1232525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255" name="Google Shape;255;p27"/>
            <p:cNvGrpSpPr/>
            <p:nvPr/>
          </p:nvGrpSpPr>
          <p:grpSpPr>
            <a:xfrm>
              <a:off x="-1225469" y="1860637"/>
              <a:ext cx="3835321" cy="547270"/>
              <a:chOff x="-1" y="1860637"/>
              <a:chExt cx="3835321" cy="547270"/>
            </a:xfrm>
          </p:grpSpPr>
          <p:sp>
            <p:nvSpPr>
              <p:cNvPr id="256" name="Google Shape;256;p27"/>
              <p:cNvSpPr/>
              <p:nvPr/>
            </p:nvSpPr>
            <p:spPr>
              <a:xfrm>
                <a:off x="3518565" y="1860637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cxnSp>
            <p:nvCxnSpPr>
              <p:cNvPr id="257" name="Google Shape;257;p27"/>
              <p:cNvCxnSpPr/>
              <p:nvPr/>
            </p:nvCxnSpPr>
            <p:spPr>
              <a:xfrm>
                <a:off x="-1" y="2407907"/>
                <a:ext cx="1985654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58" name="Google Shape;258;p27"/>
              <p:cNvCxnSpPr/>
              <p:nvPr/>
            </p:nvCxnSpPr>
            <p:spPr>
              <a:xfrm flipH="1" rot="10800000">
                <a:off x="1974958" y="2019015"/>
                <a:ext cx="463440" cy="388892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59" name="Google Shape;259;p27"/>
              <p:cNvCxnSpPr/>
              <p:nvPr/>
            </p:nvCxnSpPr>
            <p:spPr>
              <a:xfrm>
                <a:off x="2438398" y="2019015"/>
                <a:ext cx="1080167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</p:grpSp>
        <p:grpSp>
          <p:nvGrpSpPr>
            <p:cNvPr id="260" name="Google Shape;260;p27"/>
            <p:cNvGrpSpPr/>
            <p:nvPr/>
          </p:nvGrpSpPr>
          <p:grpSpPr>
            <a:xfrm flipH="1" rot="10800000">
              <a:off x="-1259888" y="4408929"/>
              <a:ext cx="3835321" cy="547270"/>
              <a:chOff x="-1" y="1860637"/>
              <a:chExt cx="3835321" cy="547270"/>
            </a:xfrm>
          </p:grpSpPr>
          <p:sp>
            <p:nvSpPr>
              <p:cNvPr id="261" name="Google Shape;261;p27"/>
              <p:cNvSpPr/>
              <p:nvPr/>
            </p:nvSpPr>
            <p:spPr>
              <a:xfrm>
                <a:off x="3518565" y="1860637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cxnSp>
            <p:nvCxnSpPr>
              <p:cNvPr id="262" name="Google Shape;262;p27"/>
              <p:cNvCxnSpPr/>
              <p:nvPr/>
            </p:nvCxnSpPr>
            <p:spPr>
              <a:xfrm>
                <a:off x="-1" y="2407907"/>
                <a:ext cx="1985654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63" name="Google Shape;263;p27"/>
              <p:cNvCxnSpPr/>
              <p:nvPr/>
            </p:nvCxnSpPr>
            <p:spPr>
              <a:xfrm flipH="1" rot="10800000">
                <a:off x="1974958" y="2019015"/>
                <a:ext cx="463440" cy="388892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64" name="Google Shape;264;p27"/>
              <p:cNvCxnSpPr/>
              <p:nvPr/>
            </p:nvCxnSpPr>
            <p:spPr>
              <a:xfrm>
                <a:off x="2438398" y="2019015"/>
                <a:ext cx="1080167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</p:grpSp>
        <p:grpSp>
          <p:nvGrpSpPr>
            <p:cNvPr id="265" name="Google Shape;265;p27"/>
            <p:cNvGrpSpPr/>
            <p:nvPr/>
          </p:nvGrpSpPr>
          <p:grpSpPr>
            <a:xfrm>
              <a:off x="-1252333" y="2715185"/>
              <a:ext cx="2776521" cy="436736"/>
              <a:chOff x="-26865" y="2715185"/>
              <a:chExt cx="2776521" cy="436736"/>
            </a:xfrm>
          </p:grpSpPr>
          <p:cxnSp>
            <p:nvCxnSpPr>
              <p:cNvPr id="266" name="Google Shape;266;p27"/>
              <p:cNvCxnSpPr/>
              <p:nvPr/>
            </p:nvCxnSpPr>
            <p:spPr>
              <a:xfrm>
                <a:off x="-26865" y="3151921"/>
                <a:ext cx="14027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67" name="Google Shape;267;p27"/>
              <p:cNvCxnSpPr/>
              <p:nvPr/>
            </p:nvCxnSpPr>
            <p:spPr>
              <a:xfrm flipH="1" rot="10800000">
                <a:off x="1368303" y="2877197"/>
                <a:ext cx="327387" cy="274724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68" name="Google Shape;268;p27"/>
              <p:cNvCxnSpPr/>
              <p:nvPr/>
            </p:nvCxnSpPr>
            <p:spPr>
              <a:xfrm>
                <a:off x="1695690" y="2877197"/>
                <a:ext cx="763061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269" name="Google Shape;269;p27"/>
              <p:cNvSpPr/>
              <p:nvPr/>
            </p:nvSpPr>
            <p:spPr>
              <a:xfrm>
                <a:off x="2432901" y="2715185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270" name="Google Shape;270;p27"/>
            <p:cNvGrpSpPr/>
            <p:nvPr/>
          </p:nvGrpSpPr>
          <p:grpSpPr>
            <a:xfrm>
              <a:off x="-1225468" y="3843225"/>
              <a:ext cx="2802371" cy="433101"/>
              <a:chOff x="-34420" y="3843718"/>
              <a:chExt cx="2802371" cy="433101"/>
            </a:xfrm>
          </p:grpSpPr>
          <p:cxnSp>
            <p:nvCxnSpPr>
              <p:cNvPr id="271" name="Google Shape;271;p27"/>
              <p:cNvCxnSpPr/>
              <p:nvPr/>
            </p:nvCxnSpPr>
            <p:spPr>
              <a:xfrm>
                <a:off x="-34420" y="3843718"/>
                <a:ext cx="14027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72" name="Google Shape;272;p27"/>
              <p:cNvCxnSpPr/>
              <p:nvPr/>
            </p:nvCxnSpPr>
            <p:spPr>
              <a:xfrm>
                <a:off x="1360748" y="3843718"/>
                <a:ext cx="327387" cy="274724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73" name="Google Shape;273;p27"/>
              <p:cNvCxnSpPr/>
              <p:nvPr/>
            </p:nvCxnSpPr>
            <p:spPr>
              <a:xfrm>
                <a:off x="1688135" y="4118442"/>
                <a:ext cx="763061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274" name="Google Shape;274;p27"/>
              <p:cNvSpPr/>
              <p:nvPr/>
            </p:nvSpPr>
            <p:spPr>
              <a:xfrm>
                <a:off x="2451196" y="3960064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</p:grpSp>
      <p:grpSp>
        <p:nvGrpSpPr>
          <p:cNvPr id="275" name="Google Shape;275;p27"/>
          <p:cNvGrpSpPr/>
          <p:nvPr/>
        </p:nvGrpSpPr>
        <p:grpSpPr>
          <a:xfrm flipH="1">
            <a:off x="9674240" y="1121391"/>
            <a:ext cx="4841288" cy="5054000"/>
            <a:chOff x="-1259888" y="901609"/>
            <a:chExt cx="4841288" cy="5054000"/>
          </a:xfrm>
        </p:grpSpPr>
        <p:grpSp>
          <p:nvGrpSpPr>
            <p:cNvPr id="276" name="Google Shape;276;p27"/>
            <p:cNvGrpSpPr/>
            <p:nvPr/>
          </p:nvGrpSpPr>
          <p:grpSpPr>
            <a:xfrm>
              <a:off x="-1225468" y="901609"/>
              <a:ext cx="4806868" cy="664514"/>
              <a:chOff x="0" y="901609"/>
              <a:chExt cx="4806868" cy="664514"/>
            </a:xfrm>
          </p:grpSpPr>
          <p:cxnSp>
            <p:nvCxnSpPr>
              <p:cNvPr id="277" name="Google Shape;277;p27"/>
              <p:cNvCxnSpPr/>
              <p:nvPr/>
            </p:nvCxnSpPr>
            <p:spPr>
              <a:xfrm>
                <a:off x="0" y="1566123"/>
                <a:ext cx="253393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78" name="Google Shape;278;p27"/>
              <p:cNvCxnSpPr/>
              <p:nvPr/>
            </p:nvCxnSpPr>
            <p:spPr>
              <a:xfrm flipH="1" rot="10800000">
                <a:off x="2520285" y="1059987"/>
                <a:ext cx="591405" cy="506136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79" name="Google Shape;279;p27"/>
              <p:cNvCxnSpPr/>
              <p:nvPr/>
            </p:nvCxnSpPr>
            <p:spPr>
              <a:xfrm>
                <a:off x="3111690" y="1059987"/>
                <a:ext cx="13784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280" name="Google Shape;280;p27"/>
              <p:cNvSpPr/>
              <p:nvPr/>
            </p:nvSpPr>
            <p:spPr>
              <a:xfrm>
                <a:off x="4490113" y="901609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281" name="Google Shape;281;p27"/>
            <p:cNvGrpSpPr/>
            <p:nvPr/>
          </p:nvGrpSpPr>
          <p:grpSpPr>
            <a:xfrm flipH="1" rot="10800000">
              <a:off x="-1225468" y="5291095"/>
              <a:ext cx="4806868" cy="664514"/>
              <a:chOff x="0" y="1232525"/>
              <a:chExt cx="4806868" cy="664514"/>
            </a:xfrm>
          </p:grpSpPr>
          <p:cxnSp>
            <p:nvCxnSpPr>
              <p:cNvPr id="282" name="Google Shape;282;p27"/>
              <p:cNvCxnSpPr/>
              <p:nvPr/>
            </p:nvCxnSpPr>
            <p:spPr>
              <a:xfrm>
                <a:off x="0" y="1897039"/>
                <a:ext cx="253393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83" name="Google Shape;283;p27"/>
              <p:cNvCxnSpPr/>
              <p:nvPr/>
            </p:nvCxnSpPr>
            <p:spPr>
              <a:xfrm flipH="1" rot="10800000">
                <a:off x="2520285" y="1390903"/>
                <a:ext cx="591405" cy="506136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84" name="Google Shape;284;p27"/>
              <p:cNvCxnSpPr/>
              <p:nvPr/>
            </p:nvCxnSpPr>
            <p:spPr>
              <a:xfrm>
                <a:off x="3111690" y="1390903"/>
                <a:ext cx="13784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285" name="Google Shape;285;p27"/>
              <p:cNvSpPr/>
              <p:nvPr/>
            </p:nvSpPr>
            <p:spPr>
              <a:xfrm>
                <a:off x="4490113" y="1232525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286" name="Google Shape;286;p27"/>
            <p:cNvGrpSpPr/>
            <p:nvPr/>
          </p:nvGrpSpPr>
          <p:grpSpPr>
            <a:xfrm>
              <a:off x="-1225469" y="1860637"/>
              <a:ext cx="3835321" cy="547270"/>
              <a:chOff x="-1" y="1860637"/>
              <a:chExt cx="3835321" cy="547270"/>
            </a:xfrm>
          </p:grpSpPr>
          <p:sp>
            <p:nvSpPr>
              <p:cNvPr id="287" name="Google Shape;287;p27"/>
              <p:cNvSpPr/>
              <p:nvPr/>
            </p:nvSpPr>
            <p:spPr>
              <a:xfrm>
                <a:off x="3518565" y="1860637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cxnSp>
            <p:nvCxnSpPr>
              <p:cNvPr id="288" name="Google Shape;288;p27"/>
              <p:cNvCxnSpPr/>
              <p:nvPr/>
            </p:nvCxnSpPr>
            <p:spPr>
              <a:xfrm>
                <a:off x="-1" y="2407907"/>
                <a:ext cx="1985654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89" name="Google Shape;289;p27"/>
              <p:cNvCxnSpPr/>
              <p:nvPr/>
            </p:nvCxnSpPr>
            <p:spPr>
              <a:xfrm flipH="1" rot="10800000">
                <a:off x="1974958" y="2019015"/>
                <a:ext cx="463440" cy="388892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90" name="Google Shape;290;p27"/>
              <p:cNvCxnSpPr/>
              <p:nvPr/>
            </p:nvCxnSpPr>
            <p:spPr>
              <a:xfrm>
                <a:off x="2438398" y="2019015"/>
                <a:ext cx="1080167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</p:grpSp>
        <p:grpSp>
          <p:nvGrpSpPr>
            <p:cNvPr id="291" name="Google Shape;291;p27"/>
            <p:cNvGrpSpPr/>
            <p:nvPr/>
          </p:nvGrpSpPr>
          <p:grpSpPr>
            <a:xfrm flipH="1" rot="10800000">
              <a:off x="-1259888" y="4408929"/>
              <a:ext cx="3835321" cy="547270"/>
              <a:chOff x="-1" y="1860637"/>
              <a:chExt cx="3835321" cy="547270"/>
            </a:xfrm>
          </p:grpSpPr>
          <p:sp>
            <p:nvSpPr>
              <p:cNvPr id="292" name="Google Shape;292;p27"/>
              <p:cNvSpPr/>
              <p:nvPr/>
            </p:nvSpPr>
            <p:spPr>
              <a:xfrm>
                <a:off x="3518565" y="1860637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cxnSp>
            <p:nvCxnSpPr>
              <p:cNvPr id="293" name="Google Shape;293;p27"/>
              <p:cNvCxnSpPr/>
              <p:nvPr/>
            </p:nvCxnSpPr>
            <p:spPr>
              <a:xfrm>
                <a:off x="-1" y="2407907"/>
                <a:ext cx="1985654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94" name="Google Shape;294;p27"/>
              <p:cNvCxnSpPr/>
              <p:nvPr/>
            </p:nvCxnSpPr>
            <p:spPr>
              <a:xfrm flipH="1" rot="10800000">
                <a:off x="1974958" y="2019015"/>
                <a:ext cx="463440" cy="388892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95" name="Google Shape;295;p27"/>
              <p:cNvCxnSpPr/>
              <p:nvPr/>
            </p:nvCxnSpPr>
            <p:spPr>
              <a:xfrm>
                <a:off x="2438398" y="2019015"/>
                <a:ext cx="1080167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</p:grpSp>
        <p:grpSp>
          <p:nvGrpSpPr>
            <p:cNvPr id="296" name="Google Shape;296;p27"/>
            <p:cNvGrpSpPr/>
            <p:nvPr/>
          </p:nvGrpSpPr>
          <p:grpSpPr>
            <a:xfrm>
              <a:off x="-1252333" y="2715185"/>
              <a:ext cx="2776521" cy="436736"/>
              <a:chOff x="-26865" y="2715185"/>
              <a:chExt cx="2776521" cy="436736"/>
            </a:xfrm>
          </p:grpSpPr>
          <p:cxnSp>
            <p:nvCxnSpPr>
              <p:cNvPr id="297" name="Google Shape;297;p27"/>
              <p:cNvCxnSpPr/>
              <p:nvPr/>
            </p:nvCxnSpPr>
            <p:spPr>
              <a:xfrm>
                <a:off x="-26865" y="3151921"/>
                <a:ext cx="14027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98" name="Google Shape;298;p27"/>
              <p:cNvCxnSpPr/>
              <p:nvPr/>
            </p:nvCxnSpPr>
            <p:spPr>
              <a:xfrm flipH="1" rot="10800000">
                <a:off x="1368303" y="2877197"/>
                <a:ext cx="327387" cy="274724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99" name="Google Shape;299;p27"/>
              <p:cNvCxnSpPr/>
              <p:nvPr/>
            </p:nvCxnSpPr>
            <p:spPr>
              <a:xfrm>
                <a:off x="1695690" y="2877197"/>
                <a:ext cx="763061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300" name="Google Shape;300;p27"/>
              <p:cNvSpPr/>
              <p:nvPr/>
            </p:nvSpPr>
            <p:spPr>
              <a:xfrm>
                <a:off x="2432901" y="2715185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301" name="Google Shape;301;p27"/>
            <p:cNvGrpSpPr/>
            <p:nvPr/>
          </p:nvGrpSpPr>
          <p:grpSpPr>
            <a:xfrm>
              <a:off x="-1225468" y="3843225"/>
              <a:ext cx="2802371" cy="433101"/>
              <a:chOff x="-34420" y="3843718"/>
              <a:chExt cx="2802371" cy="433101"/>
            </a:xfrm>
          </p:grpSpPr>
          <p:cxnSp>
            <p:nvCxnSpPr>
              <p:cNvPr id="302" name="Google Shape;302;p27"/>
              <p:cNvCxnSpPr/>
              <p:nvPr/>
            </p:nvCxnSpPr>
            <p:spPr>
              <a:xfrm>
                <a:off x="-34420" y="3843718"/>
                <a:ext cx="14027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303" name="Google Shape;303;p27"/>
              <p:cNvCxnSpPr/>
              <p:nvPr/>
            </p:nvCxnSpPr>
            <p:spPr>
              <a:xfrm>
                <a:off x="1360748" y="3843718"/>
                <a:ext cx="327387" cy="274724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304" name="Google Shape;304;p27"/>
              <p:cNvCxnSpPr/>
              <p:nvPr/>
            </p:nvCxnSpPr>
            <p:spPr>
              <a:xfrm>
                <a:off x="1688135" y="4118442"/>
                <a:ext cx="763061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305" name="Google Shape;305;p27"/>
              <p:cNvSpPr/>
              <p:nvPr/>
            </p:nvSpPr>
            <p:spPr>
              <a:xfrm>
                <a:off x="2451196" y="3960064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</p:grpSp>
      <p:sp>
        <p:nvSpPr>
          <p:cNvPr id="306" name="Google Shape;306;p27"/>
          <p:cNvSpPr/>
          <p:nvPr/>
        </p:nvSpPr>
        <p:spPr>
          <a:xfrm>
            <a:off x="82718" y="6583140"/>
            <a:ext cx="233916" cy="233916"/>
          </a:xfrm>
          <a:prstGeom prst="ellipse">
            <a:avLst/>
          </a:prstGeom>
          <a:gradFill>
            <a:gsLst>
              <a:gs pos="0">
                <a:srgbClr val="0072FF"/>
              </a:gs>
              <a:gs pos="99000">
                <a:srgbClr val="00C6FF"/>
              </a:gs>
              <a:gs pos="100000">
                <a:srgbClr val="00C6FF"/>
              </a:gs>
            </a:gsLst>
            <a:lin ang="270000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07" name="Google Shape;307;p27"/>
          <p:cNvSpPr txBox="1"/>
          <p:nvPr>
            <p:ph idx="12" type="sldNum"/>
          </p:nvPr>
        </p:nvSpPr>
        <p:spPr>
          <a:xfrm>
            <a:off x="58527" y="6566400"/>
            <a:ext cx="291600" cy="29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308" name="Google Shape;308;p27"/>
          <p:cNvSpPr txBox="1"/>
          <p:nvPr/>
        </p:nvSpPr>
        <p:spPr>
          <a:xfrm>
            <a:off x="4702630" y="640081"/>
            <a:ext cx="3028822" cy="646331"/>
          </a:xfrm>
          <a:prstGeom prst="rect">
            <a:avLst/>
          </a:prstGeom>
          <a:gradFill>
            <a:gsLst>
              <a:gs pos="0">
                <a:srgbClr val="0072FF"/>
              </a:gs>
              <a:gs pos="100000">
                <a:srgbClr val="00C6FF"/>
              </a:gs>
            </a:gsLst>
            <a:path path="circle">
              <a:fillToRect b="50%" l="50%" r="50%" t="50%"/>
            </a:path>
            <a:tileRect/>
          </a:gradFill>
          <a:ln>
            <a:noFill/>
          </a:ln>
        </p:spPr>
        <p:txBody>
          <a:bodyPr anchorCtr="0" anchor="ctr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3600">
              <a:solidFill>
                <a:schemeClr val="lt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309" name="Google Shape;309;p27"/>
          <p:cNvSpPr txBox="1"/>
          <p:nvPr>
            <p:ph idx="1" type="body"/>
          </p:nvPr>
        </p:nvSpPr>
        <p:spPr>
          <a:xfrm>
            <a:off x="2033899" y="1559014"/>
            <a:ext cx="8124204" cy="415366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Calibri"/>
              <a:buAutoNum type="arabicPeriod"/>
              <a:defRPr sz="2800"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Calibri"/>
              <a:buAutoNum type="arabicPeriod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AutoNum type="arabicPeriod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AutoNum type="arabicPeriod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AutoNum type="arabicPeriod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10" name="Google Shape;310;p27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311" name="Google Shape;311;p27"/>
          <p:cNvGrpSpPr/>
          <p:nvPr/>
        </p:nvGrpSpPr>
        <p:grpSpPr>
          <a:xfrm>
            <a:off x="58527" y="40944"/>
            <a:ext cx="2869771" cy="886519"/>
            <a:chOff x="44879" y="27296"/>
            <a:chExt cx="2869771" cy="886519"/>
          </a:xfrm>
        </p:grpSpPr>
        <p:cxnSp>
          <p:nvCxnSpPr>
            <p:cNvPr id="312" name="Google Shape;312;p27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13" name="Google Shape;313;p27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14" name="Google Shape;314;p27"/>
            <p:cNvCxnSpPr/>
            <p:nvPr/>
          </p:nvCxnSpPr>
          <p:spPr>
            <a:xfrm rot="10800000">
              <a:off x="52214" y="654128"/>
              <a:ext cx="0" cy="25968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315" name="Google Shape;315;p27"/>
          <p:cNvSpPr txBox="1"/>
          <p:nvPr>
            <p:ph idx="10" type="dt"/>
          </p:nvPr>
        </p:nvSpPr>
        <p:spPr>
          <a:xfrm>
            <a:off x="796022" y="6454635"/>
            <a:ext cx="2132276" cy="2668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16" name="Google Shape;316;p27"/>
          <p:cNvSpPr txBox="1"/>
          <p:nvPr>
            <p:ph idx="2" type="body"/>
          </p:nvPr>
        </p:nvSpPr>
        <p:spPr>
          <a:xfrm>
            <a:off x="4859729" y="734646"/>
            <a:ext cx="2714625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b="1" sz="360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17" name="Google Shape;317;p27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rgbClr val="376DB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êu đề chương">
  <p:cSld name="Section Header"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Background pattern&#10;&#10;Description automatically generated" id="319" name="Google Shape;319;p28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-1" y="-1"/>
            <a:ext cx="12192001" cy="6854889"/>
          </a:xfrm>
          <a:prstGeom prst="rect">
            <a:avLst/>
          </a:prstGeom>
          <a:noFill/>
          <a:ln>
            <a:noFill/>
          </a:ln>
        </p:spPr>
      </p:pic>
      <p:sp>
        <p:nvSpPr>
          <p:cNvPr id="320" name="Google Shape;320;p28"/>
          <p:cNvSpPr/>
          <p:nvPr/>
        </p:nvSpPr>
        <p:spPr>
          <a:xfrm>
            <a:off x="-1" y="-3113"/>
            <a:ext cx="12192000" cy="6858000"/>
          </a:xfrm>
          <a:prstGeom prst="rect">
            <a:avLst/>
          </a:prstGeom>
          <a:gradFill>
            <a:gsLst>
              <a:gs pos="0">
                <a:srgbClr val="0A4671">
                  <a:alpha val="74901"/>
                </a:srgbClr>
              </a:gs>
              <a:gs pos="100000">
                <a:srgbClr val="0A4671"/>
              </a:gs>
            </a:gsLst>
            <a:path path="circle">
              <a:fillToRect b="50%" l="50%" r="50%" t="50%"/>
            </a:path>
            <a:tileRect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1" name="Google Shape;321;p28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F7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322" name="Google Shape;322;p28"/>
          <p:cNvGrpSpPr/>
          <p:nvPr/>
        </p:nvGrpSpPr>
        <p:grpSpPr>
          <a:xfrm>
            <a:off x="58527" y="40944"/>
            <a:ext cx="2869771" cy="1563379"/>
            <a:chOff x="44879" y="27296"/>
            <a:chExt cx="2869771" cy="1563379"/>
          </a:xfrm>
        </p:grpSpPr>
        <p:cxnSp>
          <p:nvCxnSpPr>
            <p:cNvPr id="323" name="Google Shape;323;p28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F7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24" name="Google Shape;324;p28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F7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25" name="Google Shape;325;p28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F7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326" name="Google Shape;326;p28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F7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327" name="Google Shape;327;p28"/>
          <p:cNvGrpSpPr/>
          <p:nvPr/>
        </p:nvGrpSpPr>
        <p:grpSpPr>
          <a:xfrm rot="10800000">
            <a:off x="9263702" y="5253677"/>
            <a:ext cx="2869771" cy="1563379"/>
            <a:chOff x="44879" y="27296"/>
            <a:chExt cx="2869771" cy="1563379"/>
          </a:xfrm>
        </p:grpSpPr>
        <p:cxnSp>
          <p:nvCxnSpPr>
            <p:cNvPr id="328" name="Google Shape;328;p28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329" name="Google Shape;329;p28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330" name="Google Shape;330;p28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331" name="Google Shape;331;p28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2" name="Google Shape;332;p28"/>
          <p:cNvSpPr txBox="1"/>
          <p:nvPr>
            <p:ph type="title"/>
          </p:nvPr>
        </p:nvSpPr>
        <p:spPr>
          <a:xfrm>
            <a:off x="1470929" y="2095027"/>
            <a:ext cx="9941071" cy="88465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F7FF"/>
              </a:buClr>
              <a:buSzPts val="4400"/>
              <a:buNone/>
              <a:defRPr b="1" sz="4400">
                <a:solidFill>
                  <a:srgbClr val="00F7F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33" name="Google Shape;333;p28"/>
          <p:cNvSpPr txBox="1"/>
          <p:nvPr>
            <p:ph type="body" idx="1"/>
          </p:nvPr>
        </p:nvSpPr>
        <p:spPr>
          <a:xfrm>
            <a:off x="1470930" y="3169159"/>
            <a:ext cx="9941070" cy="69517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 b="1" sz="280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34" name="Google Shape;334;p28"/>
          <p:cNvSpPr txBox="1"/>
          <p:nvPr>
            <p:ph idx="3" type="body"/>
          </p:nvPr>
        </p:nvSpPr>
        <p:spPr>
          <a:xfrm>
            <a:off x="1470930" y="4137397"/>
            <a:ext cx="7147030" cy="91669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150000"/>
              </a:lnSpc>
              <a:spcBef>
                <a:spcPts val="1000"/>
              </a:spcBef>
              <a:spcAft>
                <a:spcPts val="0"/>
              </a:spcAft>
              <a:buClr>
                <a:srgbClr val="F2F2F2"/>
              </a:buClr>
              <a:buSzPts val="1000"/>
              <a:buNone/>
              <a:defRPr sz="1000">
                <a:solidFill>
                  <a:srgbClr val="F2F2F2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35" name="Google Shape;335;p28"/>
          <p:cNvSpPr txBox="1"/>
          <p:nvPr>
            <p:ph idx="4" type="body"/>
          </p:nvPr>
        </p:nvSpPr>
        <p:spPr>
          <a:xfrm>
            <a:off x="8896576" y="5231902"/>
            <a:ext cx="2521280" cy="157781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F7FF"/>
              </a:buClr>
              <a:buSzPts val="12000"/>
              <a:buNone/>
              <a:defRPr b="1" sz="12000">
                <a:solidFill>
                  <a:srgbClr val="00F7F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cxnSp>
        <p:nvCxnSpPr>
          <p:cNvPr id="336" name="Google Shape;336;p28"/>
          <p:cNvCxnSpPr/>
          <p:nvPr/>
        </p:nvCxnSpPr>
        <p:spPr>
          <a:xfrm>
            <a:off x="1574156" y="2979683"/>
            <a:ext cx="3565003" cy="0"/>
          </a:xfrm>
          <a:prstGeom prst="straightConnector1">
            <a:avLst/>
          </a:prstGeom>
          <a:noFill/>
          <a:ln cap="rnd" cmpd="sng" w="25400">
            <a:solidFill>
              <a:srgbClr val="00F7FF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37" name="Google Shape;337;p28"/>
          <p:cNvSpPr txBox="1"/>
          <p:nvPr>
            <p:ph idx="10" type="dt"/>
          </p:nvPr>
        </p:nvSpPr>
        <p:spPr>
          <a:xfrm>
            <a:off x="6060300" y="6481647"/>
            <a:ext cx="2090098" cy="23982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D8D8D8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8" name="Google Shape;338;p28"/>
          <p:cNvSpPr txBox="1"/>
          <p:nvPr>
            <p:ph idx="11" type="ftr"/>
          </p:nvPr>
        </p:nvSpPr>
        <p:spPr>
          <a:xfrm>
            <a:off x="838200" y="6481647"/>
            <a:ext cx="4475922" cy="23982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D8D8D8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grpSp>
        <p:nvGrpSpPr>
          <p:cNvPr id="339" name="Google Shape;339;p28"/>
          <p:cNvGrpSpPr/>
          <p:nvPr/>
        </p:nvGrpSpPr>
        <p:grpSpPr>
          <a:xfrm>
            <a:off x="16026" y="4629289"/>
            <a:ext cx="434350" cy="2228711"/>
            <a:chOff x="16026" y="4629289"/>
            <a:chExt cx="434350" cy="2228711"/>
          </a:xfrm>
        </p:grpSpPr>
        <p:sp>
          <p:nvSpPr>
            <p:cNvPr id="340" name="Google Shape;340;p28"/>
            <p:cNvSpPr/>
            <p:nvPr/>
          </p:nvSpPr>
          <p:spPr>
            <a:xfrm>
              <a:off x="16026" y="4629289"/>
              <a:ext cx="434350" cy="346950"/>
            </a:xfrm>
            <a:prstGeom prst="rect">
              <a:avLst/>
            </a:prstGeom>
            <a:gradFill>
              <a:gsLst>
                <a:gs pos="0">
                  <a:srgbClr val="00F7FF"/>
                </a:gs>
                <a:gs pos="100000">
                  <a:srgbClr val="00F7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41" name="Google Shape;341;p28"/>
            <p:cNvSpPr/>
            <p:nvPr/>
          </p:nvSpPr>
          <p:spPr>
            <a:xfrm>
              <a:off x="16026" y="5005641"/>
              <a:ext cx="434350" cy="346950"/>
            </a:xfrm>
            <a:prstGeom prst="rect">
              <a:avLst/>
            </a:prstGeom>
            <a:gradFill>
              <a:gsLst>
                <a:gs pos="0">
                  <a:srgbClr val="00F7FF"/>
                </a:gs>
                <a:gs pos="100000">
                  <a:srgbClr val="00F7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42" name="Google Shape;342;p28"/>
            <p:cNvSpPr/>
            <p:nvPr/>
          </p:nvSpPr>
          <p:spPr>
            <a:xfrm>
              <a:off x="16026" y="5381993"/>
              <a:ext cx="434350" cy="346950"/>
            </a:xfrm>
            <a:prstGeom prst="rect">
              <a:avLst/>
            </a:prstGeom>
            <a:gradFill>
              <a:gsLst>
                <a:gs pos="0">
                  <a:srgbClr val="00F7FF"/>
                </a:gs>
                <a:gs pos="100000">
                  <a:srgbClr val="00F7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43" name="Google Shape;343;p28"/>
            <p:cNvSpPr/>
            <p:nvPr/>
          </p:nvSpPr>
          <p:spPr>
            <a:xfrm>
              <a:off x="16026" y="5758345"/>
              <a:ext cx="434350" cy="346950"/>
            </a:xfrm>
            <a:prstGeom prst="rect">
              <a:avLst/>
            </a:prstGeom>
            <a:gradFill>
              <a:gsLst>
                <a:gs pos="0">
                  <a:srgbClr val="00F7FF"/>
                </a:gs>
                <a:gs pos="100000">
                  <a:srgbClr val="00F7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44" name="Google Shape;344;p28"/>
            <p:cNvSpPr/>
            <p:nvPr/>
          </p:nvSpPr>
          <p:spPr>
            <a:xfrm>
              <a:off x="16026" y="6134697"/>
              <a:ext cx="434350" cy="346950"/>
            </a:xfrm>
            <a:prstGeom prst="rect">
              <a:avLst/>
            </a:prstGeom>
            <a:gradFill>
              <a:gsLst>
                <a:gs pos="0">
                  <a:srgbClr val="00F7FF"/>
                </a:gs>
                <a:gs pos="100000">
                  <a:srgbClr val="00F7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45" name="Google Shape;345;p28"/>
            <p:cNvSpPr/>
            <p:nvPr/>
          </p:nvSpPr>
          <p:spPr>
            <a:xfrm>
              <a:off x="16026" y="6511050"/>
              <a:ext cx="434350" cy="346950"/>
            </a:xfrm>
            <a:prstGeom prst="rect">
              <a:avLst/>
            </a:prstGeom>
            <a:gradFill>
              <a:gsLst>
                <a:gs pos="0">
                  <a:srgbClr val="00F7FF"/>
                </a:gs>
                <a:gs pos="100000">
                  <a:srgbClr val="00F7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346" name="Google Shape;346;p28"/>
          <p:cNvSpPr/>
          <p:nvPr/>
        </p:nvSpPr>
        <p:spPr>
          <a:xfrm>
            <a:off x="95208" y="6583150"/>
            <a:ext cx="233916" cy="23391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47" name="Google Shape;347;p28"/>
          <p:cNvSpPr txBox="1"/>
          <p:nvPr>
            <p:ph idx="12" type="sldNum"/>
          </p:nvPr>
        </p:nvSpPr>
        <p:spPr>
          <a:xfrm>
            <a:off x="65862" y="6542216"/>
            <a:ext cx="292608" cy="31578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pic>
        <p:nvPicPr>
          <p:cNvPr descr="Background pattern&#10;&#10;Description automatically generated" id="348" name="Google Shape;348;p28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-1" y="-1"/>
            <a:ext cx="12192001" cy="6854889"/>
          </a:xfrm>
          <a:prstGeom prst="rect">
            <a:avLst/>
          </a:prstGeom>
          <a:noFill/>
          <a:ln>
            <a:noFill/>
          </a:ln>
        </p:spPr>
      </p:pic>
      <p:sp>
        <p:nvSpPr>
          <p:cNvPr id="349" name="Google Shape;349;p28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>
            <a:gsLst>
              <a:gs pos="0">
                <a:srgbClr val="0A4671">
                  <a:alpha val="74901"/>
                </a:srgbClr>
              </a:gs>
              <a:gs pos="100000">
                <a:srgbClr val="0A4671"/>
              </a:gs>
            </a:gsLst>
            <a:path path="circle">
              <a:fillToRect b="50%" l="50%" r="50%" t="50%"/>
            </a:path>
            <a:tileRect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0" name="Google Shape;350;p28"/>
          <p:cNvSpPr/>
          <p:nvPr/>
        </p:nvSpPr>
        <p:spPr>
          <a:xfrm>
            <a:off x="16026" y="4629289"/>
            <a:ext cx="434350" cy="346950"/>
          </a:xfrm>
          <a:prstGeom prst="rect">
            <a:avLst/>
          </a:prstGeom>
          <a:solidFill>
            <a:srgbClr val="00F7FF"/>
          </a:solidFill>
          <a:ln cap="flat" cmpd="sng" w="12700">
            <a:solidFill>
              <a:srgbClr val="00F7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1" name="Google Shape;351;p28"/>
          <p:cNvSpPr/>
          <p:nvPr/>
        </p:nvSpPr>
        <p:spPr>
          <a:xfrm>
            <a:off x="16026" y="5005641"/>
            <a:ext cx="434350" cy="346950"/>
          </a:xfrm>
          <a:prstGeom prst="rect">
            <a:avLst/>
          </a:prstGeom>
          <a:solidFill>
            <a:srgbClr val="00F7FF"/>
          </a:solidFill>
          <a:ln cap="flat" cmpd="sng" w="12700">
            <a:solidFill>
              <a:srgbClr val="00F7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2" name="Google Shape;352;p28"/>
          <p:cNvSpPr/>
          <p:nvPr/>
        </p:nvSpPr>
        <p:spPr>
          <a:xfrm>
            <a:off x="16026" y="5381993"/>
            <a:ext cx="434350" cy="346950"/>
          </a:xfrm>
          <a:prstGeom prst="rect">
            <a:avLst/>
          </a:prstGeom>
          <a:solidFill>
            <a:srgbClr val="00F7FF"/>
          </a:solidFill>
          <a:ln cap="flat" cmpd="sng" w="12700">
            <a:solidFill>
              <a:srgbClr val="00F7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3" name="Google Shape;353;p28"/>
          <p:cNvSpPr/>
          <p:nvPr/>
        </p:nvSpPr>
        <p:spPr>
          <a:xfrm>
            <a:off x="16026" y="5758345"/>
            <a:ext cx="434350" cy="346950"/>
          </a:xfrm>
          <a:prstGeom prst="rect">
            <a:avLst/>
          </a:prstGeom>
          <a:noFill/>
          <a:ln cap="flat" cmpd="sng" w="12700">
            <a:solidFill>
              <a:srgbClr val="00F7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4" name="Google Shape;354;p28"/>
          <p:cNvSpPr/>
          <p:nvPr/>
        </p:nvSpPr>
        <p:spPr>
          <a:xfrm>
            <a:off x="16026" y="6134697"/>
            <a:ext cx="434350" cy="346950"/>
          </a:xfrm>
          <a:prstGeom prst="rect">
            <a:avLst/>
          </a:prstGeom>
          <a:noFill/>
          <a:ln cap="flat" cmpd="sng" w="12700">
            <a:solidFill>
              <a:srgbClr val="00F7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5" name="Google Shape;355;p28"/>
          <p:cNvSpPr/>
          <p:nvPr/>
        </p:nvSpPr>
        <p:spPr>
          <a:xfrm>
            <a:off x="16026" y="6511050"/>
            <a:ext cx="434350" cy="346950"/>
          </a:xfrm>
          <a:prstGeom prst="rect">
            <a:avLst/>
          </a:prstGeom>
          <a:noFill/>
          <a:ln cap="flat" cmpd="sng" w="12700">
            <a:solidFill>
              <a:srgbClr val="00F7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6" name="Google Shape;356;p28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F7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357" name="Google Shape;357;p28"/>
          <p:cNvGrpSpPr/>
          <p:nvPr/>
        </p:nvGrpSpPr>
        <p:grpSpPr>
          <a:xfrm>
            <a:off x="58527" y="40944"/>
            <a:ext cx="2869771" cy="1563379"/>
            <a:chOff x="44879" y="27296"/>
            <a:chExt cx="2869771" cy="1563379"/>
          </a:xfrm>
        </p:grpSpPr>
        <p:cxnSp>
          <p:nvCxnSpPr>
            <p:cNvPr id="358" name="Google Shape;358;p28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F7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59" name="Google Shape;359;p28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F7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60" name="Google Shape;360;p28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F7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361" name="Google Shape;361;p28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F7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362" name="Google Shape;362;p28"/>
          <p:cNvGrpSpPr/>
          <p:nvPr/>
        </p:nvGrpSpPr>
        <p:grpSpPr>
          <a:xfrm rot="10800000">
            <a:off x="9263702" y="5253677"/>
            <a:ext cx="2869771" cy="1563379"/>
            <a:chOff x="44879" y="27296"/>
            <a:chExt cx="2869771" cy="1563379"/>
          </a:xfrm>
        </p:grpSpPr>
        <p:cxnSp>
          <p:nvCxnSpPr>
            <p:cNvPr id="363" name="Google Shape;363;p28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364" name="Google Shape;364;p28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365" name="Google Shape;365;p28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366" name="Google Shape;366;p28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7" name="Google Shape;367;p28"/>
          <p:cNvSpPr txBox="1"/>
          <p:nvPr>
            <p:ph idx="5" type="sldNum"/>
          </p:nvPr>
        </p:nvSpPr>
        <p:spPr>
          <a:xfrm>
            <a:off x="11899392" y="6542216"/>
            <a:ext cx="292608" cy="31578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368" name="Google Shape;368;p28"/>
          <p:cNvSpPr txBox="1"/>
          <p:nvPr>
            <p:ph idx="6" type="body"/>
          </p:nvPr>
        </p:nvSpPr>
        <p:spPr>
          <a:xfrm>
            <a:off x="1470930" y="2095027"/>
            <a:ext cx="6264164" cy="88465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F7FF"/>
              </a:buClr>
              <a:buSzPts val="4400"/>
              <a:buNone/>
              <a:defRPr b="1" sz="4400">
                <a:solidFill>
                  <a:srgbClr val="00F7F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69" name="Google Shape;369;p28"/>
          <p:cNvSpPr txBox="1"/>
          <p:nvPr>
            <p:ph idx="7" type="body"/>
          </p:nvPr>
        </p:nvSpPr>
        <p:spPr>
          <a:xfrm>
            <a:off x="1470930" y="3169159"/>
            <a:ext cx="8913813" cy="69517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 b="1" sz="280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70" name="Google Shape;370;p28"/>
          <p:cNvSpPr txBox="1"/>
          <p:nvPr>
            <p:ph idx="8" type="body"/>
          </p:nvPr>
        </p:nvSpPr>
        <p:spPr>
          <a:xfrm>
            <a:off x="1470930" y="4137397"/>
            <a:ext cx="7147030" cy="91669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150000"/>
              </a:lnSpc>
              <a:spcBef>
                <a:spcPts val="1000"/>
              </a:spcBef>
              <a:spcAft>
                <a:spcPts val="0"/>
              </a:spcAft>
              <a:buClr>
                <a:srgbClr val="F2F2F2"/>
              </a:buClr>
              <a:buSzPts val="1000"/>
              <a:buNone/>
              <a:defRPr sz="1000">
                <a:solidFill>
                  <a:srgbClr val="F2F2F2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cxnSp>
        <p:nvCxnSpPr>
          <p:cNvPr id="371" name="Google Shape;371;p28"/>
          <p:cNvCxnSpPr/>
          <p:nvPr/>
        </p:nvCxnSpPr>
        <p:spPr>
          <a:xfrm>
            <a:off x="1574156" y="2979683"/>
            <a:ext cx="3565003" cy="0"/>
          </a:xfrm>
          <a:prstGeom prst="straightConnector1">
            <a:avLst/>
          </a:prstGeom>
          <a:noFill/>
          <a:ln cap="rnd" cmpd="sng" w="25400">
            <a:solidFill>
              <a:srgbClr val="00F7FF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o sanh 1">
  <p:cSld name="Two Content">
    <p:spTree>
      <p:nvGrpSpPr>
        <p:cNvPr id="372" name="Shape 3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3" name="Google Shape;373;p29"/>
          <p:cNvSpPr/>
          <p:nvPr/>
        </p:nvSpPr>
        <p:spPr>
          <a:xfrm rot="10800000">
            <a:off x="-2" y="0"/>
            <a:ext cx="12192000" cy="6858000"/>
          </a:xfrm>
          <a:custGeom>
            <a:rect b="b" l="l" r="r" t="t"/>
            <a:pathLst>
              <a:path extrusionOk="0" h="6858000" w="12192000">
                <a:moveTo>
                  <a:pt x="0" y="616911"/>
                </a:moveTo>
                <a:lnTo>
                  <a:pt x="0" y="0"/>
                </a:lnTo>
                <a:lnTo>
                  <a:pt x="715617" y="0"/>
                </a:lnTo>
                <a:close/>
                <a:moveTo>
                  <a:pt x="12192000" y="6858000"/>
                </a:moveTo>
                <a:lnTo>
                  <a:pt x="11476383" y="6858000"/>
                </a:lnTo>
                <a:lnTo>
                  <a:pt x="12192000" y="6241089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4" name="Google Shape;374;p29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375" name="Google Shape;375;p29"/>
          <p:cNvGrpSpPr/>
          <p:nvPr/>
        </p:nvGrpSpPr>
        <p:grpSpPr>
          <a:xfrm>
            <a:off x="58527" y="54292"/>
            <a:ext cx="2869771" cy="1563379"/>
            <a:chOff x="44879" y="27296"/>
            <a:chExt cx="2869771" cy="1563379"/>
          </a:xfrm>
        </p:grpSpPr>
        <p:cxnSp>
          <p:nvCxnSpPr>
            <p:cNvPr id="376" name="Google Shape;376;p29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77" name="Google Shape;377;p29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78" name="Google Shape;378;p29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379" name="Google Shape;379;p29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80" name="Google Shape;380;p29"/>
          <p:cNvSpPr txBox="1"/>
          <p:nvPr>
            <p:ph sz="half" idx="1"/>
          </p:nvPr>
        </p:nvSpPr>
        <p:spPr>
          <a:xfrm>
            <a:off x="774144" y="1233825"/>
            <a:ext cx="5202000" cy="49431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81" name="Google Shape;381;p29"/>
          <p:cNvSpPr txBox="1"/>
          <p:nvPr>
            <p:ph idx="11" type="ftr"/>
          </p:nvPr>
        </p:nvSpPr>
        <p:spPr>
          <a:xfrm>
            <a:off x="774146" y="6475620"/>
            <a:ext cx="431178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grpSp>
        <p:nvGrpSpPr>
          <p:cNvPr id="382" name="Google Shape;382;p29"/>
          <p:cNvGrpSpPr/>
          <p:nvPr/>
        </p:nvGrpSpPr>
        <p:grpSpPr>
          <a:xfrm>
            <a:off x="16026" y="4629289"/>
            <a:ext cx="434350" cy="2228711"/>
            <a:chOff x="16026" y="4629289"/>
            <a:chExt cx="434350" cy="2228711"/>
          </a:xfrm>
        </p:grpSpPr>
        <p:sp>
          <p:nvSpPr>
            <p:cNvPr id="383" name="Google Shape;383;p29"/>
            <p:cNvSpPr/>
            <p:nvPr/>
          </p:nvSpPr>
          <p:spPr>
            <a:xfrm>
              <a:off x="16026" y="4629289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84" name="Google Shape;384;p29"/>
            <p:cNvSpPr/>
            <p:nvPr/>
          </p:nvSpPr>
          <p:spPr>
            <a:xfrm>
              <a:off x="16026" y="5005641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85" name="Google Shape;385;p29"/>
            <p:cNvSpPr/>
            <p:nvPr/>
          </p:nvSpPr>
          <p:spPr>
            <a:xfrm>
              <a:off x="16026" y="5381993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86" name="Google Shape;386;p29"/>
            <p:cNvSpPr/>
            <p:nvPr/>
          </p:nvSpPr>
          <p:spPr>
            <a:xfrm>
              <a:off x="16026" y="5758345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87" name="Google Shape;387;p29"/>
            <p:cNvSpPr/>
            <p:nvPr/>
          </p:nvSpPr>
          <p:spPr>
            <a:xfrm>
              <a:off x="16026" y="6134697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88" name="Google Shape;388;p29"/>
            <p:cNvSpPr/>
            <p:nvPr/>
          </p:nvSpPr>
          <p:spPr>
            <a:xfrm>
              <a:off x="16026" y="6511050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389" name="Google Shape;389;p29"/>
          <p:cNvSpPr txBox="1"/>
          <p:nvPr>
            <p:ph idx="10" type="dt"/>
          </p:nvPr>
        </p:nvSpPr>
        <p:spPr>
          <a:xfrm>
            <a:off x="6447446" y="6475620"/>
            <a:ext cx="209009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0" name="Google Shape;390;p29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rgbClr val="376DB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91" name="Google Shape;391;p29"/>
          <p:cNvSpPr/>
          <p:nvPr/>
        </p:nvSpPr>
        <p:spPr>
          <a:xfrm>
            <a:off x="92963" y="6542941"/>
            <a:ext cx="280476" cy="28047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92" name="Google Shape;392;p29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grpSp>
        <p:nvGrpSpPr>
          <p:cNvPr id="393" name="Google Shape;393;p29"/>
          <p:cNvGrpSpPr/>
          <p:nvPr/>
        </p:nvGrpSpPr>
        <p:grpSpPr>
          <a:xfrm rot="10800000">
            <a:off x="9265363" y="5246044"/>
            <a:ext cx="2869771" cy="1563379"/>
            <a:chOff x="44879" y="27296"/>
            <a:chExt cx="2869771" cy="1563379"/>
          </a:xfrm>
        </p:grpSpPr>
        <p:cxnSp>
          <p:nvCxnSpPr>
            <p:cNvPr id="394" name="Google Shape;394;p29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95" name="Google Shape;395;p29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96" name="Google Shape;396;p29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397" name="Google Shape;397;p29"/>
          <p:cNvSpPr txBox="1"/>
          <p:nvPr>
            <p:ph sz="half" idx="2"/>
          </p:nvPr>
        </p:nvSpPr>
        <p:spPr>
          <a:xfrm>
            <a:off x="6151800" y="1228490"/>
            <a:ext cx="5202000" cy="49431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98" name="Google Shape;398;p29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rgbClr val="0072FF"/>
              </a:buClr>
              <a:buSzPts val="4400"/>
              <a:buFont typeface="Times New Roman"/>
              <a:buNone/>
              <a:defRPr sz="4400"/>
            </a:lvl1pPr>
            <a:lvl2pPr lvl="1">
              <a:spcBef>
                <a:spcPts val="20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o sanh 2">
  <p:cSld name="Comparison">
    <p:spTree>
      <p:nvGrpSpPr>
        <p:cNvPr id="399" name="Shape 3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0" name="Google Shape;400;p30"/>
          <p:cNvSpPr/>
          <p:nvPr/>
        </p:nvSpPr>
        <p:spPr>
          <a:xfrm rot="10800000">
            <a:off x="-2" y="0"/>
            <a:ext cx="12192000" cy="6858000"/>
          </a:xfrm>
          <a:custGeom>
            <a:rect b="b" l="l" r="r" t="t"/>
            <a:pathLst>
              <a:path extrusionOk="0" h="6858000" w="12192000">
                <a:moveTo>
                  <a:pt x="0" y="616911"/>
                </a:moveTo>
                <a:lnTo>
                  <a:pt x="0" y="0"/>
                </a:lnTo>
                <a:lnTo>
                  <a:pt x="715617" y="0"/>
                </a:lnTo>
                <a:close/>
                <a:moveTo>
                  <a:pt x="12192000" y="6858000"/>
                </a:moveTo>
                <a:lnTo>
                  <a:pt x="11476383" y="6858000"/>
                </a:lnTo>
                <a:lnTo>
                  <a:pt x="12192000" y="6241089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1" name="Google Shape;401;p30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402" name="Google Shape;402;p30"/>
          <p:cNvGrpSpPr/>
          <p:nvPr/>
        </p:nvGrpSpPr>
        <p:grpSpPr>
          <a:xfrm>
            <a:off x="58527" y="54292"/>
            <a:ext cx="2869771" cy="1563379"/>
            <a:chOff x="44879" y="27296"/>
            <a:chExt cx="2869771" cy="1563379"/>
          </a:xfrm>
        </p:grpSpPr>
        <p:cxnSp>
          <p:nvCxnSpPr>
            <p:cNvPr id="403" name="Google Shape;403;p30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04" name="Google Shape;404;p30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05" name="Google Shape;405;p30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406" name="Google Shape;406;p30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7" name="Google Shape;407;p30"/>
          <p:cNvSpPr txBox="1"/>
          <p:nvPr>
            <p:ph sz="half" idx="2"/>
          </p:nvPr>
        </p:nvSpPr>
        <p:spPr>
          <a:xfrm>
            <a:off x="774144" y="1962615"/>
            <a:ext cx="5202000" cy="421434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08" name="Google Shape;408;p30"/>
          <p:cNvSpPr txBox="1"/>
          <p:nvPr>
            <p:ph idx="11" type="ftr"/>
          </p:nvPr>
        </p:nvSpPr>
        <p:spPr>
          <a:xfrm>
            <a:off x="774146" y="6475620"/>
            <a:ext cx="431178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grpSp>
        <p:nvGrpSpPr>
          <p:cNvPr id="409" name="Google Shape;409;p30"/>
          <p:cNvGrpSpPr/>
          <p:nvPr/>
        </p:nvGrpSpPr>
        <p:grpSpPr>
          <a:xfrm>
            <a:off x="16026" y="4629289"/>
            <a:ext cx="434350" cy="2228711"/>
            <a:chOff x="16026" y="4629289"/>
            <a:chExt cx="434350" cy="2228711"/>
          </a:xfrm>
        </p:grpSpPr>
        <p:sp>
          <p:nvSpPr>
            <p:cNvPr id="410" name="Google Shape;410;p30"/>
            <p:cNvSpPr/>
            <p:nvPr/>
          </p:nvSpPr>
          <p:spPr>
            <a:xfrm>
              <a:off x="16026" y="4629289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11" name="Google Shape;411;p30"/>
            <p:cNvSpPr/>
            <p:nvPr/>
          </p:nvSpPr>
          <p:spPr>
            <a:xfrm>
              <a:off x="16026" y="5005641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12" name="Google Shape;412;p30"/>
            <p:cNvSpPr/>
            <p:nvPr/>
          </p:nvSpPr>
          <p:spPr>
            <a:xfrm>
              <a:off x="16026" y="5381993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13" name="Google Shape;413;p30"/>
            <p:cNvSpPr/>
            <p:nvPr/>
          </p:nvSpPr>
          <p:spPr>
            <a:xfrm>
              <a:off x="16026" y="5758345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14" name="Google Shape;414;p30"/>
            <p:cNvSpPr/>
            <p:nvPr/>
          </p:nvSpPr>
          <p:spPr>
            <a:xfrm>
              <a:off x="16026" y="6134697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15" name="Google Shape;415;p30"/>
            <p:cNvSpPr/>
            <p:nvPr/>
          </p:nvSpPr>
          <p:spPr>
            <a:xfrm>
              <a:off x="16026" y="6511050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416" name="Google Shape;416;p30"/>
          <p:cNvSpPr txBox="1"/>
          <p:nvPr>
            <p:ph idx="10" type="dt"/>
          </p:nvPr>
        </p:nvSpPr>
        <p:spPr>
          <a:xfrm>
            <a:off x="6447446" y="6475620"/>
            <a:ext cx="209009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7" name="Google Shape;417;p30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rgbClr val="376DB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18" name="Google Shape;418;p30"/>
          <p:cNvSpPr/>
          <p:nvPr/>
        </p:nvSpPr>
        <p:spPr>
          <a:xfrm>
            <a:off x="92963" y="6542941"/>
            <a:ext cx="280476" cy="28047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19" name="Google Shape;419;p30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grpSp>
        <p:nvGrpSpPr>
          <p:cNvPr id="420" name="Google Shape;420;p30"/>
          <p:cNvGrpSpPr/>
          <p:nvPr/>
        </p:nvGrpSpPr>
        <p:grpSpPr>
          <a:xfrm rot="10800000">
            <a:off x="9265363" y="5246044"/>
            <a:ext cx="2869771" cy="1563379"/>
            <a:chOff x="44879" y="27296"/>
            <a:chExt cx="2869771" cy="1563379"/>
          </a:xfrm>
        </p:grpSpPr>
        <p:cxnSp>
          <p:nvCxnSpPr>
            <p:cNvPr id="421" name="Google Shape;421;p30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22" name="Google Shape;422;p30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23" name="Google Shape;423;p30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424" name="Google Shape;424;p30"/>
          <p:cNvSpPr txBox="1"/>
          <p:nvPr>
            <p:ph sz="quarter" idx="4"/>
          </p:nvPr>
        </p:nvSpPr>
        <p:spPr>
          <a:xfrm>
            <a:off x="6151800" y="1957280"/>
            <a:ext cx="5202000" cy="421434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25" name="Google Shape;425;p30"/>
          <p:cNvSpPr txBox="1"/>
          <p:nvPr>
            <p:ph type="body" idx="1"/>
          </p:nvPr>
        </p:nvSpPr>
        <p:spPr>
          <a:xfrm>
            <a:off x="774144" y="1233825"/>
            <a:ext cx="5202794" cy="504825"/>
          </a:xfrm>
          <a:prstGeom prst="rect">
            <a:avLst/>
          </a:prstGeom>
          <a:gradFill>
            <a:gsLst>
              <a:gs pos="0">
                <a:srgbClr val="0072FF"/>
              </a:gs>
              <a:gs pos="99000">
                <a:srgbClr val="00C6FF"/>
              </a:gs>
              <a:gs pos="100000">
                <a:srgbClr val="00C6FF"/>
              </a:gs>
            </a:gsLst>
            <a:lin ang="2700000" scaled="0"/>
          </a:gradFill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ctr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 b="1" i="0" sz="2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26" name="Google Shape;426;p30"/>
          <p:cNvSpPr txBox="1"/>
          <p:nvPr>
            <p:ph type="body" sz="quarter" idx="3"/>
          </p:nvPr>
        </p:nvSpPr>
        <p:spPr>
          <a:xfrm>
            <a:off x="6151006" y="1233825"/>
            <a:ext cx="5202794" cy="504825"/>
          </a:xfrm>
          <a:prstGeom prst="rect">
            <a:avLst/>
          </a:prstGeom>
          <a:gradFill>
            <a:gsLst>
              <a:gs pos="0">
                <a:srgbClr val="0072FF"/>
              </a:gs>
              <a:gs pos="99000">
                <a:srgbClr val="00C6FF"/>
              </a:gs>
              <a:gs pos="100000">
                <a:srgbClr val="00C6FF"/>
              </a:gs>
            </a:gsLst>
            <a:lin ang="2700000" scaled="0"/>
          </a:gradFill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ctr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 b="1" i="0" sz="2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27" name="Google Shape;427;p30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rgbClr val="0072FF"/>
              </a:buClr>
              <a:buSzPts val="4400"/>
              <a:buFont typeface="Times New Roman"/>
              <a:buNone/>
              <a:defRPr sz="4400"/>
            </a:lvl1pPr>
            <a:lvl2pPr lvl="1">
              <a:spcBef>
                <a:spcPts val="20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Hình ảnh">
  <p:cSld name="Content with Caption"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9" name="Google Shape;429;p31"/>
          <p:cNvSpPr/>
          <p:nvPr/>
        </p:nvSpPr>
        <p:spPr>
          <a:xfrm rot="10800000">
            <a:off x="-2" y="0"/>
            <a:ext cx="12192000" cy="6858000"/>
          </a:xfrm>
          <a:custGeom>
            <a:rect b="b" l="l" r="r" t="t"/>
            <a:pathLst>
              <a:path extrusionOk="0" h="6858000" w="12192000">
                <a:moveTo>
                  <a:pt x="0" y="616911"/>
                </a:moveTo>
                <a:lnTo>
                  <a:pt x="0" y="0"/>
                </a:lnTo>
                <a:lnTo>
                  <a:pt x="715617" y="0"/>
                </a:lnTo>
                <a:close/>
                <a:moveTo>
                  <a:pt x="12192000" y="6858000"/>
                </a:moveTo>
                <a:lnTo>
                  <a:pt x="11476383" y="6858000"/>
                </a:lnTo>
                <a:lnTo>
                  <a:pt x="12192000" y="6241089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30" name="Google Shape;430;p31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431" name="Google Shape;431;p31"/>
          <p:cNvGrpSpPr/>
          <p:nvPr/>
        </p:nvGrpSpPr>
        <p:grpSpPr>
          <a:xfrm>
            <a:off x="58527" y="54292"/>
            <a:ext cx="2869771" cy="1563379"/>
            <a:chOff x="44879" y="27296"/>
            <a:chExt cx="2869771" cy="1563379"/>
          </a:xfrm>
        </p:grpSpPr>
        <p:cxnSp>
          <p:nvCxnSpPr>
            <p:cNvPr id="432" name="Google Shape;432;p31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33" name="Google Shape;433;p31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34" name="Google Shape;434;p31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435" name="Google Shape;435;p31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rgbClr val="0072FF"/>
              </a:buClr>
              <a:buSzPts val="4000"/>
              <a:buFont typeface="Times New Roman"/>
              <a:buNone/>
              <a:defRPr sz="4000"/>
            </a:lvl1pPr>
            <a:lvl2pPr lvl="1">
              <a:spcBef>
                <a:spcPts val="20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7" name="Google Shape;437;p31"/>
          <p:cNvSpPr txBox="1"/>
          <p:nvPr>
            <p:ph type="body" sz="half" idx="2"/>
          </p:nvPr>
        </p:nvSpPr>
        <p:spPr>
          <a:xfrm>
            <a:off x="771525" y="1066800"/>
            <a:ext cx="10582275" cy="11811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38" name="Google Shape;438;p31"/>
          <p:cNvSpPr txBox="1"/>
          <p:nvPr>
            <p:ph idx="11" type="ftr"/>
          </p:nvPr>
        </p:nvSpPr>
        <p:spPr>
          <a:xfrm>
            <a:off x="774146" y="6475620"/>
            <a:ext cx="431178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grpSp>
        <p:nvGrpSpPr>
          <p:cNvPr id="439" name="Google Shape;439;p31"/>
          <p:cNvGrpSpPr/>
          <p:nvPr/>
        </p:nvGrpSpPr>
        <p:grpSpPr>
          <a:xfrm>
            <a:off x="16026" y="4629289"/>
            <a:ext cx="434350" cy="2228711"/>
            <a:chOff x="16026" y="4629289"/>
            <a:chExt cx="434350" cy="2228711"/>
          </a:xfrm>
        </p:grpSpPr>
        <p:sp>
          <p:nvSpPr>
            <p:cNvPr id="440" name="Google Shape;440;p31"/>
            <p:cNvSpPr/>
            <p:nvPr/>
          </p:nvSpPr>
          <p:spPr>
            <a:xfrm>
              <a:off x="16026" y="4629289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41" name="Google Shape;441;p31"/>
            <p:cNvSpPr/>
            <p:nvPr/>
          </p:nvSpPr>
          <p:spPr>
            <a:xfrm>
              <a:off x="16026" y="5005641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42" name="Google Shape;442;p31"/>
            <p:cNvSpPr/>
            <p:nvPr/>
          </p:nvSpPr>
          <p:spPr>
            <a:xfrm>
              <a:off x="16026" y="5381993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43" name="Google Shape;443;p31"/>
            <p:cNvSpPr/>
            <p:nvPr/>
          </p:nvSpPr>
          <p:spPr>
            <a:xfrm>
              <a:off x="16026" y="5758345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44" name="Google Shape;444;p31"/>
            <p:cNvSpPr/>
            <p:nvPr/>
          </p:nvSpPr>
          <p:spPr>
            <a:xfrm>
              <a:off x="16026" y="6134697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45" name="Google Shape;445;p31"/>
            <p:cNvSpPr/>
            <p:nvPr/>
          </p:nvSpPr>
          <p:spPr>
            <a:xfrm>
              <a:off x="16026" y="6511050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446" name="Google Shape;446;p31"/>
          <p:cNvSpPr txBox="1"/>
          <p:nvPr>
            <p:ph idx="10" type="dt"/>
          </p:nvPr>
        </p:nvSpPr>
        <p:spPr>
          <a:xfrm>
            <a:off x="6447446" y="6475620"/>
            <a:ext cx="209009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7" name="Google Shape;447;p31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rgbClr val="376DB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48" name="Google Shape;448;p31"/>
          <p:cNvSpPr/>
          <p:nvPr/>
        </p:nvSpPr>
        <p:spPr>
          <a:xfrm>
            <a:off x="92963" y="6542941"/>
            <a:ext cx="280476" cy="28047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grpSp>
        <p:nvGrpSpPr>
          <p:cNvPr id="450" name="Google Shape;450;p31"/>
          <p:cNvGrpSpPr/>
          <p:nvPr/>
        </p:nvGrpSpPr>
        <p:grpSpPr>
          <a:xfrm rot="10800000">
            <a:off x="9265363" y="5246044"/>
            <a:ext cx="2869771" cy="1563379"/>
            <a:chOff x="44879" y="27296"/>
            <a:chExt cx="2869771" cy="1563379"/>
          </a:xfrm>
        </p:grpSpPr>
        <p:cxnSp>
          <p:nvCxnSpPr>
            <p:cNvPr id="451" name="Google Shape;451;p31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52" name="Google Shape;452;p31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53" name="Google Shape;453;p31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454" name="Google Shape;454;p31"/>
          <p:cNvSpPr/>
          <p:nvPr>
            <p:ph idx="1"/>
          </p:nvPr>
        </p:nvSpPr>
        <p:spPr>
          <a:xfrm>
            <a:off x="771525" y="2324100"/>
            <a:ext cx="10582275" cy="3848100"/>
          </a:xfrm>
          <a:prstGeom prst="roundRect">
            <a:avLst>
              <a:gd fmla="val 574" name="adj"/>
            </a:avLst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rang trong 1">
  <p:cSld name="Trang trong 1">
    <p:spTree>
      <p:nvGrpSpPr>
        <p:cNvPr id="455" name="Shape 4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6" name="Google Shape;456;p32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457" name="Google Shape;457;p32"/>
          <p:cNvGrpSpPr/>
          <p:nvPr/>
        </p:nvGrpSpPr>
        <p:grpSpPr>
          <a:xfrm rot="10800000">
            <a:off x="9263702" y="5930537"/>
            <a:ext cx="2869771" cy="886519"/>
            <a:chOff x="44879" y="27296"/>
            <a:chExt cx="2869771" cy="886519"/>
          </a:xfrm>
        </p:grpSpPr>
        <p:cxnSp>
          <p:nvCxnSpPr>
            <p:cNvPr id="458" name="Google Shape;458;p32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459" name="Google Shape;459;p32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460" name="Google Shape;460;p32"/>
            <p:cNvCxnSpPr/>
            <p:nvPr/>
          </p:nvCxnSpPr>
          <p:spPr>
            <a:xfrm rot="10800000">
              <a:off x="52214" y="654128"/>
              <a:ext cx="0" cy="259687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461" name="Google Shape;461;p32"/>
          <p:cNvSpPr/>
          <p:nvPr/>
        </p:nvSpPr>
        <p:spPr>
          <a:xfrm>
            <a:off x="22186" y="6583140"/>
            <a:ext cx="233916" cy="233916"/>
          </a:xfrm>
          <a:prstGeom prst="ellipse">
            <a:avLst/>
          </a:prstGeom>
          <a:gradFill>
            <a:gsLst>
              <a:gs pos="0">
                <a:srgbClr val="0072FF"/>
              </a:gs>
              <a:gs pos="99000">
                <a:srgbClr val="00C6FF"/>
              </a:gs>
              <a:gs pos="100000">
                <a:srgbClr val="00C6FF"/>
              </a:gs>
            </a:gsLst>
            <a:lin ang="270000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62" name="Google Shape;462;p32"/>
          <p:cNvSpPr txBox="1"/>
          <p:nvPr>
            <p:ph idx="12" type="sldNum"/>
          </p:nvPr>
        </p:nvSpPr>
        <p:spPr>
          <a:xfrm>
            <a:off x="-2005" y="6566400"/>
            <a:ext cx="291600" cy="29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463" name="Google Shape;463;p32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464" name="Google Shape;464;p32"/>
          <p:cNvGrpSpPr/>
          <p:nvPr/>
        </p:nvGrpSpPr>
        <p:grpSpPr>
          <a:xfrm>
            <a:off x="58527" y="40944"/>
            <a:ext cx="2869771" cy="886519"/>
            <a:chOff x="44879" y="27296"/>
            <a:chExt cx="2869771" cy="886519"/>
          </a:xfrm>
        </p:grpSpPr>
        <p:cxnSp>
          <p:nvCxnSpPr>
            <p:cNvPr id="465" name="Google Shape;465;p32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66" name="Google Shape;466;p32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67" name="Google Shape;467;p32"/>
            <p:cNvCxnSpPr/>
            <p:nvPr/>
          </p:nvCxnSpPr>
          <p:spPr>
            <a:xfrm rot="10800000">
              <a:off x="52214" y="654128"/>
              <a:ext cx="0" cy="25968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468" name="Google Shape;468;p32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rgbClr val="376DB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69" name="Google Shape;469;p32"/>
          <p:cNvSpPr txBox="1"/>
          <p:nvPr>
            <p:ph idx="11" type="ftr"/>
          </p:nvPr>
        </p:nvSpPr>
        <p:spPr>
          <a:xfrm>
            <a:off x="774146" y="6475620"/>
            <a:ext cx="431178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0" name="Google Shape;470;p32"/>
          <p:cNvSpPr txBox="1"/>
          <p:nvPr>
            <p:ph idx="10" type="dt"/>
          </p:nvPr>
        </p:nvSpPr>
        <p:spPr>
          <a:xfrm>
            <a:off x="6447446" y="6475620"/>
            <a:ext cx="209009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rang trong 2">
  <p:cSld name="Trang trong 2">
    <p:spTree>
      <p:nvGrpSpPr>
        <p:cNvPr id="471" name="Shape 4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2" name="Google Shape;472;p33"/>
          <p:cNvSpPr/>
          <p:nvPr/>
        </p:nvSpPr>
        <p:spPr>
          <a:xfrm>
            <a:off x="22186" y="6583140"/>
            <a:ext cx="233916" cy="233916"/>
          </a:xfrm>
          <a:prstGeom prst="ellipse">
            <a:avLst/>
          </a:prstGeom>
          <a:gradFill>
            <a:gsLst>
              <a:gs pos="0">
                <a:srgbClr val="0072FF"/>
              </a:gs>
              <a:gs pos="99000">
                <a:srgbClr val="00C6FF"/>
              </a:gs>
              <a:gs pos="100000">
                <a:srgbClr val="00C6FF"/>
              </a:gs>
            </a:gsLst>
            <a:lin ang="270000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73" name="Google Shape;473;p33"/>
          <p:cNvSpPr txBox="1"/>
          <p:nvPr>
            <p:ph idx="12" type="sldNum"/>
          </p:nvPr>
        </p:nvSpPr>
        <p:spPr>
          <a:xfrm>
            <a:off x="-2005" y="6566400"/>
            <a:ext cx="291600" cy="29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Tiêu đề">
  <p:cSld name="1_Tiêu đề">
    <p:spTree>
      <p:nvGrpSpPr>
        <p:cNvPr id="474" name="Shape 4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5" name="Google Shape;475;p34"/>
          <p:cNvSpPr txBox="1"/>
          <p:nvPr>
            <p:ph idx="11" type="ftr"/>
          </p:nvPr>
        </p:nvSpPr>
        <p:spPr>
          <a:xfrm>
            <a:off x="2353680" y="6480629"/>
            <a:ext cx="4288103" cy="23677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6" name="Google Shape;476;p34"/>
          <p:cNvSpPr/>
          <p:nvPr/>
        </p:nvSpPr>
        <p:spPr>
          <a:xfrm rot="10800000">
            <a:off x="-1" y="0"/>
            <a:ext cx="12192000" cy="6858000"/>
          </a:xfrm>
          <a:custGeom>
            <a:rect b="b" l="l" r="r" t="t"/>
            <a:pathLst>
              <a:path extrusionOk="0" h="6858000" w="12192000">
                <a:moveTo>
                  <a:pt x="12192000" y="304800"/>
                </a:moveTo>
                <a:lnTo>
                  <a:pt x="9909279" y="304800"/>
                </a:lnTo>
                <a:lnTo>
                  <a:pt x="9732789" y="152400"/>
                </a:lnTo>
                <a:lnTo>
                  <a:pt x="5617499" y="152400"/>
                </a:lnTo>
                <a:lnTo>
                  <a:pt x="5441009" y="0"/>
                </a:lnTo>
                <a:lnTo>
                  <a:pt x="12192000" y="0"/>
                </a:lnTo>
                <a:close/>
                <a:moveTo>
                  <a:pt x="0" y="616911"/>
                </a:moveTo>
                <a:lnTo>
                  <a:pt x="0" y="0"/>
                </a:lnTo>
                <a:lnTo>
                  <a:pt x="715617" y="0"/>
                </a:lnTo>
                <a:close/>
                <a:moveTo>
                  <a:pt x="12191999" y="6858000"/>
                </a:moveTo>
                <a:lnTo>
                  <a:pt x="11476382" y="6858000"/>
                </a:lnTo>
                <a:lnTo>
                  <a:pt x="12191999" y="6241089"/>
                </a:lnTo>
                <a:close/>
                <a:moveTo>
                  <a:pt x="6750991" y="6858000"/>
                </a:moveTo>
                <a:lnTo>
                  <a:pt x="0" y="6858000"/>
                </a:lnTo>
                <a:lnTo>
                  <a:pt x="0" y="6553200"/>
                </a:lnTo>
                <a:lnTo>
                  <a:pt x="2282721" y="6553200"/>
                </a:lnTo>
                <a:lnTo>
                  <a:pt x="2459211" y="6705600"/>
                </a:lnTo>
                <a:lnTo>
                  <a:pt x="6574500" y="6705600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77" name="Google Shape;477;p34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478" name="Google Shape;478;p34"/>
          <p:cNvGrpSpPr/>
          <p:nvPr/>
        </p:nvGrpSpPr>
        <p:grpSpPr>
          <a:xfrm>
            <a:off x="58527" y="40944"/>
            <a:ext cx="2869771" cy="1563379"/>
            <a:chOff x="44879" y="27296"/>
            <a:chExt cx="2869771" cy="1563379"/>
          </a:xfrm>
        </p:grpSpPr>
        <p:cxnSp>
          <p:nvCxnSpPr>
            <p:cNvPr id="479" name="Google Shape;479;p34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80" name="Google Shape;480;p34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81" name="Google Shape;481;p34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482" name="Google Shape;482;p34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483" name="Google Shape;483;p34"/>
          <p:cNvGrpSpPr/>
          <p:nvPr/>
        </p:nvGrpSpPr>
        <p:grpSpPr>
          <a:xfrm rot="10800000">
            <a:off x="9263702" y="5253677"/>
            <a:ext cx="2869771" cy="1563379"/>
            <a:chOff x="44879" y="27296"/>
            <a:chExt cx="2869771" cy="1563379"/>
          </a:xfrm>
        </p:grpSpPr>
        <p:cxnSp>
          <p:nvCxnSpPr>
            <p:cNvPr id="484" name="Google Shape;484;p34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485" name="Google Shape;485;p34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486" name="Google Shape;486;p34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487" name="Google Shape;487;p34"/>
          <p:cNvSpPr/>
          <p:nvPr/>
        </p:nvSpPr>
        <p:spPr>
          <a:xfrm flipH="1">
            <a:off x="5441009" y="0"/>
            <a:ext cx="6750991" cy="304800"/>
          </a:xfrm>
          <a:custGeom>
            <a:rect b="b" l="l" r="r" t="t"/>
            <a:pathLst>
              <a:path extrusionOk="0" h="304800" w="6750991">
                <a:moveTo>
                  <a:pt x="0" y="0"/>
                </a:moveTo>
                <a:lnTo>
                  <a:pt x="6750991" y="0"/>
                </a:lnTo>
                <a:lnTo>
                  <a:pt x="6574501" y="152400"/>
                </a:lnTo>
                <a:lnTo>
                  <a:pt x="2459211" y="152400"/>
                </a:lnTo>
                <a:lnTo>
                  <a:pt x="2282721" y="304800"/>
                </a:lnTo>
                <a:lnTo>
                  <a:pt x="0" y="304800"/>
                </a:lnTo>
                <a:close/>
              </a:path>
            </a:pathLst>
          </a:custGeom>
          <a:gradFill>
            <a:gsLst>
              <a:gs pos="0">
                <a:srgbClr val="0072FF">
                  <a:alpha val="80000"/>
                </a:srgbClr>
              </a:gs>
              <a:gs pos="100000">
                <a:srgbClr val="00C6FF">
                  <a:alpha val="85098"/>
                </a:srgbClr>
              </a:gs>
            </a:gsLst>
            <a:lin ang="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88" name="Google Shape;488;p34"/>
          <p:cNvSpPr/>
          <p:nvPr/>
        </p:nvSpPr>
        <p:spPr>
          <a:xfrm flipH="1" rot="10800000">
            <a:off x="0" y="6553200"/>
            <a:ext cx="6750991" cy="304800"/>
          </a:xfrm>
          <a:custGeom>
            <a:rect b="b" l="l" r="r" t="t"/>
            <a:pathLst>
              <a:path extrusionOk="0" h="304800" w="6750991">
                <a:moveTo>
                  <a:pt x="0" y="0"/>
                </a:moveTo>
                <a:lnTo>
                  <a:pt x="6750991" y="0"/>
                </a:lnTo>
                <a:lnTo>
                  <a:pt x="6574501" y="152400"/>
                </a:lnTo>
                <a:lnTo>
                  <a:pt x="2459211" y="152400"/>
                </a:lnTo>
                <a:lnTo>
                  <a:pt x="2282721" y="304800"/>
                </a:lnTo>
                <a:lnTo>
                  <a:pt x="0" y="304800"/>
                </a:lnTo>
                <a:close/>
              </a:path>
            </a:pathLst>
          </a:custGeom>
          <a:gradFill>
            <a:gsLst>
              <a:gs pos="0">
                <a:srgbClr val="0072FF">
                  <a:alpha val="80000"/>
                </a:srgbClr>
              </a:gs>
              <a:gs pos="100000">
                <a:srgbClr val="00C6FF">
                  <a:alpha val="85098"/>
                </a:srgbClr>
              </a:gs>
            </a:gsLst>
            <a:lin ang="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A picture containing clipart, vector graphics&#10;&#10;Description automatically generated" id="489" name="Google Shape;489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2638" y="362637"/>
            <a:ext cx="544288" cy="450213"/>
          </a:xfrm>
          <a:prstGeom prst="rect">
            <a:avLst/>
          </a:prstGeom>
          <a:noFill/>
          <a:ln>
            <a:noFill/>
          </a:ln>
        </p:spPr>
      </p:pic>
      <p:sp>
        <p:nvSpPr>
          <p:cNvPr id="490" name="Google Shape;490;p34"/>
          <p:cNvSpPr txBox="1"/>
          <p:nvPr/>
        </p:nvSpPr>
        <p:spPr>
          <a:xfrm>
            <a:off x="956926" y="326133"/>
            <a:ext cx="3996607" cy="5232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>
                <a:solidFill>
                  <a:srgbClr val="000046"/>
                </a:solidFill>
                <a:latin typeface="Arial"/>
                <a:ea typeface="Arial"/>
                <a:cs typeface="Arial"/>
                <a:sym typeface="Arial"/>
              </a:rPr>
              <a:t>ĐẠI HỌC QUỐC GIA TP. HỒ CHÍ MINH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400">
                <a:solidFill>
                  <a:srgbClr val="000046"/>
                </a:solidFill>
                <a:latin typeface="Arial"/>
                <a:ea typeface="Arial"/>
                <a:cs typeface="Arial"/>
                <a:sym typeface="Arial"/>
              </a:rPr>
              <a:t>TRƯỜNG ĐẠI HỌC CÔNG NGHỆ THÔNG TIN</a:t>
            </a:r>
            <a:endParaRPr/>
          </a:p>
        </p:txBody>
      </p:sp>
      <p:sp>
        <p:nvSpPr>
          <p:cNvPr id="491" name="Google Shape;491;p34"/>
          <p:cNvSpPr/>
          <p:nvPr/>
        </p:nvSpPr>
        <p:spPr>
          <a:xfrm>
            <a:off x="11924591" y="6583140"/>
            <a:ext cx="233916" cy="23391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92" name="Google Shape;492;p34"/>
          <p:cNvSpPr txBox="1"/>
          <p:nvPr>
            <p:ph idx="12" type="sldNum"/>
          </p:nvPr>
        </p:nvSpPr>
        <p:spPr>
          <a:xfrm>
            <a:off x="11894359" y="6566401"/>
            <a:ext cx="291600" cy="29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493" name="Google Shape;493;p34"/>
          <p:cNvSpPr txBox="1"/>
          <p:nvPr>
            <p:ph idx="1" type="body"/>
          </p:nvPr>
        </p:nvSpPr>
        <p:spPr>
          <a:xfrm>
            <a:off x="1850807" y="2208158"/>
            <a:ext cx="8490387" cy="69616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SzPts val="4400"/>
              <a:buNone/>
              <a:defRPr b="1" sz="4400"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94" name="Google Shape;494;p34"/>
          <p:cNvSpPr txBox="1"/>
          <p:nvPr>
            <p:ph idx="2" type="body"/>
          </p:nvPr>
        </p:nvSpPr>
        <p:spPr>
          <a:xfrm>
            <a:off x="876991" y="3039455"/>
            <a:ext cx="10438019" cy="459447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0046"/>
              </a:buClr>
              <a:buSzPts val="2000"/>
              <a:buNone/>
              <a:defRPr b="1" sz="2000">
                <a:solidFill>
                  <a:srgbClr val="000046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95" name="Google Shape;495;p34"/>
          <p:cNvSpPr txBox="1"/>
          <p:nvPr>
            <p:ph idx="3" type="body"/>
          </p:nvPr>
        </p:nvSpPr>
        <p:spPr>
          <a:xfrm>
            <a:off x="4680970" y="4963048"/>
            <a:ext cx="2830058" cy="345005"/>
          </a:xfrm>
          <a:prstGeom prst="rect">
            <a:avLst/>
          </a:prstGeom>
          <a:gradFill>
            <a:gsLst>
              <a:gs pos="0">
                <a:srgbClr val="0072FF"/>
              </a:gs>
              <a:gs pos="100000">
                <a:srgbClr val="00C6FF"/>
              </a:gs>
            </a:gsLst>
            <a:lin ang="270000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 b="1" i="0" sz="140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96" name="Google Shape;496;p34"/>
          <p:cNvSpPr txBox="1"/>
          <p:nvPr>
            <p:ph idx="4" type="body"/>
          </p:nvPr>
        </p:nvSpPr>
        <p:spPr>
          <a:xfrm>
            <a:off x="1850807" y="3630811"/>
            <a:ext cx="8490387" cy="6442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BFBFBF"/>
              </a:buClr>
              <a:buSzPts val="1200"/>
              <a:buNone/>
              <a:defRPr sz="1200">
                <a:solidFill>
                  <a:srgbClr val="BFBFBF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97" name="Google Shape;497;p34"/>
          <p:cNvSpPr txBox="1"/>
          <p:nvPr>
            <p:ph idx="10" type="dt"/>
          </p:nvPr>
        </p:nvSpPr>
        <p:spPr>
          <a:xfrm>
            <a:off x="6767806" y="6476999"/>
            <a:ext cx="2495896" cy="2367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11" Target="../slideLayouts/slideLayout11.xml" Type="http://schemas.openxmlformats.org/officeDocument/2006/relationships/slideLayout" /><Relationship Id="rId10" Target="../slideLayouts/slideLayout10.xml" Type="http://schemas.openxmlformats.org/officeDocument/2006/relationships/slideLayout" /><Relationship Id="rId13" Target="../slideLayouts/slideLayout13.xml" Type="http://schemas.openxmlformats.org/officeDocument/2006/relationships/slideLayout" /><Relationship Id="rId12" Target="../slideLayouts/slideLayout12.xml" Type="http://schemas.openxmlformats.org/officeDocument/2006/relationships/slideLayout" /><Relationship Id="rId1" Target="../slideLayouts/slideLayout1.xml" Type="http://schemas.openxmlformats.org/officeDocument/2006/relationships/slideLayout" /><Relationship Id="rId2" Target="../slideLayouts/slideLayout2.xml" Type="http://schemas.openxmlformats.org/officeDocument/2006/relationships/slideLayout" /><Relationship Id="rId3" Target="../slideLayouts/slideLayout3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Relationship Id="rId15" Target="../theme/theme1.xml" Type="http://schemas.openxmlformats.org/officeDocument/2006/relationships/theme" /><Relationship Id="rId14" Target="../slideLayouts/slideLayout14.xml" Type="http://schemas.openxmlformats.org/officeDocument/2006/relationships/slideLayout" /><Relationship Id="rId5" Target="../slideLayouts/slideLayout5.xml" Type="http://schemas.openxmlformats.org/officeDocument/2006/relationships/slideLayout" /><Relationship Id="rId6" Target="../slideLayouts/slideLayout6.xml" Type="http://schemas.openxmlformats.org/officeDocument/2006/relationships/slideLayout" /><Relationship Id="rId7" Target="../slideLayouts/slideLayout7.xml" Type="http://schemas.openxmlformats.org/officeDocument/2006/relationships/slideLayout" /><Relationship Id="rId8" Target="../slideLayouts/slideLayout8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ahyp="http://schemas.microsoft.com/office/drawing/2018/hyperlinkcolor" xmlns:c="http://schemas.openxmlformats.org/drawingml/2006/chart" xmlns:com="http://schemas.openxmlformats.org/drawingml/2006/compatibility" xmlns:dgm="http://schemas.openxmlformats.org/drawingml/2006/diagram" xmlns:mc="http://schemas.openxmlformats.org/markup-compatibility/2006" xmlns:mv="urn:schemas-microsoft-com:mac:vml" xmlns:o="urn:schemas-microsoft-com:office:office" xmlns:p="http://schemas.openxmlformats.org/presentationml/2006/main" xmlns:p14="http://schemas.microsoft.com/office/powerpoint/2010/main" xmlns:p15="http://schemas.microsoft.com/office/powerpoint/2012/main" xmlns:pvml="urn:schemas-microsoft-com:office:powerpoint" xmlns:r="http://schemas.openxmlformats.org/officeDocument/2006/relationships" xmlns:v="urn:schemas-microsoft-com:vml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0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rmAutofit/>
          </a:bodyPr>
          <a:lstStyle>
            <a:lvl1pPr algn="l" lvl="0" marR="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72FF"/>
              </a:buClr>
              <a:buSzPts val="4000"/>
              <a:buFont typeface="Times New Roman"/>
              <a:buNone/>
              <a:defRPr b="1" cap="none" i="0" strike="noStrike" sz="4000" u="none">
                <a:solidFill>
                  <a:srgbClr val="0072FF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20"/>
          <p:cNvSpPr txBox="1"/>
          <p:nvPr>
            <p:ph idx="1" type="body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anchor="t" anchorCtr="0" bIns="45700" lIns="91425" rIns="91425" spcFirstLastPara="1" tIns="45700" wrap="square">
            <a:normAutofit/>
          </a:bodyPr>
          <a:lstStyle>
            <a:lvl1pPr algn="l" indent="-406400" lvl="0" marL="457200" marR="0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•"/>
              <a:defRPr b="0" cap="none" i="0" strike="noStrike" sz="2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algn="l" indent="-381000" lvl="1" marL="914400" marR="0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b="0" cap="none" i="0" strike="noStrike" sz="24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algn="l" indent="-355600" lvl="2" marL="1371600" marR="0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cap="none" i="0" strike="noStrike" sz="20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algn="l" indent="-342900" lvl="3" marL="1828800" marR="0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algn="l" indent="-342900" lvl="4" marL="2286000" marR="0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algn="l" indent="-342900" lvl="5" marL="2743200" marR="0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algn="l" indent="-342900" lvl="6" marL="3200400" marR="0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algn="l" indent="-342900" lvl="7" marL="3657600" marR="0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algn="l" indent="-342900" lvl="8" marL="4114800" marR="0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2" name="Google Shape;12;p20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l" lvl="0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algn="l" lvl="1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algn="l" lvl="2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algn="l" lvl="3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algn="l" lvl="4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algn="l" lvl="5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algn="l" lvl="6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algn="l" lvl="7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algn="l" lvl="8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3" name="Google Shape;13;p20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lvl="0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algn="l" lvl="1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algn="l" lvl="2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algn="l" lvl="3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algn="l" lvl="4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algn="l" lvl="5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algn="l" lvl="6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algn="l" lvl="7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algn="l" lvl="8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4" name="Google Shape;14;p20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r" indent="0" lvl="0" marL="0" marR="0" rtl="0">
              <a:spcBef>
                <a:spcPts val="0"/>
              </a:spcBef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algn="r" indent="0" lvl="1" marL="0" marR="0" rtl="0">
              <a:spcBef>
                <a:spcPts val="0"/>
              </a:spcBef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algn="r" indent="0" lvl="2" marL="0" marR="0" rtl="0">
              <a:spcBef>
                <a:spcPts val="0"/>
              </a:spcBef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algn="r" indent="0" lvl="3" marL="0" marR="0" rtl="0">
              <a:spcBef>
                <a:spcPts val="0"/>
              </a:spcBef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algn="r" indent="0" lvl="4" marL="0" marR="0" rtl="0">
              <a:spcBef>
                <a:spcPts val="0"/>
              </a:spcBef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algn="r" indent="0" lvl="5" marL="0" marR="0" rtl="0">
              <a:spcBef>
                <a:spcPts val="0"/>
              </a:spcBef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algn="r" indent="0" lvl="6" marL="0" marR="0" rtl="0">
              <a:spcBef>
                <a:spcPts val="0"/>
              </a:spcBef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algn="r" indent="0" lvl="7" marL="0" marR="0" rtl="0">
              <a:spcBef>
                <a:spcPts val="0"/>
              </a:spcBef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algn="r" indent="0" lvl="8" marL="0" marR="0" rtl="0">
              <a:spcBef>
                <a:spcPts val="0"/>
              </a:spcBef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algn="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folHlink="folHlink" hlink="hlink" tx1="dk1" tx2="lt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  <p:sldLayoutId id="2147483662" r:id="rId14"/>
  </p:sldLayoutIdLst>
  <p:hf dt="0" ftr="0" hdr="0"/>
  <p:txStyles>
    <p:titleStyle>
      <a:defPPr algn="l" lvl="0" marR="0" rtl="0">
        <a:lnSpc>
          <a:spcPct val="100000"/>
        </a:lnSpc>
        <a:spcBef>
          <a:spcPts val="0"/>
        </a:spcBef>
        <a:spcAft>
          <a:spcPts val="0"/>
        </a:spcAft>
      </a:defPPr>
      <a:lvl1pPr algn="l" lvl="0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algn="l" lvl="1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algn="l" lvl="2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algn="l" lvl="3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algn="l" lvl="4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algn="l" lvl="5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algn="l" lvl="6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algn="l" lvl="7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algn="l" lvl="8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algn="l" lvl="0" marR="0" rtl="0">
        <a:lnSpc>
          <a:spcPct val="100000"/>
        </a:lnSpc>
        <a:spcBef>
          <a:spcPts val="0"/>
        </a:spcBef>
        <a:spcAft>
          <a:spcPts val="0"/>
        </a:spcAft>
      </a:defPPr>
      <a:lvl1pPr algn="l" lvl="0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algn="l" lvl="1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algn="l" lvl="2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algn="l" lvl="3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algn="l" lvl="4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algn="l" lvl="5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algn="l" lvl="6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algn="l" lvl="7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algn="l" lvl="8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algn="l" lvl="0" marR="0" rtl="0">
        <a:lnSpc>
          <a:spcPct val="100000"/>
        </a:lnSpc>
        <a:spcBef>
          <a:spcPts val="0"/>
        </a:spcBef>
        <a:spcAft>
          <a:spcPts val="0"/>
        </a:spcAft>
      </a:defPPr>
      <a:lvl1pPr algn="l" lvl="0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algn="l" lvl="1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algn="l" lvl="2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algn="l" lvl="3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algn="l" lvl="4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algn="l" lvl="5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algn="l" lvl="6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algn="l" lvl="7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algn="l" lvl="8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Relationship Id="rId2" Type="http://schemas.openxmlformats.org/officeDocument/2006/relationships/image" Target="../media/image9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Relationship Id="rId2" Type="http://schemas.openxmlformats.org/officeDocument/2006/relationships/image" Target="../media/image10.png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5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21"/>
          <p:cNvSpPr txBox="1"/>
          <p:nvPr>
            <p:ph type="ctrTitle"/>
          </p:nvPr>
        </p:nvSpPr>
        <p:spPr>
          <a:xfrm>
            <a:off x="952500" y="1333500"/>
            <a:ext cx="10287000" cy="1905000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Xây dựng hệ thống nhận diện biển số xe bằng Trí tuệ nhân tạo</a:t>
            </a:r>
          </a:p>
        </p:txBody>
      </p:sp>
      <p:sp>
        <p:nvSpPr>
          <p:cNvPr id="35" name="Google Shape;35;p21"/>
          <p:cNvSpPr txBox="1"/>
          <p:nvPr>
            <p:ph idx="1" type="subTitle"/>
          </p:nvPr>
        </p:nvSpPr>
        <p:spPr>
          <a:xfrm>
            <a:off x="952500" y="3524250"/>
            <a:ext cx="10287000" cy="2000250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Đồ án môn học · Xử lý ảnh và ứng dụng</a:t>
            </a:r>
            <a:br/>
            <a:br/>
            <a:r>
              <a:rPr/>
              <a:t>Phạm Công Thành — 25410013 · Nguyễn Minh Hiếu — 25410007</a:t>
            </a:r>
          </a:p>
        </p:txBody>
      </p:sp>
      <p:sp>
        <p:nvSpPr>
          <p:cNvPr id="38" name="Google Shape;38;p21"/>
          <p:cNvSpPr txBox="1"/>
          <p:nvPr>
            <p:ph idx="10" type="dt"/>
          </p:nvPr>
        </p:nvSpPr>
        <p:spPr>
          <a:xfrm>
            <a:off x="6767806" y="6476999"/>
            <a:ext cx="2495896" cy="236763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Tháng 9 năm 2026</a:t>
            </a:r>
          </a:p>
        </p:txBody>
      </p:sp>
      <p:sp>
        <p:nvSpPr>
          <p:cNvPr id="33" name="Google Shape;33;p21"/>
          <p:cNvSpPr txBox="1"/>
          <p:nvPr>
            <p:ph idx="12" type="sldNum"/>
          </p:nvPr>
        </p:nvSpPr>
        <p:spPr>
          <a:xfrm>
            <a:off x="75604" y="6587552"/>
            <a:ext cx="291600" cy="291600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 marR="0">
              <a:spcBef>
                <a:spcPts val="0"/>
              </a:spcBef>
              <a:buNone/>
              <a:defRPr b="0" cap="none" i="0" strike="noStrike" sz="7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 marR="0">
              <a:spcBef>
                <a:spcPts val="0"/>
              </a:spcBef>
              <a:buNone/>
              <a:defRPr b="0" cap="none" i="0" strike="noStrike" sz="7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 marR="0">
              <a:spcBef>
                <a:spcPts val="0"/>
              </a:spcBef>
              <a:buNone/>
              <a:defRPr b="0" cap="none" i="0" strike="noStrike" sz="7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 marR="0">
              <a:spcBef>
                <a:spcPts val="0"/>
              </a:spcBef>
              <a:buNone/>
              <a:defRPr b="0" cap="none" i="0" strike="noStrike" sz="7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 marR="0">
              <a:spcBef>
                <a:spcPts val="0"/>
              </a:spcBef>
              <a:buNone/>
              <a:defRPr b="0" cap="none" i="0" strike="noStrike" sz="7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 marR="0">
              <a:spcBef>
                <a:spcPts val="0"/>
              </a:spcBef>
              <a:buNone/>
              <a:defRPr b="0" cap="none" i="0" strike="noStrike" sz="7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 marR="0">
              <a:spcBef>
                <a:spcPts val="0"/>
              </a:spcBef>
              <a:buNone/>
              <a:defRPr b="0" cap="none" i="0" strike="noStrike" sz="7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 marR="0">
              <a:spcBef>
                <a:spcPts val="0"/>
              </a:spcBef>
              <a:buNone/>
              <a:defRPr b="0" cap="none" i="0" strike="noStrike" sz="7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 marR="0">
              <a:spcBef>
                <a:spcPts val="0"/>
              </a:spcBef>
              <a:buNone/>
              <a:defRPr b="0" cap="none" i="0" strike="noStrike" sz="7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23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Đặt vấn đề</a:t>
            </a:r>
          </a:p>
        </p:txBody>
      </p:sp>
      <p:sp>
        <p:nvSpPr>
          <p:cNvPr id="143" name="Google Shape;143;p23"/>
          <p:cNvSpPr txBox="1"/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77 triệu xe máy</a:t>
            </a:r>
            <a:r>
              <a:rPr/>
              <a:t>, chiếm 85–90% lưu lượng ⇒ ở Việt Nam </a:t>
            </a:r>
            <a:r>
              <a:rPr b="1"/>
              <a:t>biển hai dòng là đa số</a:t>
            </a:r>
            <a:r>
              <a:rPr/>
              <a:t>, không phải ngoại lệ</a:t>
            </a:r>
          </a:p>
          <a:p>
            <a:pPr lvl="0"/>
            <a:r>
              <a:rPr/>
              <a:t>Biển xe mô tô chỉ </a:t>
            </a:r>
            <a:r>
              <a:rPr b="1"/>
              <a:t>190 × 140 mm</a:t>
            </a:r>
            <a:r>
              <a:rPr/>
              <a:t>, tỉ lệ khung hình </a:t>
            </a:r>
            <a:r>
              <a:rPr b="1"/>
              <a:t>1,357</a:t>
            </a:r>
            <a:r>
              <a:rPr/>
              <a:t> — vừa là đối tượng nhỏ, vừa là bố cục hai dòng</a:t>
            </a:r>
          </a:p>
          <a:p>
            <a:pPr lvl="0"/>
            <a:r>
              <a:rPr/>
              <a:t>Mọi bộ nhận dạng ký tự dựng sẵn đều </a:t>
            </a:r>
            <a:r>
              <a:rPr b="1"/>
              <a:t>giả định văn bản nằm trên một dòng ngang</a:t>
            </a:r>
            <a:r>
              <a:rPr/>
              <a:t> — giả định đó </a:t>
            </a:r>
            <a:r>
              <a:rPr b="1"/>
              <a:t>sai</a:t>
            </a:r>
            <a:r>
              <a:rPr/>
              <a:t> với đa số biển số Việt Nam</a:t>
            </a:r>
          </a:p>
          <a:p>
            <a:pPr lvl="0"/>
            <a:r>
              <a:rPr/>
              <a:t>Ảnh thực tế còn thêm: bề mặt phản quang gây </a:t>
            </a:r>
            <a:r>
              <a:rPr b="1"/>
              <a:t>chói cục bộ</a:t>
            </a:r>
            <a:r>
              <a:rPr/>
              <a:t>, biển bám bụi, cong vênh, chụp nghiêng, ngược sáng</a:t>
            </a:r>
          </a:p>
        </p:txBody>
      </p:sp>
      <p:sp>
        <p:nvSpPr>
          <p:cNvPr id="155" name="Google Shape;155;p23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Mục tiêu và chỉ tiêu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Hệ thống chạy đầu cuối, </a:t>
            </a:r>
            <a:r>
              <a:rPr b="1"/>
              <a:t>suy luận hoàn toàn trên CPU</a:t>
            </a:r>
            <a:r>
              <a:rPr/>
              <a:t>, hỗ trợ cả biển một dòng và hai dòng.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324100"/>
          <a:ext cx="10579100" cy="38481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3517900"/>
                <a:gridCol w="3517900"/>
                <a:gridCol w="35179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Đo cái gì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Sàn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Mục tiêu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mAP@0,5 của bộ phát hiện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0,85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0,90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Đúng mức ký tự (1 − CER)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0,92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0,95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Đúng cả chuỗi, </a:t>
                      </a:r>
                      <a:r>
                        <a:rPr b="1"/>
                        <a:t>trước</a:t>
                      </a:r>
                      <a:r>
                        <a:rPr/>
                        <a:t> hậu xử lý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0,80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0,85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Đúng cả chuỗi, </a:t>
                      </a:r>
                      <a:r>
                        <a:rPr b="1"/>
                        <a:t>sau</a:t>
                      </a:r>
                      <a:r>
                        <a:rPr/>
                        <a:t> hậu xử lý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0,85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0,90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Độ trễ một ảnh, p95, </a:t>
                      </a:r>
                      <a:r>
                        <a:rPr b="1"/>
                        <a:t>trên CPU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≤ 1.500 ms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≤ 800 ms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Bộ dữ liệu: khử trùng lặp bằng băm tri giác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Các bộ công khai fork lẫn nhau, nên </a:t>
            </a:r>
            <a:r>
              <a:rPr b="1"/>
              <a:t>44,2% ảnh là bản trùng</a:t>
            </a:r>
            <a:r>
              <a:rPr/>
              <a:t> — không khử thì đang đo trí nhớ.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324100"/>
          <a:ext cx="10579100" cy="38481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5283200"/>
                <a:gridCol w="52832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Bước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Kết quả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Hợp nhất </a:t>
                      </a:r>
                      <a:r>
                        <a:rPr b="1"/>
                        <a:t>7 bộ công khai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27.111 ảnh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Khử trùng lặp chéo bộ, băm tri giác </a:t>
                      </a:r>
                      <a:r>
                        <a:rPr b="1"/>
                        <a:t>DCT 64 bit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còn </a:t>
                      </a:r>
                      <a:r>
                        <a:rPr b="1"/>
                        <a:t>15.133</a:t>
                      </a:r>
                      <a:r>
                        <a:rPr/>
                        <a:t> ảnh · loại </a:t>
                      </a:r>
                      <a:r>
                        <a:rPr b="1"/>
                        <a:t>44,2%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Ca cực đoan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một bộ vào </a:t>
                      </a:r>
                      <a:r>
                        <a:rPr b="1"/>
                        <a:t>1.005</a:t>
                      </a:r>
                      <a:r>
                        <a:rPr/>
                        <a:t> ảnh, ra </a:t>
                      </a:r>
                      <a:r>
                        <a:rPr b="1"/>
                        <a:t>0</a:t>
                      </a:r>
                      <a:r>
                        <a:rPr/>
                        <a:t> ảnh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Băm đa chỉ mục (nguyên lý chuồng bồ câu)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thuật toán </a:t>
                      </a:r>
                      <a:r>
                        <a:rPr b="1"/>
                        <a:t>chính xác</a:t>
                      </a:r>
                      <a:r>
                        <a:rPr/>
                        <a:t>, không xấp xỉ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Chia tập, giữ nhóm trùng cùng một bên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10.592 / 3.027 / </a:t>
                      </a:r>
                      <a:r>
                        <a:rPr b="1"/>
                        <a:t>1.514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Giới hạn còn lại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pHash tóm tắt </a:t>
                      </a:r>
                      <a:r>
                        <a:rPr b="1"/>
                        <a:t>khung ảnh</a:t>
                      </a:r>
                      <a:r>
                        <a:rPr/>
                        <a:t>, không tóm tắt </a:t>
                      </a:r>
                      <a:r>
                        <a:rPr b="1"/>
                        <a:t>chiếc xe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23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Vì sao biển hai dòng làm gãy bộ nhận dạng</a:t>
            </a:r>
          </a:p>
        </p:txBody>
      </p:sp>
      <p:sp>
        <p:nvSpPr>
          <p:cNvPr id="143" name="Google Shape;143;p23"/>
          <p:cNvSpPr txBox="1"/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CRNN hạ chiều cao bản đồ đặc trưng về 1</a:t>
            </a:r>
            <a:r>
              <a:rPr/>
              <a:t> — đó chính là chỗ giả định "một dòng" nằm</a:t>
            </a:r>
          </a:p>
          <a:p>
            <a:pPr lvl="0"/>
            <a:r>
              <a:rPr/>
              <a:t>Ảnh hai dòng: ký tự hai hàng </a:t>
            </a:r>
            <a:r>
              <a:rPr b="1"/>
              <a:t>bị chiếu chồng lên nhau</a:t>
            </a:r>
            <a:r>
              <a:rPr/>
              <a:t> vào cùng một cột đặc trưng</a:t>
            </a:r>
          </a:p>
          <a:p>
            <a:pPr lvl="0"/>
            <a:r>
              <a:rPr/>
              <a:t>Mô-đun nhận dạng chuẩn hoá mọi ảnh về </a:t>
            </a:r>
            <a:r>
              <a:rPr b="1"/>
              <a:t>48 px</a:t>
            </a:r>
            <a:r>
              <a:rPr/>
              <a:t>, nên mỗi hàng chỉ còn khoảng </a:t>
            </a:r>
            <a:r>
              <a:rPr b="1"/>
              <a:t>24 px</a:t>
            </a:r>
          </a:p>
          <a:p>
            <a:pPr lvl="0"/>
            <a:r>
              <a:rPr/>
              <a:t>Hệ quả: đọc lộn thứ tự, ghép lẫn hai dòng, hoặc </a:t>
            </a:r>
            <a:r>
              <a:rPr b="1"/>
              <a:t>mất hẳn một dòng</a:t>
            </a:r>
          </a:p>
        </p:txBody>
      </p:sp>
      <p:sp>
        <p:nvSpPr>
          <p:cNvPr id="155" name="Google Shape;155;p23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Hướng giải: sửa ảnh, không đổi mô hình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Nếu vấn đề là </a:t>
            </a:r>
            <a:r>
              <a:rPr i="1"/>
              <a:t>ảnh có hai dòng</a:t>
            </a:r>
            <a:r>
              <a:rPr/>
              <a:t>, thì biến nó thành </a:t>
            </a:r>
            <a:r>
              <a:rPr b="1"/>
              <a:t>ảnh một dòng</a:t>
            </a:r>
            <a:r>
              <a:rPr/>
              <a:t> trước khi đưa vào mô hình.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324100"/>
          <a:ext cx="10579100" cy="38481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3517900"/>
                <a:gridCol w="3517900"/>
                <a:gridCol w="35179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Phép xử lý ảnh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Dùng để làm gì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Thay cho phương án hiển nhiên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Ngưỡng tỉ lệ khung hình 2,50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Phân loại một dòng / hai dòng — quy chuẩn cho 4,727 · 2,000 · 1,357 nên có khoảng trống rộng </a:t>
                      </a:r>
                      <a:r>
                        <a:rPr b="1"/>
                        <a:t>2,727</a:t>
                      </a:r>
                      <a:r>
                        <a:rPr/>
                        <a:t> để đặt ngưỡng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Huấn luyện thêm một bộ phân loại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Tách hai nửa + ghép ngang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Biến ảnh hai dòng thành một dòng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Đổi sang mô hình đọc đa dòng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CLAHE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Xử lý mảng chói cục bộ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Cân bằng lược đồ xám </a:t>
                      </a:r>
                      <a:r>
                        <a:rPr b="1"/>
                        <a:t>toàn cục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Lọc song phương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Khử nhiễu mà </a:t>
                      </a:r>
                      <a:r>
                        <a:rPr b="1"/>
                        <a:t>giữ biên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Làm mờ Gauss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Băm tri giác (DCT)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Khử ảnh trùng giữa các bộ dữ liệu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Băm mật mã MD5/SHA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Không gian màu HSV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Nhận màu nền bền với ánh sáng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Phân ngưỡng trên RGB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23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Chuỗi xử lý trên một biển thật</a:t>
            </a:r>
          </a:p>
        </p:txBody>
      </p:sp>
      <p:sp>
        <p:nvSpPr>
          <p:cNvPr id="143" name="Google Shape;143;p23"/>
          <p:cNvSpPr txBox="1"/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Mỗi khung là ảnh thật ở đầu ra một bước, dựng từ </a:t>
            </a:r>
            <a:r>
              <a:rPr b="1"/>
              <a:t>chính mã bàn giao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![](figures/fig-đường ống-strip-ngang.png)</a:t>
            </a:r>
          </a:p>
        </p:txBody>
      </p:sp>
      <p:sp>
        <p:nvSpPr>
          <p:cNvPr id="155" name="Google Shape;155;p23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Bộ luật hậu xử lý ràng buộc theo vị trí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Ba ràng buộc đặc thù biển số Việt Nam, khai thác </a:t>
            </a:r>
            <a:r>
              <a:rPr b="1"/>
              <a:t>theo từng vị trí trong chuỗi</a:t>
            </a:r>
            <a:r>
              <a:rPr/>
              <a:t>.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324100"/>
          <a:ext cx="10579100" cy="38481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3517900"/>
                <a:gridCol w="3517900"/>
                <a:gridCol w="35179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Ràng buộc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Nội dung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Vì sao không dùng luật phẳng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Mã tỉnh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81/89</a:t>
                      </a:r>
                      <a:r>
                        <a:rPr/>
                        <a:t> giá trị được dùng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\d{2}</a:t>
                      </a:r>
                      <a:r>
                        <a:rPr/>
                        <a:t> cho qua 8 chuỗi không tồn tại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Tập seri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Vị trí 1 </a:t>
                      </a:r>
                      <a:r>
                        <a:rPr b="1"/>
                        <a:t>có G không R</a:t>
                      </a:r>
                      <a:r>
                        <a:rPr/>
                        <a:t>; vị trí 2 của xe máy </a:t>
                      </a:r>
                      <a:r>
                        <a:rPr b="1"/>
                        <a:t>có R không 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Danh sách phẳng sai hệ thống trên mọi biển xe máy có </a:t>
                      </a:r>
                      <a:r>
                        <a:rPr>
                          <a:latin typeface="Courier"/>
                        </a:rPr>
                        <a:t>R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Mặt nạ vị trí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DDLDDDDD</a:t>
                      </a:r>
                      <a:r>
                        <a:rPr/>
                        <a:t> · </a:t>
                      </a:r>
                      <a:r>
                        <a:rPr>
                          <a:latin typeface="Courier"/>
                        </a:rPr>
                        <a:t>DDLDDDD</a:t>
                      </a:r>
                      <a:r>
                        <a:rPr/>
                        <a:t> · </a:t>
                      </a:r>
                      <a:r>
                        <a:rPr>
                          <a:latin typeface="Courier"/>
                        </a:rPr>
                        <a:t>DDL?DDDDD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Chỉ số 3 là vị trí </a:t>
                      </a:r>
                      <a:r>
                        <a:rPr b="1"/>
                        <a:t>duy nhất</a:t>
                      </a:r>
                      <a:r>
                        <a:rPr/>
                        <a:t> cả chữ lẫn số đều hợp lệ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Ánh xạ nhầm lẫn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O → 0</a:t>
                      </a:r>
                      <a:r>
                        <a:rPr/>
                        <a:t> hợp lý, </a:t>
                      </a:r>
                      <a:r>
                        <a:rPr>
                          <a:latin typeface="Courier"/>
                        </a:rPr>
                        <a:t>0 → O</a:t>
                      </a:r>
                      <a:r>
                        <a:rPr/>
                        <a:t> </a:t>
                      </a:r>
                      <a:r>
                        <a:rPr b="1"/>
                        <a:t>không bao giờ</a:t>
                      </a:r>
                      <a:r>
                        <a:rPr/>
                        <a:t> — chiều đúng là </a:t>
                      </a:r>
                      <a:r>
                        <a:rPr>
                          <a:latin typeface="Courier"/>
                        </a:rPr>
                        <a:t>0 → 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Bảng đối xứng sẽ tạo ra ký tự bất hợp lệ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Kết quả đo được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Phát hiện </a:t>
            </a:r>
            <a:r>
              <a:rPr b="1"/>
              <a:t>đạt cả bốn chỉ tiêu</a:t>
            </a:r>
            <a:r>
              <a:rPr/>
              <a:t>; phần thiếu nằm trọn ở </a:t>
            </a:r>
            <a:r>
              <a:rPr b="1"/>
              <a:t>biển hai dòng</a:t>
            </a:r>
            <a:r>
              <a:rPr/>
              <a:t>.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324100"/>
          <a:ext cx="10579100" cy="38481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2641600"/>
                <a:gridCol w="2641600"/>
                <a:gridCol w="2641600"/>
                <a:gridCol w="26416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Đo cái gì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Đo được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Ngưỡng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mAP@0,5 · mAP@0,5:0,95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0,9829</a:t>
                      </a:r>
                      <a:r>
                        <a:rPr/>
                        <a:t> · 0,7834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0,90 · 0,65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✅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Precision · Recall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0,9837 · 0,9714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0,92 · 0,90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✅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Đúng mức ký tự (1 − CER)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0,9483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0,95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🟡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Đúng cả chuỗi, sau hậu xử lý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0,7701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0,90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❌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— riêng biển </a:t>
                      </a:r>
                      <a:r>
                        <a:rPr b="1"/>
                        <a:t>một dòng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0,9541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0,90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✅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— riêng biển </a:t>
                      </a:r>
                      <a:r>
                        <a:rPr b="1"/>
                        <a:t>hai dòng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0,7234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0,90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❌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Độ trễ p95 · trung vị, CPU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1.143</a:t>
                      </a:r>
                      <a:r>
                        <a:rPr/>
                        <a:t> · 406 ms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≤ 800 ms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🟡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23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Khoảng cách nằm ở đâu</a:t>
            </a:r>
          </a:p>
        </p:txBody>
      </p:sp>
      <p:sp>
        <p:nvSpPr>
          <p:cNvPr id="143" name="Google Shape;143;p23"/>
          <p:cNvSpPr txBox="1"/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Đo mức ký tự thì hai bố cục gần bằng nhau; đo cả chuỗi thì cách một trời một vực.</a:t>
            </a:r>
          </a:p>
          <a:p>
            <a:pPr lvl="0" indent="0" marL="0">
              <a:buNone/>
            </a:pPr>
            <a:r>
              <a:rPr/>
              <a:t>![](figures/fig-ch4-bố cục.png)</a:t>
            </a:r>
          </a:p>
        </p:txBody>
      </p:sp>
      <p:sp>
        <p:nvSpPr>
          <p:cNvPr id="155" name="Google Shape;155;p23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Lỗi trông như thế nào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Ba ca hậu xử lý cứu được, ba ca vẫn sai — </a:t>
            </a:r>
            <a:r>
              <a:rPr b="1"/>
              <a:t>cả ba ca sai đều hỏng ở dòng trên</a:t>
            </a:r>
            <a:r>
              <a:rPr/>
              <a:t>.</a:t>
            </a:r>
          </a:p>
        </p:txBody>
      </p:sp>
      <p:pic>
        <p:nvPicPr>
          <p:cNvPr descr="figures/fig-ch4-loi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959100" y="2324100"/>
            <a:ext cx="6184900" cy="3848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Bóc tách đóng góp của từng bước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Mọi bước bật tắt độc lập, nên đóng góp của từng bước </a:t>
            </a:r>
            <a:r>
              <a:rPr b="1"/>
              <a:t>đo được riêng</a:t>
            </a:r>
            <a:r>
              <a:rPr/>
              <a:t> — kể cả khi bằng 0.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324100"/>
          <a:ext cx="10579100" cy="38481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3517900"/>
                <a:gridCol w="3517900"/>
                <a:gridCol w="35179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Bước xử lý ảnh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cải thiện được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Giá phải trả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Tách hai nửa + ghép ngang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+34,92 điểm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~0 ms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Bộ luật hậu xử lý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+13,28 điểm</a:t>
                      </a:r>
                      <a:r>
                        <a:rPr/>
                        <a:t> · 372 sửa đúng, </a:t>
                      </a:r>
                      <a:r>
                        <a:rPr b="1"/>
                        <a:t>0 hỏng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0,03 ms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Nắn hình + giãn dọc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+34 biển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+244 ms ở p95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Siêu phân giải — đã </a:t>
                      </a:r>
                      <a:r>
                        <a:rPr b="1"/>
                        <a:t>tắt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0 biển</a:t>
                      </a:r>
                      <a:r>
                        <a:rPr/>
                        <a:t>, nhưng </a:t>
                      </a:r>
                      <a:r>
                        <a:rPr b="1"/>
                        <a:t>0/120 mẫu lọt cổng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+319 ms p95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i="1"/>
                        <a:t>Đối chứng:</a:t>
                      </a:r>
                      <a:r>
                        <a:rPr/>
                        <a:t> tách-ghép trên </a:t>
                      </a:r>
                      <a:r>
                        <a:rPr b="1"/>
                        <a:t>Tesseract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+0,03 điểm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—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23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Ba kết quả khác với dự đoán ban đầu</a:t>
            </a:r>
          </a:p>
        </p:txBody>
      </p:sp>
      <p:sp>
        <p:nvSpPr>
          <p:cNvPr id="143" name="Google Shape;143;p23"/>
          <p:cNvSpPr txBox="1"/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Tách-ghép không độc lập bộ nhận dạng</a:t>
            </a:r>
            <a:r>
              <a:rPr/>
              <a:t> — 34,92 điểm cho PaddleOCR, </a:t>
            </a:r>
            <a:r>
              <a:rPr b="1"/>
              <a:t>0,03</a:t>
            </a:r>
            <a:r>
              <a:rPr/>
              <a:t> cho Tesseract ⇒ điều kiện cần, không đủ</a:t>
            </a:r>
          </a:p>
          <a:p>
            <a:pPr lvl="0"/>
            <a:r>
              <a:rPr b="1"/>
              <a:t>Bảng ánh xạ suy từ hình dạng chỉ phủ 2/10 cặp</a:t>
            </a:r>
            <a:r>
              <a:rPr/>
              <a:t> nhầm phổ biến nhất — trực giác không gợi ra </a:t>
            </a:r>
            <a:r>
              <a:rPr>
                <a:latin typeface="Courier"/>
              </a:rPr>
              <a:t>E → F</a:t>
            </a:r>
            <a:r>
              <a:rPr/>
              <a:t> hay </a:t>
            </a:r>
            <a:r>
              <a:rPr>
                <a:latin typeface="Courier"/>
              </a:rPr>
              <a:t>4 → L</a:t>
            </a:r>
          </a:p>
          <a:p>
            <a:pPr lvl="0"/>
            <a:r>
              <a:rPr b="1"/>
              <a:t>Siêu phân giải cải thiện 0 biển, nhưng 0/120 mẫu lọt cổng</a:t>
            </a:r>
            <a:r>
              <a:rPr/>
              <a:t> ⇒ </a:t>
            </a:r>
            <a:r>
              <a:rPr i="1"/>
              <a:t>chi phí đã đo, lợi ích chưa ai đo được</a:t>
            </a:r>
          </a:p>
        </p:txBody>
      </p:sp>
      <p:sp>
        <p:nvSpPr>
          <p:cNvPr id="155" name="Google Shape;155;p23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Demo: hệ thống chạy thật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Khởi động bằng một lệnh </a:t>
            </a:r>
            <a:r>
              <a:rPr>
                <a:latin typeface="Courier"/>
              </a:rPr>
              <a:t>docker compose up</a:t>
            </a:r>
            <a:r>
              <a:rPr/>
              <a:t>; giao diện hiện </a:t>
            </a:r>
            <a:r>
              <a:rPr b="1"/>
              <a:t>cả chuỗi thô lẫn chuỗi đã sửa</a:t>
            </a:r>
            <a:r>
              <a:rPr/>
              <a:t>.</a:t>
            </a:r>
          </a:p>
        </p:txBody>
      </p:sp>
      <p:pic>
        <p:nvPicPr>
          <p:cNvPr descr="figures/fig-demo-ui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971800" y="2324100"/>
            <a:ext cx="6159500" cy="3848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23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Hướng phát triển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1231900"/>
          <a:ext cx="10579100" cy="49403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3517900"/>
                <a:gridCol w="3517900"/>
                <a:gridCol w="3517900"/>
              </a:tblGrid>
              <a:tr h="0"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#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Hướng phát triển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Giải hạn chế nào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Huấn luyện lại bộ nhận dạng ký tự cho biển số Việt Nam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điểm nghẽn lớn nhất — biển hai dòng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Thay bảng ánh xạ bằng bảng trích từ ma trận đo được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Rẻ nhất: dữ liệu đã có sẵn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Khử rò rỉ theo </a:t>
                      </a:r>
                      <a:r>
                        <a:rPr b="1"/>
                        <a:t>chuỗi biển số</a:t>
                      </a:r>
                      <a:r>
                        <a:rPr/>
                        <a:t> thay vì theo băm tri giác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Băm tri giác tóm tắt khung ảnh, không tóm tắt chiếc xe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Thu thập dữ liệu biển vàng, xanh, đỏ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97,68% mẫu là biển trắng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155" name="Google Shape;155;p23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23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Cảm ơn — và mời đặt câu hỏi</a:t>
            </a:r>
          </a:p>
        </p:txBody>
      </p:sp>
      <p:sp>
        <p:nvSpPr>
          <p:cNvPr id="143" name="Google Shape;143;p23"/>
          <p:cNvSpPr txBox="1"/>
          <p:nvPr>
            <p:ph idx="1"/>
          </p:nvPr>
        </p:nvSpPr>
        <p:spPr/>
        <p:txBody>
          <a:bodyPr/>
          <a:lstStyle/>
          <a:p>
            <a:pPr lvl="0"/>
            <a:r>
              <a:rPr/>
              <a:t>Chạy đầu cuối trên máy </a:t>
            </a:r>
            <a:r>
              <a:rPr b="1"/>
              <a:t>không có GPU</a:t>
            </a:r>
            <a:r>
              <a:rPr/>
              <a:t>: bộ phát hiện đạt </a:t>
            </a:r>
            <a:r>
              <a:rPr b="1"/>
              <a:t>mAP@0,5 = 0,9829</a:t>
            </a:r>
          </a:p>
          <a:p>
            <a:pPr lvl="0"/>
            <a:r>
              <a:rPr/>
              <a:t>Bài toán biển hai dòng giải bằng </a:t>
            </a:r>
            <a:r>
              <a:rPr b="1"/>
              <a:t>phép biến đổi ảnh</a:t>
            </a:r>
            <a:r>
              <a:rPr/>
              <a:t>, không bằng mô hình mạnh hơn — đóng góp </a:t>
            </a:r>
            <a:r>
              <a:rPr b="1"/>
              <a:t>34,92 điểm</a:t>
            </a:r>
          </a:p>
          <a:p>
            <a:pPr lvl="0"/>
            <a:r>
              <a:rPr/>
              <a:t>Hậu xử lý theo vị trí đóng góp </a:t>
            </a:r>
            <a:r>
              <a:rPr b="1"/>
              <a:t>+13,28 điểm</a:t>
            </a:r>
            <a:r>
              <a:rPr/>
              <a:t>, </a:t>
            </a:r>
            <a:r>
              <a:rPr b="1"/>
              <a:t>0 ca làm hỏng</a:t>
            </a:r>
            <a:r>
              <a:rPr/>
              <a:t> trên 2.801 biển</a:t>
            </a:r>
          </a:p>
          <a:p>
            <a:pPr lvl="0"/>
            <a:r>
              <a:rPr/>
              <a:t>Phần chưa đạt: đọc đúng cả chuỗi </a:t>
            </a:r>
            <a:r>
              <a:rPr b="1"/>
              <a:t>0,7701</a:t>
            </a:r>
            <a:r>
              <a:rPr/>
              <a:t> so với ngưỡng 0,85, khoảng cách nằm trọn ở biển hai dòng</a:t>
            </a:r>
          </a:p>
          <a:p>
            <a:pPr lvl="0" indent="0" marL="0">
              <a:buNone/>
            </a:pPr>
            <a:r>
              <a:rPr b="1"/>
              <a:t>Xin cảm ơn thầy cô và các bạn đã lắng nghe.</a:t>
            </a:r>
          </a:p>
        </p:txBody>
      </p:sp>
      <p:sp>
        <p:nvSpPr>
          <p:cNvPr id="155" name="Google Shape;155;p23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UIT Pallete">
      <a:dk1>
        <a:srgbClr val="2A2F4F"/>
      </a:dk1>
      <a:lt1>
        <a:srgbClr val="FFFFFF"/>
      </a:lt1>
      <a:dk2>
        <a:srgbClr val="1C305E"/>
      </a:dk2>
      <a:lt2>
        <a:srgbClr val="E7E6E6"/>
      </a:lt2>
      <a:accent1>
        <a:srgbClr val="0071FF"/>
      </a:accent1>
      <a:accent2>
        <a:srgbClr val="FAAB78"/>
      </a:accent2>
      <a:accent3>
        <a:srgbClr val="EC7171"/>
      </a:accent3>
      <a:accent4>
        <a:srgbClr val="FFCD38"/>
      </a:accent4>
      <a:accent5>
        <a:srgbClr val="4700D8"/>
      </a:accent5>
      <a:accent6>
        <a:srgbClr val="41855B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Xây dựng hệ thống nhận diện biển số xe bằng Trí tuệ nhân tạo</dc:title>
  <dc:creator>Phạm Công Thành — 25410013 · Nguyễn Minh Hiếu — 25410007</dc:creator>
  <cp:keywords/>
  <dcterms:created xsi:type="dcterms:W3CDTF">2026-08-14T06:36:36Z</dcterms:created>
  <dcterms:modified xsi:type="dcterms:W3CDTF">2026-08-14T06:36:36Z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date">
    <vt:lpwstr>Tháng 9 năm 2026</vt:lpwstr>
  </property>
  <property fmtid="{D5CDD505-2E9C-101B-9397-08002B2CF9AE}" pid="3" name="subtitle">
    <vt:lpwstr>Đồ án môn học · Xử lý ảnh và ứng dụng</vt:lpwstr>
  </property>
</Properties>
</file>