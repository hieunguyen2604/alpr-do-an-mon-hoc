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embeddedFontLst>
    <p:embeddedFont>
      <p:font typeface="Roboto"/>
      <p:regular r:id="rId17"/>
      <p:bold r:id="rId18"/>
      <p:italic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5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8" Type="http://schemas.openxmlformats.org/officeDocument/2006/relationships/font" Target="fonts/Roboto-bold.fntdata" /><Relationship Id="rId17" Type="http://schemas.openxmlformats.org/officeDocument/2006/relationships/font" Target="fonts/Roboto-regular.fntdata" /><Relationship Id="rId20" Type="http://schemas.openxmlformats.org/officeDocument/2006/relationships/font" Target="fonts/Roboto-boldItalic.fntdata" /><Relationship Id="rId19" Type="http://schemas.openxmlformats.org/officeDocument/2006/relationships/font" Target="fonts/Roboto-italic.fntdata" /><Relationship Id="rId21" Type="http://schemas.openxmlformats.org/officeDocument/2006/relationships/font" Target="fonts/OpenSans-regular.fntdata" /><Relationship Id="rId23" Type="http://schemas.openxmlformats.org/officeDocument/2006/relationships/font" Target="fonts/OpenSans-italic.fntdata" /><Relationship Id="rId22" Type="http://schemas.openxmlformats.org/officeDocument/2006/relationships/font" Target="fonts/OpenSans-bold.fntdata" /><Relationship Id="rId25" Type="http://customschemas.google.com/relationships/presentationmetadata" Target="metadata" /><Relationship Id="rId24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đầu-cuối,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0,6996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Mua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trái kỳ vọng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engine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mua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thật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mua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Nói thẳng phần chưa đạt: đọc đúng cả chuỗi </a:t>
            </a:r>
            <a:r>
              <a:rPr b="1"/>
              <a:t>0,7512</a:t>
            </a:r>
            <a:r>
              <a:rPr/>
              <a:t> so với ngưỡng 0,85, và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2026-08-10T18:53:50Z</dcterms:created>
  <dcterms:modified xsi:type="dcterms:W3CDTF">2026-08-10T18:53:50Z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