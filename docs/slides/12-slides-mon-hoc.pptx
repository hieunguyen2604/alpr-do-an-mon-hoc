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suy giảm hiệu năng OCR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</p:txBody>
      </p:sp>
      <p:pic>
        <p:nvPicPr>
          <p:cNvPr descr="figures/fig-pipeline-strip-nga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324100"/>
            <a:ext cx="42926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0,7234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</p:txBody>
      </p:sp>
      <p:pic>
        <p:nvPicPr>
          <p:cNvPr descr="figures/fig-ch4-layo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9200" y="2324100"/>
            <a:ext cx="7112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được chuẩn hóa đúng nhờ hậu xử lý,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phí tính toán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· 372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— và một trong hai suy </a:t>
            </a:r>
            <a:r>
              <a:rPr b="1"/>
              <a:t>sai chiều</a:t>
            </a:r>
            <a:r>
              <a:rPr/>
              <a:t>. Thay bằng bảng trích từ ma trận đo được: phủ </a:t>
            </a:r>
            <a:r>
              <a:rPr b="1"/>
              <a:t>4/10</a:t>
            </a:r>
            <a:r>
              <a:rPr/>
              <a:t>, thêm </a:t>
            </a:r>
            <a:r>
              <a:rPr b="1"/>
              <a:t>53 biển đúng, 0 hỏng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Tối ưu hóa: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máy </a:t>
            </a:r>
            <a:r>
              <a:rPr b="1"/>
              <a:t>không có GPU</a:t>
            </a:r>
            <a:r>
              <a:rPr/>
              <a:t>: bộ phát hiện đạt </a:t>
            </a:r>
            <a:r>
              <a:rPr b="1"/>
              <a:t>mAP@0,5 = 0,9829</a:t>
            </a:r>
          </a:p>
          <a:p>
            <a:pPr lvl="0"/>
            <a:r>
              <a:rPr/>
              <a:t>Bài toán biển hai dòng giải bằng </a:t>
            </a:r>
            <a:r>
              <a:rPr b="1"/>
              <a:t>phép biến đổi ảnh</a:t>
            </a:r>
            <a:r>
              <a:rPr/>
              <a:t>, không bằng mô hình nặng hơn — đóng góp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đóng góp </a:t>
            </a:r>
            <a:r>
              <a:rPr b="1"/>
              <a:t>+13,28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Phần chưa đạt: đọc đúng cả chuỗi </a:t>
            </a:r>
            <a:r>
              <a:rPr b="1"/>
              <a:t>0,7701</a:t>
            </a:r>
            <a:r>
              <a:rPr/>
              <a:t> so với ngưỡng 0,85, khoảng cách nằm trọn ở biển hai dòng</a:t>
            </a:r>
          </a:p>
          <a:p>
            <a:pPr lvl="0" indent="0" marL="0">
              <a:buNone/>
            </a:pPr>
            <a:r>
              <a:rPr b="1"/>
              <a:t>Nhóm thực hiện xin trân trọng cảm ơn Quý Thầy/Cô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2026-08-22T14:34:51Z</dcterms:created>
  <dcterms:modified xsi:type="dcterms:W3CDTF">2026-08-22T14:34:51Z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