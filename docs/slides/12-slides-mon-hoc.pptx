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![](figures/fig-đường ống-strip-ngang.png)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  <a:p>
            <a:pPr lvl="0" indent="0" marL="0">
              <a:buNone/>
            </a:pPr>
            <a:r>
              <a:rPr/>
              <a:t>![](figures/fig-ch4-bố cục.png)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hậu xử lý cứu được,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nhầm phổ biến nhất — trực giác không gợi ra </a:t>
            </a:r>
            <a:r>
              <a:rPr>
                <a:latin typeface="Courier"/>
              </a:rPr>
              <a:t>E → F</a:t>
            </a:r>
            <a:r>
              <a:rPr/>
              <a:t> hay </a:t>
            </a:r>
            <a:r>
              <a:rPr>
                <a:latin typeface="Courier"/>
              </a:rPr>
              <a:t>4 → L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0,7701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2026-08-14T06:20:27Z</dcterms:created>
  <dcterms:modified xsi:type="dcterms:W3CDTF">2026-08-14T06:20:27Z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